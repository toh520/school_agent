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3" r:id="rId1"/>
  </p:sldMasterIdLst>
  <p:notesMasterIdLst>
    <p:notesMasterId r:id="rId186"/>
  </p:notesMasterIdLst>
  <p:sldIdLst>
    <p:sldId id="454" r:id="rId2"/>
    <p:sldId id="259" r:id="rId3"/>
    <p:sldId id="791" r:id="rId4"/>
    <p:sldId id="261" r:id="rId5"/>
    <p:sldId id="795" r:id="rId6"/>
    <p:sldId id="796" r:id="rId7"/>
    <p:sldId id="797" r:id="rId8"/>
    <p:sldId id="798" r:id="rId9"/>
    <p:sldId id="799" r:id="rId10"/>
    <p:sldId id="800" r:id="rId11"/>
    <p:sldId id="801" r:id="rId12"/>
    <p:sldId id="802" r:id="rId13"/>
    <p:sldId id="803" r:id="rId14"/>
    <p:sldId id="804" r:id="rId15"/>
    <p:sldId id="806" r:id="rId16"/>
    <p:sldId id="805" r:id="rId17"/>
    <p:sldId id="807" r:id="rId18"/>
    <p:sldId id="808" r:id="rId19"/>
    <p:sldId id="809" r:id="rId20"/>
    <p:sldId id="810" r:id="rId21"/>
    <p:sldId id="811" r:id="rId22"/>
    <p:sldId id="812" r:id="rId23"/>
    <p:sldId id="813" r:id="rId24"/>
    <p:sldId id="814" r:id="rId25"/>
    <p:sldId id="815" r:id="rId26"/>
    <p:sldId id="816" r:id="rId27"/>
    <p:sldId id="817" r:id="rId28"/>
    <p:sldId id="818" r:id="rId29"/>
    <p:sldId id="819" r:id="rId30"/>
    <p:sldId id="820" r:id="rId31"/>
    <p:sldId id="821" r:id="rId32"/>
    <p:sldId id="822" r:id="rId33"/>
    <p:sldId id="823" r:id="rId34"/>
    <p:sldId id="824" r:id="rId35"/>
    <p:sldId id="825" r:id="rId36"/>
    <p:sldId id="826" r:id="rId37"/>
    <p:sldId id="827" r:id="rId38"/>
    <p:sldId id="828" r:id="rId39"/>
    <p:sldId id="829" r:id="rId40"/>
    <p:sldId id="831" r:id="rId41"/>
    <p:sldId id="830" r:id="rId42"/>
    <p:sldId id="832" r:id="rId43"/>
    <p:sldId id="833" r:id="rId44"/>
    <p:sldId id="834" r:id="rId45"/>
    <p:sldId id="925" r:id="rId46"/>
    <p:sldId id="926" r:id="rId47"/>
    <p:sldId id="927" r:id="rId48"/>
    <p:sldId id="928" r:id="rId49"/>
    <p:sldId id="929" r:id="rId50"/>
    <p:sldId id="930" r:id="rId51"/>
    <p:sldId id="931" r:id="rId52"/>
    <p:sldId id="932" r:id="rId53"/>
    <p:sldId id="933" r:id="rId54"/>
    <p:sldId id="934" r:id="rId55"/>
    <p:sldId id="935" r:id="rId56"/>
    <p:sldId id="936" r:id="rId57"/>
    <p:sldId id="937" r:id="rId58"/>
    <p:sldId id="938" r:id="rId59"/>
    <p:sldId id="939" r:id="rId60"/>
    <p:sldId id="940" r:id="rId61"/>
    <p:sldId id="941" r:id="rId62"/>
    <p:sldId id="942" r:id="rId63"/>
    <p:sldId id="943" r:id="rId64"/>
    <p:sldId id="944" r:id="rId65"/>
    <p:sldId id="945" r:id="rId66"/>
    <p:sldId id="946" r:id="rId67"/>
    <p:sldId id="947" r:id="rId68"/>
    <p:sldId id="948" r:id="rId69"/>
    <p:sldId id="949" r:id="rId70"/>
    <p:sldId id="950" r:id="rId71"/>
    <p:sldId id="951" r:id="rId72"/>
    <p:sldId id="952" r:id="rId73"/>
    <p:sldId id="953" r:id="rId74"/>
    <p:sldId id="954" r:id="rId75"/>
    <p:sldId id="955" r:id="rId76"/>
    <p:sldId id="956" r:id="rId77"/>
    <p:sldId id="957" r:id="rId78"/>
    <p:sldId id="958" r:id="rId79"/>
    <p:sldId id="959" r:id="rId80"/>
    <p:sldId id="960" r:id="rId81"/>
    <p:sldId id="961" r:id="rId82"/>
    <p:sldId id="962" r:id="rId83"/>
    <p:sldId id="963" r:id="rId84"/>
    <p:sldId id="964" r:id="rId85"/>
    <p:sldId id="965" r:id="rId86"/>
    <p:sldId id="966" r:id="rId87"/>
    <p:sldId id="967" r:id="rId88"/>
    <p:sldId id="968" r:id="rId89"/>
    <p:sldId id="969" r:id="rId90"/>
    <p:sldId id="970" r:id="rId91"/>
    <p:sldId id="971" r:id="rId92"/>
    <p:sldId id="972" r:id="rId93"/>
    <p:sldId id="973" r:id="rId94"/>
    <p:sldId id="974" r:id="rId95"/>
    <p:sldId id="975" r:id="rId96"/>
    <p:sldId id="976" r:id="rId97"/>
    <p:sldId id="977" r:id="rId98"/>
    <p:sldId id="978" r:id="rId99"/>
    <p:sldId id="979" r:id="rId100"/>
    <p:sldId id="980" r:id="rId101"/>
    <p:sldId id="981" r:id="rId102"/>
    <p:sldId id="835" r:id="rId103"/>
    <p:sldId id="836" r:id="rId104"/>
    <p:sldId id="982" r:id="rId105"/>
    <p:sldId id="837" r:id="rId106"/>
    <p:sldId id="838" r:id="rId107"/>
    <p:sldId id="839" r:id="rId108"/>
    <p:sldId id="841" r:id="rId109"/>
    <p:sldId id="840" r:id="rId110"/>
    <p:sldId id="842" r:id="rId111"/>
    <p:sldId id="843" r:id="rId112"/>
    <p:sldId id="844" r:id="rId113"/>
    <p:sldId id="845" r:id="rId114"/>
    <p:sldId id="846" r:id="rId115"/>
    <p:sldId id="847" r:id="rId116"/>
    <p:sldId id="849" r:id="rId117"/>
    <p:sldId id="848" r:id="rId118"/>
    <p:sldId id="850" r:id="rId119"/>
    <p:sldId id="851" r:id="rId120"/>
    <p:sldId id="852" r:id="rId121"/>
    <p:sldId id="853" r:id="rId122"/>
    <p:sldId id="854" r:id="rId123"/>
    <p:sldId id="855" r:id="rId124"/>
    <p:sldId id="857" r:id="rId125"/>
    <p:sldId id="859" r:id="rId126"/>
    <p:sldId id="860" r:id="rId127"/>
    <p:sldId id="861" r:id="rId128"/>
    <p:sldId id="983" r:id="rId129"/>
    <p:sldId id="874" r:id="rId130"/>
    <p:sldId id="875" r:id="rId131"/>
    <p:sldId id="876" r:id="rId132"/>
    <p:sldId id="877" r:id="rId133"/>
    <p:sldId id="879" r:id="rId134"/>
    <p:sldId id="880" r:id="rId135"/>
    <p:sldId id="882" r:id="rId136"/>
    <p:sldId id="883" r:id="rId137"/>
    <p:sldId id="884" r:id="rId138"/>
    <p:sldId id="885" r:id="rId139"/>
    <p:sldId id="887" r:id="rId140"/>
    <p:sldId id="888" r:id="rId141"/>
    <p:sldId id="889" r:id="rId142"/>
    <p:sldId id="890" r:id="rId143"/>
    <p:sldId id="891" r:id="rId144"/>
    <p:sldId id="893" r:id="rId145"/>
    <p:sldId id="894" r:id="rId146"/>
    <p:sldId id="895" r:id="rId147"/>
    <p:sldId id="896" r:id="rId148"/>
    <p:sldId id="897" r:id="rId149"/>
    <p:sldId id="898" r:id="rId150"/>
    <p:sldId id="899" r:id="rId151"/>
    <p:sldId id="900" r:id="rId152"/>
    <p:sldId id="901" r:id="rId153"/>
    <p:sldId id="902" r:id="rId154"/>
    <p:sldId id="903" r:id="rId155"/>
    <p:sldId id="904" r:id="rId156"/>
    <p:sldId id="905" r:id="rId157"/>
    <p:sldId id="907" r:id="rId158"/>
    <p:sldId id="908" r:id="rId159"/>
    <p:sldId id="909" r:id="rId160"/>
    <p:sldId id="910" r:id="rId161"/>
    <p:sldId id="911" r:id="rId162"/>
    <p:sldId id="912" r:id="rId163"/>
    <p:sldId id="913" r:id="rId164"/>
    <p:sldId id="914" r:id="rId165"/>
    <p:sldId id="915" r:id="rId166"/>
    <p:sldId id="916" r:id="rId167"/>
    <p:sldId id="917" r:id="rId168"/>
    <p:sldId id="918" r:id="rId169"/>
    <p:sldId id="919" r:id="rId170"/>
    <p:sldId id="920" r:id="rId171"/>
    <p:sldId id="921" r:id="rId172"/>
    <p:sldId id="922" r:id="rId173"/>
    <p:sldId id="923" r:id="rId174"/>
    <p:sldId id="862" r:id="rId175"/>
    <p:sldId id="863" r:id="rId176"/>
    <p:sldId id="864" r:id="rId177"/>
    <p:sldId id="865" r:id="rId178"/>
    <p:sldId id="866" r:id="rId179"/>
    <p:sldId id="867" r:id="rId180"/>
    <p:sldId id="869" r:id="rId181"/>
    <p:sldId id="868" r:id="rId182"/>
    <p:sldId id="870" r:id="rId183"/>
    <p:sldId id="871" r:id="rId184"/>
    <p:sldId id="872" r:id="rId185"/>
  </p:sldIdLst>
  <p:sldSz cx="9144000" cy="5143500" type="screen16x9"/>
  <p:notesSz cx="6858000" cy="9144000"/>
  <p:defaultTex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1621">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70506"/>
    <a:srgbClr val="FFFFFF"/>
    <a:srgbClr val="CCCCFF"/>
    <a:srgbClr val="FFFF00"/>
    <a:srgbClr val="0066FF"/>
    <a:srgbClr val="CC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29" autoAdjust="0"/>
    <p:restoredTop sz="80295" autoAdjust="0"/>
  </p:normalViewPr>
  <p:slideViewPr>
    <p:cSldViewPr showGuides="1">
      <p:cViewPr varScale="1">
        <p:scale>
          <a:sx n="129" d="100"/>
          <a:sy n="129" d="100"/>
        </p:scale>
        <p:origin x="1210" y="91"/>
      </p:cViewPr>
      <p:guideLst>
        <p:guide orient="horz" pos="1621"/>
        <p:guide pos="2880"/>
      </p:guideLst>
    </p:cSldViewPr>
  </p:slideViewPr>
  <p:outlineViewPr>
    <p:cViewPr>
      <p:scale>
        <a:sx n="33" d="100"/>
        <a:sy n="33" d="100"/>
      </p:scale>
      <p:origin x="0" y="0"/>
    </p:cViewPr>
  </p:outlineViewPr>
  <p:notesTextViewPr>
    <p:cViewPr>
      <p:scale>
        <a:sx n="100" d="100"/>
        <a:sy n="100" d="100"/>
      </p:scale>
      <p:origin x="0" y="0"/>
    </p:cViewPr>
  </p:notesTextViewPr>
  <p:sorterViewPr showFormatting="0">
    <p:cViewPr>
      <p:scale>
        <a:sx n="100" d="100"/>
        <a:sy n="100" d="100"/>
      </p:scale>
      <p:origin x="0" y="378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theme" Target="theme/theme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0" Type="http://schemas.openxmlformats.org/officeDocument/2006/relationships/tableStyles" Target="tableStyle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notesMaster" Target="notesMasters/notesMaster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presProps" Target="presProps.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页眉占位符 4097"/>
          <p:cNvSpPr>
            <a:spLocks noGrp="1"/>
          </p:cNvSpPr>
          <p:nvPr>
            <p:ph type="hdr" sz="quarter"/>
          </p:nvPr>
        </p:nvSpPr>
        <p:spPr>
          <a:xfrm>
            <a:off x="0" y="0"/>
            <a:ext cx="2971800" cy="457200"/>
          </a:xfrm>
          <a:prstGeom prst="rect">
            <a:avLst/>
          </a:prstGeom>
          <a:noFill/>
          <a:ln w="9525">
            <a:noFill/>
          </a:ln>
        </p:spPr>
        <p:txBody>
          <a:bodyPr/>
          <a:lstStyle/>
          <a:p>
            <a:pPr lvl="0" fontAlgn="base"/>
            <a:endParaRPr lang="zh-CN" altLang="en-US" sz="1200" strike="noStrike" noProof="1"/>
          </a:p>
        </p:txBody>
      </p:sp>
      <p:sp>
        <p:nvSpPr>
          <p:cNvPr id="4099" name="日期占位符 4098"/>
          <p:cNvSpPr>
            <a:spLocks noGrp="1"/>
          </p:cNvSpPr>
          <p:nvPr>
            <p:ph type="dt" idx="1"/>
          </p:nvPr>
        </p:nvSpPr>
        <p:spPr>
          <a:xfrm>
            <a:off x="3884613" y="0"/>
            <a:ext cx="2971800" cy="457200"/>
          </a:xfrm>
          <a:prstGeom prst="rect">
            <a:avLst/>
          </a:prstGeom>
          <a:noFill/>
          <a:ln w="9525">
            <a:noFill/>
          </a:ln>
        </p:spPr>
        <p:txBody>
          <a:bodyPr/>
          <a:lstStyle/>
          <a:p>
            <a:pPr lvl="0" algn="r" fontAlgn="base"/>
            <a:endParaRPr lang="zh-CN" altLang="en-US" sz="1200" strike="noStrike" noProof="1"/>
          </a:p>
        </p:txBody>
      </p:sp>
      <p:sp>
        <p:nvSpPr>
          <p:cNvPr id="3076" name="幻灯片图像占位符 4099"/>
          <p:cNvSpPr>
            <a:spLocks noGrp="1" noRot="1" noChangeAspect="1" noTextEdit="1"/>
          </p:cNvSpPr>
          <p:nvPr>
            <p:ph type="sldImg"/>
          </p:nvPr>
        </p:nvSpPr>
        <p:spPr>
          <a:xfrm>
            <a:off x="381000" y="685800"/>
            <a:ext cx="6096000" cy="3429000"/>
          </a:xfrm>
          <a:prstGeom prst="rect">
            <a:avLst/>
          </a:prstGeom>
          <a:noFill/>
          <a:ln w="9525" cap="flat" cmpd="sng">
            <a:solidFill>
              <a:srgbClr val="000000"/>
            </a:solidFill>
            <a:prstDash val="solid"/>
            <a:miter/>
            <a:headEnd type="none" w="med" len="med"/>
            <a:tailEnd type="none" w="med" len="med"/>
          </a:ln>
        </p:spPr>
      </p:sp>
      <p:sp>
        <p:nvSpPr>
          <p:cNvPr id="3077" name="文本占位符 4100"/>
          <p:cNvSpPr>
            <a:spLocks noGrp="1"/>
          </p:cNvSpPr>
          <p:nvPr>
            <p:ph type="body" sz="quarter"/>
          </p:nvPr>
        </p:nvSpPr>
        <p:spPr>
          <a:xfrm>
            <a:off x="685800" y="4343400"/>
            <a:ext cx="5486400" cy="4114800"/>
          </a:xfrm>
          <a:prstGeom prst="rect">
            <a:avLst/>
          </a:prstGeom>
          <a:noFill/>
          <a:ln w="9525">
            <a:noFill/>
          </a:ln>
        </p:spPr>
        <p:txBody>
          <a:bodyPr anchor="t"/>
          <a:lstStyle/>
          <a:p>
            <a:pPr lvl="0"/>
            <a:r>
              <a:rPr lang="zh-CN" altLang="en-US" dirty="0"/>
              <a:t>单击此处编辑母版文本样式</a:t>
            </a:r>
          </a:p>
          <a:p>
            <a:pPr lvl="1" indent="0"/>
            <a:r>
              <a:rPr lang="zh-CN" altLang="en-US" dirty="0"/>
              <a:t>第二级</a:t>
            </a:r>
          </a:p>
          <a:p>
            <a:pPr lvl="2" indent="0"/>
            <a:r>
              <a:rPr lang="zh-CN" altLang="en-US" dirty="0"/>
              <a:t>第三级</a:t>
            </a:r>
          </a:p>
          <a:p>
            <a:pPr lvl="3" indent="0"/>
            <a:r>
              <a:rPr lang="zh-CN" altLang="en-US" dirty="0"/>
              <a:t>第四级</a:t>
            </a:r>
          </a:p>
          <a:p>
            <a:pPr lvl="4" indent="0"/>
            <a:r>
              <a:rPr lang="zh-CN" altLang="en-US" dirty="0"/>
              <a:t>第五级</a:t>
            </a:r>
          </a:p>
        </p:txBody>
      </p:sp>
      <p:sp>
        <p:nvSpPr>
          <p:cNvPr id="4102" name="页脚占位符 4101"/>
          <p:cNvSpPr>
            <a:spLocks noGrp="1"/>
          </p:cNvSpPr>
          <p:nvPr>
            <p:ph type="ftr" sz="quarter" idx="4"/>
          </p:nvPr>
        </p:nvSpPr>
        <p:spPr>
          <a:xfrm>
            <a:off x="0" y="8685213"/>
            <a:ext cx="2971800" cy="457200"/>
          </a:xfrm>
          <a:prstGeom prst="rect">
            <a:avLst/>
          </a:prstGeom>
          <a:noFill/>
          <a:ln w="9525">
            <a:noFill/>
          </a:ln>
        </p:spPr>
        <p:txBody>
          <a:bodyPr anchor="b"/>
          <a:lstStyle/>
          <a:p>
            <a:pPr lvl="0" fontAlgn="base"/>
            <a:endParaRPr lang="zh-CN" altLang="en-US" sz="1200" strike="noStrike" noProof="1"/>
          </a:p>
        </p:txBody>
      </p:sp>
      <p:sp>
        <p:nvSpPr>
          <p:cNvPr id="4103" name="灯片编号占位符 4102"/>
          <p:cNvSpPr>
            <a:spLocks noGrp="1"/>
          </p:cNvSpPr>
          <p:nvPr>
            <p:ph type="sldNum" sz="quarter" idx="5"/>
          </p:nvPr>
        </p:nvSpPr>
        <p:spPr>
          <a:xfrm>
            <a:off x="3884613" y="8685213"/>
            <a:ext cx="2971800" cy="457200"/>
          </a:xfrm>
          <a:prstGeom prst="rect">
            <a:avLst/>
          </a:prstGeom>
          <a:noFill/>
          <a:ln w="9525">
            <a:noFill/>
          </a:ln>
        </p:spPr>
        <p:txBody>
          <a:bodyPr anchor="b"/>
          <a:lstStyle/>
          <a:p>
            <a:pPr lvl="0" algn="r" fontAlgn="base"/>
            <a:fld id="{9A0DB2DC-4C9A-4742-B13C-FB6460FD3503}" type="slidenum">
              <a:rPr lang="zh-CN" altLang="en-US" sz="1200" strike="noStrike" noProof="1" dirty="0">
                <a:latin typeface="Arial" panose="020B0604020202020204" pitchFamily="34" charset="0"/>
                <a:ea typeface="宋体" panose="02010600030101010101" pitchFamily="2" charset="-122"/>
                <a:cs typeface="+mn-cs"/>
              </a:rPr>
              <a:t>‹#›</a:t>
            </a:fld>
            <a:endParaRPr lang="zh-CN" altLang="en-US" sz="1200" strike="noStrike" noProof="1"/>
          </a:p>
        </p:txBody>
      </p:sp>
    </p:spTree>
    <p:extLst>
      <p:ext uri="{BB962C8B-B14F-4D97-AF65-F5344CB8AC3E}">
        <p14:creationId xmlns:p14="http://schemas.microsoft.com/office/powerpoint/2010/main" val="2987088432"/>
      </p:ext>
    </p:extLst>
  </p:cSld>
  <p:clrMap bg1="lt1" tx1="dk1" bg2="lt2" tx2="dk2" accent1="accent1" accent2="accent2" accent3="accent3" accent4="accent4" accent5="accent5" accent6="accent6" hlink="hlink" folHlink="folHlink"/>
  <p:hf sldNum="0" hdr="0" ftr="0" dt="0"/>
  <p:notesStyle>
    <a:lvl1pPr marL="0" lvl="0"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2pPr>
    <a:lvl3pPr marL="914400" lvl="2"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3pPr>
    <a:lvl4pPr marL="1371600" lvl="3"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4pPr>
    <a:lvl5pPr marL="1828800" lvl="4"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5pPr>
    <a:lvl6pPr marL="2286000" lvl="5"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6pPr>
    <a:lvl7pPr marL="2743200" lvl="6"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7pPr>
    <a:lvl8pPr marL="3200400" lvl="7"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8pPr>
    <a:lvl9pPr marL="3657600" lvl="8" indent="0" algn="l" defTabSz="914400" rtl="0" eaLnBrk="1" fontAlgn="base" latinLnBrk="0" hangingPunct="1">
      <a:lnSpc>
        <a:spcPct val="100000"/>
      </a:lnSpc>
      <a:spcBef>
        <a:spcPct val="30000"/>
      </a:spcBef>
      <a:spcAft>
        <a:spcPct val="0"/>
      </a:spcAft>
      <a:buNone/>
      <a:defRPr sz="1200" b="0" i="0" u="none" kern="1200" baseline="0">
        <a:solidFill>
          <a:schemeClr val="tx1"/>
        </a:solidFill>
        <a:latin typeface="Arial" panose="020B0604020202020204" pitchFamily="34" charset="0"/>
        <a:ea typeface="宋体" panose="02010600030101010101" pitchFamily="2" charset="-122"/>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7"/>
          <p:cNvSpPr>
            <a:spLocks noGrp="1" noChangeArrowheads="1"/>
          </p:cNvSpPr>
          <p:nvPr>
            <p:ph type="sldNum" sz="quarter" idx="5"/>
          </p:nvPr>
        </p:nvSpPr>
        <p:spPr>
          <a:noFill/>
        </p:spPr>
        <p:txBody>
          <a:bodyPr/>
          <a:lstStyle>
            <a:lvl1pPr>
              <a:defRPr sz="1600" b="1">
                <a:solidFill>
                  <a:srgbClr val="000000"/>
                </a:solidFill>
                <a:latin typeface="宋体" panose="02010600030101010101" pitchFamily="2" charset="-122"/>
                <a:ea typeface="宋体" panose="02010600030101010101" pitchFamily="2" charset="-122"/>
              </a:defRPr>
            </a:lvl1pPr>
            <a:lvl2pPr marL="742950" indent="-285750">
              <a:defRPr sz="1600" b="1">
                <a:solidFill>
                  <a:srgbClr val="000000"/>
                </a:solidFill>
                <a:latin typeface="宋体" panose="02010600030101010101" pitchFamily="2" charset="-122"/>
                <a:ea typeface="宋体" panose="02010600030101010101" pitchFamily="2" charset="-122"/>
              </a:defRPr>
            </a:lvl2pPr>
            <a:lvl3pPr marL="1143000" indent="-228600">
              <a:defRPr sz="1600" b="1">
                <a:solidFill>
                  <a:srgbClr val="000000"/>
                </a:solidFill>
                <a:latin typeface="宋体" panose="02010600030101010101" pitchFamily="2" charset="-122"/>
                <a:ea typeface="宋体" panose="02010600030101010101" pitchFamily="2" charset="-122"/>
              </a:defRPr>
            </a:lvl3pPr>
            <a:lvl4pPr marL="1600200" indent="-228600">
              <a:defRPr sz="1600" b="1">
                <a:solidFill>
                  <a:srgbClr val="000000"/>
                </a:solidFill>
                <a:latin typeface="宋体" panose="02010600030101010101" pitchFamily="2" charset="-122"/>
                <a:ea typeface="宋体" panose="02010600030101010101" pitchFamily="2" charset="-122"/>
              </a:defRPr>
            </a:lvl4pPr>
            <a:lvl5pPr marL="2057400" indent="-228600">
              <a:defRPr sz="1600" b="1">
                <a:solidFill>
                  <a:srgbClr val="000000"/>
                </a:solidFill>
                <a:latin typeface="宋体" panose="02010600030101010101" pitchFamily="2" charset="-122"/>
                <a:ea typeface="宋体" panose="02010600030101010101" pitchFamily="2" charset="-122"/>
              </a:defRPr>
            </a:lvl5pPr>
            <a:lvl6pPr marL="2514600" indent="-228600" eaLnBrk="0" fontAlgn="base" hangingPunct="0">
              <a:spcBef>
                <a:spcPct val="0"/>
              </a:spcBef>
              <a:spcAft>
                <a:spcPct val="0"/>
              </a:spcAft>
              <a:defRPr sz="1600" b="1">
                <a:solidFill>
                  <a:srgbClr val="000000"/>
                </a:solidFill>
                <a:latin typeface="宋体" panose="02010600030101010101" pitchFamily="2" charset="-122"/>
                <a:ea typeface="宋体" panose="02010600030101010101" pitchFamily="2" charset="-122"/>
              </a:defRPr>
            </a:lvl6pPr>
            <a:lvl7pPr marL="2971800" indent="-228600" eaLnBrk="0" fontAlgn="base" hangingPunct="0">
              <a:spcBef>
                <a:spcPct val="0"/>
              </a:spcBef>
              <a:spcAft>
                <a:spcPct val="0"/>
              </a:spcAft>
              <a:defRPr sz="1600" b="1">
                <a:solidFill>
                  <a:srgbClr val="000000"/>
                </a:solidFill>
                <a:latin typeface="宋体" panose="02010600030101010101" pitchFamily="2" charset="-122"/>
                <a:ea typeface="宋体" panose="02010600030101010101" pitchFamily="2" charset="-122"/>
              </a:defRPr>
            </a:lvl7pPr>
            <a:lvl8pPr marL="3429000" indent="-228600" eaLnBrk="0" fontAlgn="base" hangingPunct="0">
              <a:spcBef>
                <a:spcPct val="0"/>
              </a:spcBef>
              <a:spcAft>
                <a:spcPct val="0"/>
              </a:spcAft>
              <a:defRPr sz="1600" b="1">
                <a:solidFill>
                  <a:srgbClr val="000000"/>
                </a:solidFill>
                <a:latin typeface="宋体" panose="02010600030101010101" pitchFamily="2" charset="-122"/>
                <a:ea typeface="宋体" panose="02010600030101010101" pitchFamily="2" charset="-122"/>
              </a:defRPr>
            </a:lvl8pPr>
            <a:lvl9pPr marL="3886200" indent="-228600" eaLnBrk="0" fontAlgn="base" hangingPunct="0">
              <a:spcBef>
                <a:spcPct val="0"/>
              </a:spcBef>
              <a:spcAft>
                <a:spcPct val="0"/>
              </a:spcAft>
              <a:defRPr sz="1600" b="1">
                <a:solidFill>
                  <a:srgbClr val="000000"/>
                </a:solidFill>
                <a:latin typeface="宋体" panose="02010600030101010101" pitchFamily="2" charset="-122"/>
                <a:ea typeface="宋体" panose="02010600030101010101" pitchFamily="2"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CADB0FE-271E-4A62-AA8A-555016BAE0A4}" type="slidenum">
              <a:rPr kumimoji="1" lang="zh-CN"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1" lang="zh-CN" altLang="en-US" sz="1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099" name="Rectangle 2"/>
          <p:cNvSpPr>
            <a:spLocks noGrp="1" noRot="1" noChangeAspect="1" noChangeArrowheads="1" noTextEdit="1"/>
          </p:cNvSpPr>
          <p:nvPr>
            <p:ph type="sldImg"/>
          </p:nvPr>
        </p:nvSpPr>
        <p:spPr>
          <a:ln/>
        </p:spPr>
      </p:sp>
      <p:sp>
        <p:nvSpPr>
          <p:cNvPr id="4100" name="Rectangle 3"/>
          <p:cNvSpPr>
            <a:spLocks noGrp="1" noChangeArrowheads="1"/>
          </p:cNvSpPr>
          <p:nvPr>
            <p:ph type="body" idx="1"/>
          </p:nvPr>
        </p:nvSpPr>
        <p:spPr>
          <a:noFill/>
        </p:spPr>
        <p:txBody>
          <a:bodyPr/>
          <a:lstStyle/>
          <a:p>
            <a:pPr eaLnBrk="1" hangingPunct="1"/>
            <a:endParaRPr lang="zh-CN" altLang="en-US"/>
          </a:p>
        </p:txBody>
      </p:sp>
    </p:spTree>
    <p:extLst>
      <p:ext uri="{BB962C8B-B14F-4D97-AF65-F5344CB8AC3E}">
        <p14:creationId xmlns:p14="http://schemas.microsoft.com/office/powerpoint/2010/main" val="151199494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106858868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3501945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1pPr>
            <a:lvl2pPr marL="742950" indent="-28575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2pPr>
            <a:lvl3pPr marL="11430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3pPr>
            <a:lvl4pPr marL="16002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4pPr>
            <a:lvl5pPr marL="2057400" indent="-228600" eaLnBrk="0" hangingPunct="0">
              <a:spcBef>
                <a:spcPct val="30000"/>
              </a:spcBef>
              <a:defRPr kumimoji="1" sz="12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30000"/>
              </a:spcBef>
              <a:spcAft>
                <a:spcPct val="0"/>
              </a:spcAft>
              <a:defRPr kumimoji="1" sz="12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pPr>
            <a:fld id="{501CE791-A12E-4DC0-819B-0049546C35CB}" type="slidenum">
              <a:rPr lang="zh-CN" altLang="en-US"/>
              <a:pPr eaLnBrk="1" hangingPunct="1">
                <a:spcBef>
                  <a:spcPct val="0"/>
                </a:spcBef>
              </a:pPr>
              <a:t>45</a:t>
            </a:fld>
            <a:endParaRPr lang="en-US" altLang="zh-CN"/>
          </a:p>
        </p:txBody>
      </p:sp>
      <p:sp>
        <p:nvSpPr>
          <p:cNvPr id="322563" name="Rectangle 2"/>
          <p:cNvSpPr>
            <a:spLocks noGrp="1" noRot="1" noChangeAspect="1" noChangeArrowheads="1" noTextEdit="1"/>
          </p:cNvSpPr>
          <p:nvPr>
            <p:ph type="sldImg"/>
          </p:nvPr>
        </p:nvSpPr>
        <p:spPr>
          <a:solidFill>
            <a:srgbClr val="FFFFFF"/>
          </a:solidFill>
          <a:ln/>
        </p:spPr>
      </p:sp>
      <p:sp>
        <p:nvSpPr>
          <p:cNvPr id="32256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en-US"/>
          </a:p>
        </p:txBody>
      </p:sp>
    </p:spTree>
    <p:extLst>
      <p:ext uri="{BB962C8B-B14F-4D97-AF65-F5344CB8AC3E}">
        <p14:creationId xmlns:p14="http://schemas.microsoft.com/office/powerpoint/2010/main" val="325762776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40470394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348291251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9420B-7045-0FE3-5575-3220B29CDA9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94D3C83-777B-A53F-F9F7-DCE6C223F6E6}"/>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AAECF5C-E761-1709-8CAF-8A0475D072B3}"/>
              </a:ext>
            </a:extLst>
          </p:cNvPr>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13210239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Tree>
    <p:extLst>
      <p:ext uri="{BB962C8B-B14F-4D97-AF65-F5344CB8AC3E}">
        <p14:creationId xmlns:p14="http://schemas.microsoft.com/office/powerpoint/2010/main" val="329671570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节封面">
    <p:spTree>
      <p:nvGrpSpPr>
        <p:cNvPr id="1" name=""/>
        <p:cNvGrpSpPr/>
        <p:nvPr/>
      </p:nvGrpSpPr>
      <p:grpSpPr>
        <a:xfrm>
          <a:off x="0" y="0"/>
          <a:ext cx="0" cy="0"/>
          <a:chOff x="0" y="0"/>
          <a:chExt cx="0" cy="0"/>
        </a:xfrm>
      </p:grpSpPr>
      <p:sp>
        <p:nvSpPr>
          <p:cNvPr id="19" name="矩形 18"/>
          <p:cNvSpPr/>
          <p:nvPr userDrawn="1"/>
        </p:nvSpPr>
        <p:spPr>
          <a:xfrm>
            <a:off x="-73990" y="0"/>
            <a:ext cx="4862014" cy="5143500"/>
          </a:xfrm>
          <a:prstGeom prst="rect">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spc="300" dirty="0">
              <a:cs typeface="+mn-ea"/>
              <a:sym typeface="+mn-lt"/>
            </a:endParaRPr>
          </a:p>
        </p:txBody>
      </p:sp>
      <p:grpSp>
        <p:nvGrpSpPr>
          <p:cNvPr id="14" name="组合 13"/>
          <p:cNvGrpSpPr/>
          <p:nvPr/>
        </p:nvGrpSpPr>
        <p:grpSpPr>
          <a:xfrm>
            <a:off x="-372665" y="460772"/>
            <a:ext cx="6619875" cy="1922859"/>
            <a:chOff x="-783" y="968"/>
            <a:chExt cx="13900" cy="4038"/>
          </a:xfrm>
        </p:grpSpPr>
        <p:sp>
          <p:nvSpPr>
            <p:cNvPr id="15" name="矩形 14"/>
            <p:cNvSpPr/>
            <p:nvPr/>
          </p:nvSpPr>
          <p:spPr>
            <a:xfrm rot="18960000" flipV="1">
              <a:off x="4987" y="4870"/>
              <a:ext cx="8130" cy="136"/>
            </a:xfrm>
            <a:prstGeom prst="rect">
              <a:avLst/>
            </a:prstGeom>
            <a:solidFill>
              <a:srgbClr val="751D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16" name="矩形 15"/>
            <p:cNvSpPr/>
            <p:nvPr/>
          </p:nvSpPr>
          <p:spPr>
            <a:xfrm rot="2640000" flipH="1" flipV="1">
              <a:off x="-783" y="4870"/>
              <a:ext cx="8130" cy="136"/>
            </a:xfrm>
            <a:prstGeom prst="rect">
              <a:avLst/>
            </a:prstGeom>
            <a:solidFill>
              <a:srgbClr val="751D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17" name="任意多边形 16"/>
            <p:cNvSpPr/>
            <p:nvPr/>
          </p:nvSpPr>
          <p:spPr>
            <a:xfrm rot="18960000" flipH="1">
              <a:off x="-119" y="967"/>
              <a:ext cx="3212" cy="213"/>
            </a:xfrm>
            <a:custGeom>
              <a:avLst/>
              <a:gdLst>
                <a:gd name="connsiteX0" fmla="*/ 129 w 3212"/>
                <a:gd name="connsiteY0" fmla="*/ 0 h 213"/>
                <a:gd name="connsiteX1" fmla="*/ 3212 w 3212"/>
                <a:gd name="connsiteY1" fmla="*/ 77 h 213"/>
                <a:gd name="connsiteX2" fmla="*/ 3212 w 3212"/>
                <a:gd name="connsiteY2" fmla="*/ 213 h 213"/>
                <a:gd name="connsiteX3" fmla="*/ 0 w 3212"/>
                <a:gd name="connsiteY3" fmla="*/ 125 h 213"/>
                <a:gd name="connsiteX4" fmla="*/ 129 w 3212"/>
                <a:gd name="connsiteY4" fmla="*/ 0 h 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2" h="213">
                  <a:moveTo>
                    <a:pt x="129" y="0"/>
                  </a:moveTo>
                  <a:lnTo>
                    <a:pt x="3212" y="77"/>
                  </a:lnTo>
                  <a:lnTo>
                    <a:pt x="3212" y="213"/>
                  </a:lnTo>
                  <a:lnTo>
                    <a:pt x="0" y="125"/>
                  </a:lnTo>
                  <a:lnTo>
                    <a:pt x="129" y="0"/>
                  </a:lnTo>
                  <a:close/>
                </a:path>
              </a:pathLst>
            </a:custGeom>
            <a:solidFill>
              <a:srgbClr val="751D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18" name="任意多边形 17"/>
            <p:cNvSpPr/>
            <p:nvPr/>
          </p:nvSpPr>
          <p:spPr>
            <a:xfrm rot="2640000">
              <a:off x="9297" y="981"/>
              <a:ext cx="3140" cy="205"/>
            </a:xfrm>
            <a:custGeom>
              <a:avLst/>
              <a:gdLst>
                <a:gd name="connsiteX0" fmla="*/ 118 w 3140"/>
                <a:gd name="connsiteY0" fmla="*/ 0 h 205"/>
                <a:gd name="connsiteX1" fmla="*/ 3140 w 3140"/>
                <a:gd name="connsiteY1" fmla="*/ 69 h 205"/>
                <a:gd name="connsiteX2" fmla="*/ 3140 w 3140"/>
                <a:gd name="connsiteY2" fmla="*/ 205 h 205"/>
                <a:gd name="connsiteX3" fmla="*/ 0 w 3140"/>
                <a:gd name="connsiteY3" fmla="*/ 114 h 205"/>
                <a:gd name="connsiteX4" fmla="*/ 118 w 3140"/>
                <a:gd name="connsiteY4" fmla="*/ 0 h 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0" h="205">
                  <a:moveTo>
                    <a:pt x="118" y="0"/>
                  </a:moveTo>
                  <a:lnTo>
                    <a:pt x="3140" y="69"/>
                  </a:lnTo>
                  <a:lnTo>
                    <a:pt x="3140" y="205"/>
                  </a:lnTo>
                  <a:lnTo>
                    <a:pt x="0" y="114"/>
                  </a:lnTo>
                  <a:lnTo>
                    <a:pt x="118" y="0"/>
                  </a:lnTo>
                  <a:close/>
                </a:path>
              </a:pathLst>
            </a:custGeom>
            <a:solidFill>
              <a:srgbClr val="751D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24" name="文本占位符 23"/>
          <p:cNvSpPr>
            <a:spLocks noGrp="1"/>
          </p:cNvSpPr>
          <p:nvPr>
            <p:ph type="body" sz="quarter" idx="12"/>
          </p:nvPr>
        </p:nvSpPr>
        <p:spPr>
          <a:xfrm>
            <a:off x="4889500" y="2543870"/>
            <a:ext cx="3238500" cy="887413"/>
          </a:xfrm>
        </p:spPr>
        <p:txBody>
          <a:bodyPr/>
          <a:lstStyle>
            <a:lvl1pPr algn="dist">
              <a:defRPr lang="zh-CN" altLang="en-US" sz="3600" b="1" kern="1200" smtClean="0">
                <a:solidFill>
                  <a:schemeClr val="tx1"/>
                </a:solidFill>
                <a:latin typeface="黑体" panose="02010609060101010101" charset="-122"/>
                <a:ea typeface="黑体" panose="02010609060101010101" charset="-122"/>
                <a:cs typeface="+mn-cs"/>
              </a:defRPr>
            </a:lvl1pPr>
          </a:lstStyle>
          <a:p>
            <a:pPr marL="0" lvl="0" indent="0" algn="ctr" defTabSz="685800" rtl="0" eaLnBrk="1" fontAlgn="base" latinLnBrk="0" hangingPunct="1">
              <a:lnSpc>
                <a:spcPct val="100000"/>
              </a:lnSpc>
              <a:spcBef>
                <a:spcPct val="0"/>
              </a:spcBef>
              <a:spcAft>
                <a:spcPct val="0"/>
              </a:spcAft>
              <a:buFontTx/>
              <a:buNone/>
            </a:pPr>
            <a:r>
              <a:rPr lang="zh-CN" altLang="en-US"/>
              <a:t>单击此处编辑母版文本样式</a:t>
            </a:r>
          </a:p>
        </p:txBody>
      </p:sp>
      <p:sp>
        <p:nvSpPr>
          <p:cNvPr id="26" name="文本占位符 25"/>
          <p:cNvSpPr>
            <a:spLocks noGrp="1"/>
          </p:cNvSpPr>
          <p:nvPr>
            <p:ph type="body" sz="quarter" idx="13"/>
          </p:nvPr>
        </p:nvSpPr>
        <p:spPr>
          <a:xfrm>
            <a:off x="3074990" y="436582"/>
            <a:ext cx="1601787" cy="1163637"/>
          </a:xfrm>
        </p:spPr>
        <p:txBody>
          <a:bodyPr/>
          <a:lstStyle>
            <a:lvl1pPr marL="0" indent="0" algn="l" defTabSz="685800" rtl="0" eaLnBrk="1" fontAlgn="base" latinLnBrk="0" hangingPunct="1">
              <a:lnSpc>
                <a:spcPct val="100000"/>
              </a:lnSpc>
              <a:spcBef>
                <a:spcPct val="0"/>
              </a:spcBef>
              <a:spcAft>
                <a:spcPct val="0"/>
              </a:spcAft>
              <a:buFontTx/>
              <a:buNone/>
              <a:defRPr lang="zh-CN" altLang="en-US" sz="8600" kern="1200" smtClean="0">
                <a:solidFill>
                  <a:schemeClr val="bg1"/>
                </a:solidFill>
                <a:latin typeface="黑体" panose="02010609060101010101" charset="-122"/>
                <a:ea typeface="黑体" panose="02010609060101010101" charset="-122"/>
                <a:cs typeface="+mn-cs"/>
              </a:defRPr>
            </a:lvl1pPr>
          </a:lstStyle>
          <a:p>
            <a:pPr lvl="0"/>
            <a:r>
              <a:rPr lang="zh-CN" altLang="en-US"/>
              <a:t>单击此处编辑母版文本样式</a:t>
            </a:r>
          </a:p>
        </p:txBody>
      </p:sp>
    </p:spTree>
    <p:extLst>
      <p:ext uri="{BB962C8B-B14F-4D97-AF65-F5344CB8AC3E}">
        <p14:creationId xmlns:p14="http://schemas.microsoft.com/office/powerpoint/2010/main" val="2114803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hf sldNum="0"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课件内容">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854145" y="1064124"/>
            <a:ext cx="7137400" cy="3507876"/>
          </a:xfrm>
        </p:spPr>
        <p:txBody>
          <a:bodyPr/>
          <a:lstStyle>
            <a:lvl1pPr>
              <a:lnSpc>
                <a:spcPct val="150000"/>
              </a:lnSpc>
              <a:defRPr sz="2400" b="0">
                <a:effectLst/>
                <a:latin typeface="黑体" pitchFamily="49" charset="-122"/>
                <a:ea typeface="黑体" pitchFamily="49" charset="-122"/>
              </a:defRPr>
            </a:lvl1pPr>
            <a:lvl2pPr>
              <a:lnSpc>
                <a:spcPct val="150000"/>
              </a:lnSpc>
              <a:defRPr sz="2000" b="0">
                <a:effectLst/>
                <a:latin typeface="黑体" pitchFamily="49" charset="-122"/>
                <a:ea typeface="黑体" pitchFamily="49" charset="-122"/>
              </a:defRPr>
            </a:lvl2pPr>
            <a:lvl3pPr>
              <a:lnSpc>
                <a:spcPct val="150000"/>
              </a:lnSpc>
              <a:defRPr sz="1600" b="0">
                <a:effectLst/>
                <a:latin typeface="黑体" pitchFamily="49" charset="-122"/>
                <a:ea typeface="黑体" pitchFamily="49" charset="-122"/>
              </a:defRPr>
            </a:lvl3pPr>
            <a:lvl4pPr>
              <a:lnSpc>
                <a:spcPct val="150000"/>
              </a:lnSpc>
              <a:defRPr sz="1600" b="0">
                <a:effectLst/>
                <a:latin typeface="黑体" pitchFamily="49" charset="-122"/>
                <a:ea typeface="黑体" pitchFamily="49" charset="-122"/>
              </a:defRPr>
            </a:lvl4pPr>
            <a:lvl5pPr>
              <a:lnSpc>
                <a:spcPct val="150000"/>
              </a:lnSpc>
              <a:defRPr sz="1600" b="0">
                <a:effectLst/>
                <a:latin typeface="黑体" pitchFamily="49" charset="-122"/>
                <a:ea typeface="黑体" pitchFamily="49"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矩形: 圆角 10"/>
          <p:cNvSpPr/>
          <p:nvPr userDrawn="1"/>
        </p:nvSpPr>
        <p:spPr>
          <a:xfrm>
            <a:off x="231147" y="68218"/>
            <a:ext cx="380413" cy="487308"/>
          </a:xfrm>
          <a:prstGeom prst="roundRect">
            <a:avLst>
              <a:gd name="adj" fmla="val 6270"/>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spc="300" dirty="0">
              <a:latin typeface="微软雅黑" panose="020B0503020204020204" pitchFamily="34" charset="-122"/>
              <a:ea typeface="微软雅黑" panose="020B0503020204020204" pitchFamily="34" charset="-122"/>
            </a:endParaRPr>
          </a:p>
        </p:txBody>
      </p:sp>
      <p:sp>
        <p:nvSpPr>
          <p:cNvPr id="10" name="notes-book-with-bookmark_46168"/>
          <p:cNvSpPr>
            <a:spLocks noChangeAspect="1"/>
          </p:cNvSpPr>
          <p:nvPr userDrawn="1"/>
        </p:nvSpPr>
        <p:spPr bwMode="auto">
          <a:xfrm>
            <a:off x="303209" y="164697"/>
            <a:ext cx="250423" cy="288592"/>
          </a:xfrm>
          <a:custGeom>
            <a:avLst/>
            <a:gdLst>
              <a:gd name="T0" fmla="*/ 527 w 578"/>
              <a:gd name="T1" fmla="*/ 0 h 667"/>
              <a:gd name="T2" fmla="*/ 83 w 578"/>
              <a:gd name="T3" fmla="*/ 0 h 667"/>
              <a:gd name="T4" fmla="*/ 32 w 578"/>
              <a:gd name="T5" fmla="*/ 51 h 667"/>
              <a:gd name="T6" fmla="*/ 32 w 578"/>
              <a:gd name="T7" fmla="*/ 83 h 667"/>
              <a:gd name="T8" fmla="*/ 6 w 578"/>
              <a:gd name="T9" fmla="*/ 83 h 667"/>
              <a:gd name="T10" fmla="*/ 0 w 578"/>
              <a:gd name="T11" fmla="*/ 89 h 667"/>
              <a:gd name="T12" fmla="*/ 0 w 578"/>
              <a:gd name="T13" fmla="*/ 155 h 667"/>
              <a:gd name="T14" fmla="*/ 6 w 578"/>
              <a:gd name="T15" fmla="*/ 161 h 667"/>
              <a:gd name="T16" fmla="*/ 32 w 578"/>
              <a:gd name="T17" fmla="*/ 161 h 667"/>
              <a:gd name="T18" fmla="*/ 32 w 578"/>
              <a:gd name="T19" fmla="*/ 224 h 667"/>
              <a:gd name="T20" fmla="*/ 6 w 578"/>
              <a:gd name="T21" fmla="*/ 224 h 667"/>
              <a:gd name="T22" fmla="*/ 0 w 578"/>
              <a:gd name="T23" fmla="*/ 230 h 667"/>
              <a:gd name="T24" fmla="*/ 0 w 578"/>
              <a:gd name="T25" fmla="*/ 296 h 667"/>
              <a:gd name="T26" fmla="*/ 6 w 578"/>
              <a:gd name="T27" fmla="*/ 302 h 667"/>
              <a:gd name="T28" fmla="*/ 32 w 578"/>
              <a:gd name="T29" fmla="*/ 302 h 667"/>
              <a:gd name="T30" fmla="*/ 32 w 578"/>
              <a:gd name="T31" fmla="*/ 365 h 667"/>
              <a:gd name="T32" fmla="*/ 6 w 578"/>
              <a:gd name="T33" fmla="*/ 365 h 667"/>
              <a:gd name="T34" fmla="*/ 0 w 578"/>
              <a:gd name="T35" fmla="*/ 371 h 667"/>
              <a:gd name="T36" fmla="*/ 0 w 578"/>
              <a:gd name="T37" fmla="*/ 437 h 667"/>
              <a:gd name="T38" fmla="*/ 6 w 578"/>
              <a:gd name="T39" fmla="*/ 443 h 667"/>
              <a:gd name="T40" fmla="*/ 32 w 578"/>
              <a:gd name="T41" fmla="*/ 443 h 667"/>
              <a:gd name="T42" fmla="*/ 32 w 578"/>
              <a:gd name="T43" fmla="*/ 505 h 667"/>
              <a:gd name="T44" fmla="*/ 6 w 578"/>
              <a:gd name="T45" fmla="*/ 505 h 667"/>
              <a:gd name="T46" fmla="*/ 0 w 578"/>
              <a:gd name="T47" fmla="*/ 511 h 667"/>
              <a:gd name="T48" fmla="*/ 0 w 578"/>
              <a:gd name="T49" fmla="*/ 577 h 667"/>
              <a:gd name="T50" fmla="*/ 6 w 578"/>
              <a:gd name="T51" fmla="*/ 583 h 667"/>
              <a:gd name="T52" fmla="*/ 32 w 578"/>
              <a:gd name="T53" fmla="*/ 583 h 667"/>
              <a:gd name="T54" fmla="*/ 32 w 578"/>
              <a:gd name="T55" fmla="*/ 615 h 667"/>
              <a:gd name="T56" fmla="*/ 83 w 578"/>
              <a:gd name="T57" fmla="*/ 667 h 667"/>
              <a:gd name="T58" fmla="*/ 527 w 578"/>
              <a:gd name="T59" fmla="*/ 667 h 667"/>
              <a:gd name="T60" fmla="*/ 578 w 578"/>
              <a:gd name="T61" fmla="*/ 615 h 667"/>
              <a:gd name="T62" fmla="*/ 578 w 578"/>
              <a:gd name="T63" fmla="*/ 51 h 667"/>
              <a:gd name="T64" fmla="*/ 527 w 578"/>
              <a:gd name="T65" fmla="*/ 0 h 667"/>
              <a:gd name="T66" fmla="*/ 527 w 578"/>
              <a:gd name="T67" fmla="*/ 320 h 667"/>
              <a:gd name="T68" fmla="*/ 451 w 578"/>
              <a:gd name="T69" fmla="*/ 187 h 667"/>
              <a:gd name="T70" fmla="*/ 376 w 578"/>
              <a:gd name="T71" fmla="*/ 320 h 667"/>
              <a:gd name="T72" fmla="*/ 376 w 578"/>
              <a:gd name="T73" fmla="*/ 40 h 667"/>
              <a:gd name="T74" fmla="*/ 527 w 578"/>
              <a:gd name="T75" fmla="*/ 40 h 667"/>
              <a:gd name="T76" fmla="*/ 527 w 578"/>
              <a:gd name="T77" fmla="*/ 32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8" h="667">
                <a:moveTo>
                  <a:pt x="527" y="0"/>
                </a:moveTo>
                <a:lnTo>
                  <a:pt x="83" y="0"/>
                </a:lnTo>
                <a:cubicBezTo>
                  <a:pt x="55" y="0"/>
                  <a:pt x="32" y="23"/>
                  <a:pt x="32" y="51"/>
                </a:cubicBezTo>
                <a:lnTo>
                  <a:pt x="32" y="83"/>
                </a:lnTo>
                <a:lnTo>
                  <a:pt x="6" y="83"/>
                </a:lnTo>
                <a:cubicBezTo>
                  <a:pt x="3" y="83"/>
                  <a:pt x="0" y="86"/>
                  <a:pt x="0" y="89"/>
                </a:cubicBezTo>
                <a:lnTo>
                  <a:pt x="0" y="155"/>
                </a:lnTo>
                <a:cubicBezTo>
                  <a:pt x="0" y="159"/>
                  <a:pt x="3" y="161"/>
                  <a:pt x="6" y="161"/>
                </a:cubicBezTo>
                <a:lnTo>
                  <a:pt x="32" y="161"/>
                </a:lnTo>
                <a:lnTo>
                  <a:pt x="32" y="224"/>
                </a:lnTo>
                <a:lnTo>
                  <a:pt x="6" y="224"/>
                </a:lnTo>
                <a:cubicBezTo>
                  <a:pt x="3" y="224"/>
                  <a:pt x="0" y="227"/>
                  <a:pt x="0" y="230"/>
                </a:cubicBezTo>
                <a:lnTo>
                  <a:pt x="0" y="296"/>
                </a:lnTo>
                <a:cubicBezTo>
                  <a:pt x="0" y="299"/>
                  <a:pt x="3" y="302"/>
                  <a:pt x="6" y="302"/>
                </a:cubicBezTo>
                <a:lnTo>
                  <a:pt x="32" y="302"/>
                </a:lnTo>
                <a:lnTo>
                  <a:pt x="32" y="365"/>
                </a:lnTo>
                <a:lnTo>
                  <a:pt x="6" y="365"/>
                </a:lnTo>
                <a:cubicBezTo>
                  <a:pt x="3" y="365"/>
                  <a:pt x="0" y="367"/>
                  <a:pt x="0" y="371"/>
                </a:cubicBezTo>
                <a:lnTo>
                  <a:pt x="0" y="437"/>
                </a:lnTo>
                <a:cubicBezTo>
                  <a:pt x="0" y="440"/>
                  <a:pt x="3" y="443"/>
                  <a:pt x="6" y="443"/>
                </a:cubicBezTo>
                <a:lnTo>
                  <a:pt x="32" y="443"/>
                </a:lnTo>
                <a:lnTo>
                  <a:pt x="32" y="505"/>
                </a:lnTo>
                <a:lnTo>
                  <a:pt x="6" y="505"/>
                </a:lnTo>
                <a:cubicBezTo>
                  <a:pt x="3" y="505"/>
                  <a:pt x="0" y="508"/>
                  <a:pt x="0" y="511"/>
                </a:cubicBezTo>
                <a:lnTo>
                  <a:pt x="0" y="577"/>
                </a:lnTo>
                <a:cubicBezTo>
                  <a:pt x="0" y="581"/>
                  <a:pt x="3" y="583"/>
                  <a:pt x="6" y="583"/>
                </a:cubicBezTo>
                <a:lnTo>
                  <a:pt x="32" y="583"/>
                </a:lnTo>
                <a:lnTo>
                  <a:pt x="32" y="615"/>
                </a:lnTo>
                <a:cubicBezTo>
                  <a:pt x="32" y="644"/>
                  <a:pt x="55" y="667"/>
                  <a:pt x="83" y="667"/>
                </a:cubicBezTo>
                <a:lnTo>
                  <a:pt x="527" y="667"/>
                </a:lnTo>
                <a:cubicBezTo>
                  <a:pt x="555" y="667"/>
                  <a:pt x="578" y="644"/>
                  <a:pt x="578" y="615"/>
                </a:cubicBezTo>
                <a:lnTo>
                  <a:pt x="578" y="51"/>
                </a:lnTo>
                <a:cubicBezTo>
                  <a:pt x="578" y="23"/>
                  <a:pt x="555" y="0"/>
                  <a:pt x="527" y="0"/>
                </a:cubicBezTo>
                <a:close/>
                <a:moveTo>
                  <a:pt x="527" y="320"/>
                </a:moveTo>
                <a:lnTo>
                  <a:pt x="451" y="187"/>
                </a:lnTo>
                <a:lnTo>
                  <a:pt x="376" y="320"/>
                </a:lnTo>
                <a:lnTo>
                  <a:pt x="376" y="40"/>
                </a:lnTo>
                <a:lnTo>
                  <a:pt x="527" y="40"/>
                </a:lnTo>
                <a:lnTo>
                  <a:pt x="527" y="320"/>
                </a:lnTo>
                <a:close/>
              </a:path>
            </a:pathLst>
          </a:custGeom>
          <a:solidFill>
            <a:schemeClr val="bg1"/>
          </a:solidFill>
          <a:ln>
            <a:noFill/>
          </a:ln>
        </p:spPr>
        <p:txBody>
          <a:bodyPr/>
          <a:lstStyle/>
          <a:p>
            <a:endParaRPr lang="zh-CN" altLang="en-US" dirty="0"/>
          </a:p>
        </p:txBody>
      </p:sp>
      <p:pic>
        <p:nvPicPr>
          <p:cNvPr id="11" name="图片 1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380312" y="104989"/>
            <a:ext cx="1512168" cy="348300"/>
          </a:xfrm>
          <a:prstGeom prst="rect">
            <a:avLst/>
          </a:prstGeom>
        </p:spPr>
      </p:pic>
    </p:spTree>
    <p:extLst>
      <p:ext uri="{BB962C8B-B14F-4D97-AF65-F5344CB8AC3E}">
        <p14:creationId xmlns:p14="http://schemas.microsoft.com/office/powerpoint/2010/main" val="797199621"/>
      </p:ext>
    </p:extLst>
  </p:cSld>
  <p:clrMapOvr>
    <a:masterClrMapping/>
  </p:clrMapOvr>
  <p:hf sldNum="0"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自定义版式">
    <p:spTree>
      <p:nvGrpSpPr>
        <p:cNvPr id="1" name=""/>
        <p:cNvGrpSpPr/>
        <p:nvPr/>
      </p:nvGrpSpPr>
      <p:grpSpPr>
        <a:xfrm>
          <a:off x="0" y="0"/>
          <a:ext cx="0" cy="0"/>
          <a:chOff x="0" y="0"/>
          <a:chExt cx="0" cy="0"/>
        </a:xfrm>
      </p:grpSpPr>
      <p:sp>
        <p:nvSpPr>
          <p:cNvPr id="13" name="流程图: 合并 12"/>
          <p:cNvSpPr/>
          <p:nvPr/>
        </p:nvSpPr>
        <p:spPr>
          <a:xfrm>
            <a:off x="1838756" y="2311104"/>
            <a:ext cx="529379" cy="333912"/>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32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ndParaRPr>
          </a:p>
        </p:txBody>
      </p:sp>
      <p:cxnSp>
        <p:nvCxnSpPr>
          <p:cNvPr id="11" name="直接连接符 10"/>
          <p:cNvCxnSpPr/>
          <p:nvPr/>
        </p:nvCxnSpPr>
        <p:spPr>
          <a:xfrm flipV="1">
            <a:off x="2368133" y="1661832"/>
            <a:ext cx="783688" cy="983185"/>
          </a:xfrm>
          <a:prstGeom prst="line">
            <a:avLst/>
          </a:prstGeom>
        </p:spPr>
        <p:style>
          <a:lnRef idx="1">
            <a:schemeClr val="accent4"/>
          </a:lnRef>
          <a:fillRef idx="0">
            <a:schemeClr val="accent4"/>
          </a:fillRef>
          <a:effectRef idx="0">
            <a:schemeClr val="accent4"/>
          </a:effectRef>
          <a:fontRef idx="minor">
            <a:schemeClr val="tx1"/>
          </a:fontRef>
        </p:style>
      </p:cxnSp>
      <p:sp>
        <p:nvSpPr>
          <p:cNvPr id="14" name="文本占位符 31"/>
          <p:cNvSpPr>
            <a:spLocks noGrp="1"/>
          </p:cNvSpPr>
          <p:nvPr>
            <p:ph type="body" sz="quarter" idx="10" hasCustomPrompt="1"/>
          </p:nvPr>
        </p:nvSpPr>
        <p:spPr>
          <a:xfrm>
            <a:off x="3261152" y="1794391"/>
            <a:ext cx="3457701" cy="800930"/>
          </a:xfrm>
        </p:spPr>
        <p:txBody>
          <a:bodyPr/>
          <a:lstStyle>
            <a:lvl1pPr marL="0" indent="0" algn="ctr" defTabSz="685800" rtl="0" eaLnBrk="1" fontAlgn="base" latinLnBrk="0" hangingPunct="1">
              <a:lnSpc>
                <a:spcPct val="100000"/>
              </a:lnSpc>
              <a:spcBef>
                <a:spcPct val="0"/>
              </a:spcBef>
              <a:spcAft>
                <a:spcPct val="0"/>
              </a:spcAft>
              <a:buFontTx/>
              <a:buNone/>
              <a:defRPr lang="zh-CN" altLang="en-US" sz="3600" b="1" kern="1200" spc="300">
                <a:gradFill>
                  <a:gsLst>
                    <a:gs pos="0">
                      <a:srgbClr val="CC66FF"/>
                    </a:gs>
                    <a:gs pos="14000">
                      <a:srgbClr val="9628A0">
                        <a:shade val="67500"/>
                        <a:satMod val="115000"/>
                      </a:srgbClr>
                    </a:gs>
                    <a:gs pos="69000">
                      <a:srgbClr val="751D74"/>
                    </a:gs>
                    <a:gs pos="100000">
                      <a:srgbClr val="CC66FF"/>
                    </a:gs>
                  </a:gsLst>
                  <a:path path="circle">
                    <a:fillToRect t="100000" r="100000"/>
                  </a:path>
                </a:gradFill>
                <a:effectLst>
                  <a:outerShdw blurRad="50800" dist="38100" algn="l"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编辑二级标题</a:t>
            </a:r>
          </a:p>
        </p:txBody>
      </p:sp>
      <p:pic>
        <p:nvPicPr>
          <p:cNvPr id="15" name="图片 3" descr="1010-04"/>
          <p:cNvPicPr>
            <a:picLocks noChangeAspect="1"/>
          </p:cNvPicPr>
          <p:nvPr/>
        </p:nvPicPr>
        <p:blipFill rotWithShape="1">
          <a:blip r:embed="rId2" cstate="email"/>
          <a:srcRect/>
          <a:stretch>
            <a:fillRect/>
          </a:stretch>
        </p:blipFill>
        <p:spPr>
          <a:xfrm>
            <a:off x="320280" y="7419"/>
            <a:ext cx="1974056" cy="715618"/>
          </a:xfrm>
          <a:prstGeom prst="rect">
            <a:avLst/>
          </a:prstGeom>
          <a:noFill/>
          <a:ln w="9525">
            <a:noFill/>
          </a:ln>
        </p:spPr>
      </p:pic>
      <p:pic>
        <p:nvPicPr>
          <p:cNvPr id="16" name="图片 4" descr="1010-04"/>
          <p:cNvPicPr>
            <a:picLocks noChangeAspect="1"/>
          </p:cNvPicPr>
          <p:nvPr/>
        </p:nvPicPr>
        <p:blipFill rotWithShape="1">
          <a:blip r:embed="rId3" cstate="email"/>
          <a:srcRect/>
          <a:stretch>
            <a:fillRect/>
          </a:stretch>
        </p:blipFill>
        <p:spPr>
          <a:xfrm rot="10800000">
            <a:off x="6881814" y="4419204"/>
            <a:ext cx="2022872" cy="730526"/>
          </a:xfrm>
          <a:prstGeom prst="rect">
            <a:avLst/>
          </a:prstGeom>
          <a:noFill/>
          <a:ln w="9525">
            <a:noFill/>
          </a:ln>
        </p:spPr>
      </p:pic>
      <p:pic>
        <p:nvPicPr>
          <p:cNvPr id="17" name="图片 16" descr="标准-02"/>
          <p:cNvPicPr>
            <a:picLocks noChangeAspect="1"/>
          </p:cNvPicPr>
          <p:nvPr/>
        </p:nvPicPr>
        <p:blipFill>
          <a:blip r:embed="rId4" cstate="email"/>
          <a:stretch>
            <a:fillRect/>
          </a:stretch>
        </p:blipFill>
        <p:spPr>
          <a:xfrm>
            <a:off x="142858" y="4309955"/>
            <a:ext cx="3130153" cy="826294"/>
          </a:xfrm>
          <a:prstGeom prst="rect">
            <a:avLst/>
          </a:prstGeom>
          <a:noFill/>
          <a:ln w="9525">
            <a:noFill/>
          </a:ln>
        </p:spPr>
      </p:pic>
      <p:sp>
        <p:nvSpPr>
          <p:cNvPr id="20" name="文本占位符 19"/>
          <p:cNvSpPr>
            <a:spLocks noGrp="1"/>
          </p:cNvSpPr>
          <p:nvPr>
            <p:ph type="body" sz="quarter" idx="11"/>
          </p:nvPr>
        </p:nvSpPr>
        <p:spPr>
          <a:xfrm>
            <a:off x="1794475" y="1677648"/>
            <a:ext cx="863600" cy="769937"/>
          </a:xfrm>
        </p:spPr>
        <p:txBody>
          <a:bodyPr/>
          <a:lstStyle>
            <a:lvl1pPr marL="0" indent="0" algn="l" defTabSz="685800" rtl="0" eaLnBrk="1" fontAlgn="base" latinLnBrk="0" hangingPunct="1">
              <a:lnSpc>
                <a:spcPct val="100000"/>
              </a:lnSpc>
              <a:spcBef>
                <a:spcPct val="0"/>
              </a:spcBef>
              <a:spcAft>
                <a:spcPct val="0"/>
              </a:spcAft>
              <a:buFontTx/>
              <a:buNone/>
              <a:defRPr lang="zh-CN" altLang="en-US" sz="3600" b="1" kern="1200" smtClean="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latin typeface="黑体" panose="02010609060101010101" charset="-122"/>
                <a:ea typeface="黑体" panose="02010609060101010101" charset="-122"/>
                <a:cs typeface="+mn-cs"/>
              </a:defRPr>
            </a:lvl1pPr>
          </a:lstStyle>
          <a:p>
            <a:pPr lvl="0"/>
            <a:r>
              <a:rPr lang="zh-CN" altLang="en-US"/>
              <a:t>单击此处编辑母版文本样式</a:t>
            </a:r>
          </a:p>
        </p:txBody>
      </p:sp>
    </p:spTree>
    <p:extLst>
      <p:ext uri="{BB962C8B-B14F-4D97-AF65-F5344CB8AC3E}">
        <p14:creationId xmlns:p14="http://schemas.microsoft.com/office/powerpoint/2010/main" val="1413653152"/>
      </p:ext>
    </p:extLst>
  </p:cSld>
  <p:clrMapOvr>
    <a:masterClrMapping/>
  </p:clrMapOvr>
  <p:hf sldNum="0" hdr="0" ftr="0" dt="0"/>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章节目录1">
    <p:spTree>
      <p:nvGrpSpPr>
        <p:cNvPr id="1" name=""/>
        <p:cNvGrpSpPr/>
        <p:nvPr/>
      </p:nvGrpSpPr>
      <p:grpSpPr>
        <a:xfrm>
          <a:off x="0" y="0"/>
          <a:ext cx="0" cy="0"/>
          <a:chOff x="0" y="0"/>
          <a:chExt cx="0" cy="0"/>
        </a:xfrm>
      </p:grpSpPr>
      <p:grpSp>
        <p:nvGrpSpPr>
          <p:cNvPr id="6" name="组合 5"/>
          <p:cNvGrpSpPr/>
          <p:nvPr/>
        </p:nvGrpSpPr>
        <p:grpSpPr>
          <a:xfrm>
            <a:off x="4366189" y="1547276"/>
            <a:ext cx="704394" cy="542099"/>
            <a:chOff x="9827" y="2189"/>
            <a:chExt cx="1478" cy="1137"/>
          </a:xfrm>
        </p:grpSpPr>
        <p:grpSp>
          <p:nvGrpSpPr>
            <p:cNvPr id="7" name="组合 15"/>
            <p:cNvGrpSpPr/>
            <p:nvPr/>
          </p:nvGrpSpPr>
          <p:grpSpPr>
            <a:xfrm>
              <a:off x="9827" y="2189"/>
              <a:ext cx="1380" cy="1137"/>
              <a:chOff x="9827" y="2189"/>
              <a:chExt cx="1380" cy="1137"/>
            </a:xfrm>
          </p:grpSpPr>
          <p:sp>
            <p:nvSpPr>
              <p:cNvPr id="9" name="文本框 5"/>
              <p:cNvSpPr txBox="1"/>
              <p:nvPr/>
            </p:nvSpPr>
            <p:spPr>
              <a:xfrm>
                <a:off x="9827" y="2189"/>
                <a:ext cx="1380" cy="968"/>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01</a:t>
                </a:r>
              </a:p>
            </p:txBody>
          </p:sp>
          <p:sp>
            <p:nvSpPr>
              <p:cNvPr id="10" name="流程图: 合并 9"/>
              <p:cNvSpPr/>
              <p:nvPr/>
            </p:nvSpPr>
            <p:spPr>
              <a:xfrm>
                <a:off x="10040" y="3056"/>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grpSp>
        <p:cxnSp>
          <p:nvCxnSpPr>
            <p:cNvPr id="8" name="直接连接符 7"/>
            <p:cNvCxnSpPr/>
            <p:nvPr/>
          </p:nvCxnSpPr>
          <p:spPr>
            <a:xfrm flipV="1">
              <a:off x="10550" y="241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2" name="组合 11"/>
          <p:cNvGrpSpPr/>
          <p:nvPr/>
        </p:nvGrpSpPr>
        <p:grpSpPr>
          <a:xfrm>
            <a:off x="4352370" y="2302179"/>
            <a:ext cx="718215" cy="546733"/>
            <a:chOff x="9798" y="3774"/>
            <a:chExt cx="1507" cy="1148"/>
          </a:xfrm>
        </p:grpSpPr>
        <p:sp>
          <p:nvSpPr>
            <p:cNvPr id="13" name="文本框 12"/>
            <p:cNvSpPr txBox="1"/>
            <p:nvPr/>
          </p:nvSpPr>
          <p:spPr>
            <a:xfrm>
              <a:off x="9798" y="3774"/>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02</a:t>
              </a:r>
            </a:p>
          </p:txBody>
        </p:sp>
        <p:sp>
          <p:nvSpPr>
            <p:cNvPr id="14" name="流程图: 合并 13"/>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cxnSp>
          <p:nvCxnSpPr>
            <p:cNvPr id="15" name="直接连接符 14"/>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7" name="组合 16"/>
          <p:cNvGrpSpPr/>
          <p:nvPr/>
        </p:nvGrpSpPr>
        <p:grpSpPr>
          <a:xfrm>
            <a:off x="4366189" y="3118948"/>
            <a:ext cx="704394" cy="532922"/>
            <a:chOff x="9827" y="5489"/>
            <a:chExt cx="1478" cy="1119"/>
          </a:xfrm>
        </p:grpSpPr>
        <p:sp>
          <p:nvSpPr>
            <p:cNvPr id="18" name="文本框 22"/>
            <p:cNvSpPr txBox="1"/>
            <p:nvPr/>
          </p:nvSpPr>
          <p:spPr>
            <a:xfrm>
              <a:off x="9827"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03</a:t>
              </a:r>
            </a:p>
          </p:txBody>
        </p:sp>
        <p:sp>
          <p:nvSpPr>
            <p:cNvPr id="19" name="流程图: 合并 18"/>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cxnSp>
          <p:nvCxnSpPr>
            <p:cNvPr id="20" name="直接连接符 19"/>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27" name="组合 12"/>
          <p:cNvGrpSpPr/>
          <p:nvPr/>
        </p:nvGrpSpPr>
        <p:grpSpPr>
          <a:xfrm>
            <a:off x="3638556" y="-445293"/>
            <a:ext cx="222647" cy="6025754"/>
            <a:chOff x="8027" y="-943"/>
            <a:chExt cx="467" cy="12652"/>
          </a:xfrm>
        </p:grpSpPr>
        <p:sp>
          <p:nvSpPr>
            <p:cNvPr id="28" name="任意多边形 27"/>
            <p:cNvSpPr/>
            <p:nvPr/>
          </p:nvSpPr>
          <p:spPr>
            <a:xfrm rot="18480000">
              <a:off x="4603" y="2515"/>
              <a:ext cx="7345" cy="427"/>
            </a:xfrm>
            <a:custGeom>
              <a:avLst/>
              <a:gdLst>
                <a:gd name="connsiteX0" fmla="*/ 70 w 7345"/>
                <a:gd name="connsiteY0" fmla="*/ 0 h 427"/>
                <a:gd name="connsiteX1" fmla="*/ 6989 w 7345"/>
                <a:gd name="connsiteY1" fmla="*/ 3 h 427"/>
                <a:gd name="connsiteX2" fmla="*/ 7345 w 7345"/>
                <a:gd name="connsiteY2" fmla="*/ 427 h 427"/>
                <a:gd name="connsiteX3" fmla="*/ 0 w 7345"/>
                <a:gd name="connsiteY3" fmla="*/ 398 h 427"/>
                <a:gd name="connsiteX4" fmla="*/ 70 w 7345"/>
                <a:gd name="connsiteY4" fmla="*/ 0 h 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5" h="427">
                  <a:moveTo>
                    <a:pt x="70" y="0"/>
                  </a:moveTo>
                  <a:lnTo>
                    <a:pt x="6989" y="3"/>
                  </a:lnTo>
                  <a:lnTo>
                    <a:pt x="7345" y="427"/>
                  </a:lnTo>
                  <a:lnTo>
                    <a:pt x="0" y="398"/>
                  </a:lnTo>
                  <a:lnTo>
                    <a:pt x="70"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29" name="任意多边形 28"/>
            <p:cNvSpPr/>
            <p:nvPr/>
          </p:nvSpPr>
          <p:spPr>
            <a:xfrm rot="3120000" flipV="1">
              <a:off x="4603" y="7867"/>
              <a:ext cx="7255" cy="419"/>
            </a:xfrm>
            <a:custGeom>
              <a:avLst/>
              <a:gdLst>
                <a:gd name="connsiteX0" fmla="*/ 175 w 7255"/>
                <a:gd name="connsiteY0" fmla="*/ 0 h 419"/>
                <a:gd name="connsiteX1" fmla="*/ 6942 w 7255"/>
                <a:gd name="connsiteY1" fmla="*/ 3 h 419"/>
                <a:gd name="connsiteX2" fmla="*/ 7255 w 7255"/>
                <a:gd name="connsiteY2" fmla="*/ 419 h 419"/>
                <a:gd name="connsiteX3" fmla="*/ 0 w 7255"/>
                <a:gd name="connsiteY3" fmla="*/ 416 h 419"/>
                <a:gd name="connsiteX4" fmla="*/ 175 w 7255"/>
                <a:gd name="connsiteY4" fmla="*/ 0 h 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5" h="419">
                  <a:moveTo>
                    <a:pt x="175" y="0"/>
                  </a:moveTo>
                  <a:lnTo>
                    <a:pt x="6942" y="3"/>
                  </a:lnTo>
                  <a:lnTo>
                    <a:pt x="7255" y="419"/>
                  </a:lnTo>
                  <a:lnTo>
                    <a:pt x="0" y="416"/>
                  </a:lnTo>
                  <a:lnTo>
                    <a:pt x="175"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30" name="矩形 29"/>
          <p:cNvSpPr/>
          <p:nvPr/>
        </p:nvSpPr>
        <p:spPr>
          <a:xfrm>
            <a:off x="349734" y="2004272"/>
            <a:ext cx="2040176" cy="1084912"/>
          </a:xfrm>
          <a:prstGeom prst="rect">
            <a:avLst/>
          </a:prstGeom>
          <a:noFill/>
        </p:spPr>
        <p:txBody>
          <a:bodyPr wrap="square" lIns="68580" tIns="34290" rIns="68580" bIns="3429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zh-CN" altLang="en-US" sz="6600"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rPr>
              <a:t>目录</a:t>
            </a:r>
            <a:endParaRPr lang="zh-CN" altLang="en-US" sz="6600" cap="none"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endParaRPr>
          </a:p>
        </p:txBody>
      </p:sp>
      <p:sp>
        <p:nvSpPr>
          <p:cNvPr id="32" name="文本占位符 31"/>
          <p:cNvSpPr>
            <a:spLocks noGrp="1"/>
          </p:cNvSpPr>
          <p:nvPr>
            <p:ph type="body" sz="quarter" idx="10"/>
          </p:nvPr>
        </p:nvSpPr>
        <p:spPr>
          <a:xfrm>
            <a:off x="5112968" y="1651766"/>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3" name="文本占位符 31"/>
          <p:cNvSpPr>
            <a:spLocks noGrp="1"/>
          </p:cNvSpPr>
          <p:nvPr>
            <p:ph type="body" sz="quarter" idx="11"/>
          </p:nvPr>
        </p:nvSpPr>
        <p:spPr>
          <a:xfrm>
            <a:off x="5108000" y="2471735"/>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4" name="文本占位符 31"/>
          <p:cNvSpPr>
            <a:spLocks noGrp="1"/>
          </p:cNvSpPr>
          <p:nvPr>
            <p:ph type="body" sz="quarter" idx="12"/>
          </p:nvPr>
        </p:nvSpPr>
        <p:spPr>
          <a:xfrm>
            <a:off x="5117939" y="3246975"/>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xEl>
                                              <p:pRg st="0" end="0"/>
                                            </p:txEl>
                                          </p:spTgt>
                                        </p:tgtEl>
                                        <p:attrNameLst>
                                          <p:attrName>style.visibility</p:attrName>
                                        </p:attrNameLst>
                                      </p:cBhvr>
                                      <p:to>
                                        <p:strVal val="visible"/>
                                      </p:to>
                                    </p:set>
                                    <p:animEffect transition="in" filter="fade">
                                      <p:cBhvr>
                                        <p:cTn id="10" dur="500"/>
                                        <p:tgtEl>
                                          <p:spTgt spid="32">
                                            <p:txEl>
                                              <p:pRg st="0" end="0"/>
                                            </p:txEl>
                                          </p:spTgt>
                                        </p:tgtEl>
                                      </p:cBhvr>
                                    </p:animEffect>
                                  </p:childTnLst>
                                </p:cTn>
                              </p:par>
                            </p:childTnLst>
                          </p:cTn>
                        </p:par>
                        <p:par>
                          <p:cTn id="11" fill="hold">
                            <p:stCondLst>
                              <p:cond delay="500"/>
                            </p:stCondLst>
                            <p:childTnLst>
                              <p:par>
                                <p:cTn id="12" presetID="5" presetClass="entr" presetSubtype="1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checkerboard(across)">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Effect transition="in" filter="fade">
                                      <p:cBhvr>
                                        <p:cTn id="17" dur="500"/>
                                        <p:tgtEl>
                                          <p:spTgt spid="33">
                                            <p:txEl>
                                              <p:pRg st="0" end="0"/>
                                            </p:txEl>
                                          </p:spTgt>
                                        </p:tgtEl>
                                      </p:cBhvr>
                                    </p:animEffect>
                                  </p:childTnLst>
                                </p:cTn>
                              </p:par>
                            </p:childTnLst>
                          </p:cTn>
                        </p:par>
                        <p:par>
                          <p:cTn id="18" fill="hold">
                            <p:stCondLst>
                              <p:cond delay="1000"/>
                            </p:stCondLst>
                            <p:childTnLst>
                              <p:par>
                                <p:cTn id="19" presetID="5" presetClass="entr" presetSubtype="10"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heckerboard(across)">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fade">
                                      <p:cBhvr>
                                        <p:cTn id="24" dur="500"/>
                                        <p:tgtEl>
                                          <p:spTgt spid="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Lst>
  </p:timing>
  <p:hf sldNum="0" hdr="0" ftr="0" dt="0"/>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章节目录1">
    <p:spTree>
      <p:nvGrpSpPr>
        <p:cNvPr id="1" name=""/>
        <p:cNvGrpSpPr/>
        <p:nvPr/>
      </p:nvGrpSpPr>
      <p:grpSpPr>
        <a:xfrm>
          <a:off x="0" y="0"/>
          <a:ext cx="0" cy="0"/>
          <a:chOff x="0" y="0"/>
          <a:chExt cx="0" cy="0"/>
        </a:xfrm>
      </p:grpSpPr>
      <p:grpSp>
        <p:nvGrpSpPr>
          <p:cNvPr id="6" name="组合 5"/>
          <p:cNvGrpSpPr/>
          <p:nvPr/>
        </p:nvGrpSpPr>
        <p:grpSpPr>
          <a:xfrm>
            <a:off x="4366189" y="1131590"/>
            <a:ext cx="704394" cy="542099"/>
            <a:chOff x="9827" y="2189"/>
            <a:chExt cx="1478" cy="1137"/>
          </a:xfrm>
        </p:grpSpPr>
        <p:grpSp>
          <p:nvGrpSpPr>
            <p:cNvPr id="7" name="组合 15"/>
            <p:cNvGrpSpPr/>
            <p:nvPr/>
          </p:nvGrpSpPr>
          <p:grpSpPr>
            <a:xfrm>
              <a:off x="9827" y="2189"/>
              <a:ext cx="1380" cy="1137"/>
              <a:chOff x="9827" y="2189"/>
              <a:chExt cx="1380" cy="1137"/>
            </a:xfrm>
          </p:grpSpPr>
          <p:sp>
            <p:nvSpPr>
              <p:cNvPr id="9" name="文本框 5"/>
              <p:cNvSpPr txBox="1"/>
              <p:nvPr/>
            </p:nvSpPr>
            <p:spPr>
              <a:xfrm>
                <a:off x="9827" y="2189"/>
                <a:ext cx="1380" cy="968"/>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01</a:t>
                </a:r>
              </a:p>
            </p:txBody>
          </p:sp>
          <p:sp>
            <p:nvSpPr>
              <p:cNvPr id="10" name="流程图: 合并 9"/>
              <p:cNvSpPr/>
              <p:nvPr/>
            </p:nvSpPr>
            <p:spPr>
              <a:xfrm>
                <a:off x="10040" y="3056"/>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grpSp>
        <p:cxnSp>
          <p:nvCxnSpPr>
            <p:cNvPr id="8" name="直接连接符 7"/>
            <p:cNvCxnSpPr/>
            <p:nvPr/>
          </p:nvCxnSpPr>
          <p:spPr>
            <a:xfrm flipV="1">
              <a:off x="10550" y="241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2" name="组合 11"/>
          <p:cNvGrpSpPr/>
          <p:nvPr/>
        </p:nvGrpSpPr>
        <p:grpSpPr>
          <a:xfrm>
            <a:off x="4352370" y="1886493"/>
            <a:ext cx="718215" cy="546733"/>
            <a:chOff x="9798" y="3774"/>
            <a:chExt cx="1507" cy="1148"/>
          </a:xfrm>
        </p:grpSpPr>
        <p:sp>
          <p:nvSpPr>
            <p:cNvPr id="13" name="文本框 12"/>
            <p:cNvSpPr txBox="1"/>
            <p:nvPr/>
          </p:nvSpPr>
          <p:spPr>
            <a:xfrm>
              <a:off x="9798" y="3774"/>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02</a:t>
              </a:r>
            </a:p>
          </p:txBody>
        </p:sp>
        <p:sp>
          <p:nvSpPr>
            <p:cNvPr id="14" name="流程图: 合并 13"/>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cxnSp>
          <p:nvCxnSpPr>
            <p:cNvPr id="15" name="直接连接符 14"/>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7" name="组合 16"/>
          <p:cNvGrpSpPr/>
          <p:nvPr/>
        </p:nvGrpSpPr>
        <p:grpSpPr>
          <a:xfrm>
            <a:off x="4366189" y="2703262"/>
            <a:ext cx="704394" cy="532922"/>
            <a:chOff x="9827" y="5489"/>
            <a:chExt cx="1478" cy="1119"/>
          </a:xfrm>
        </p:grpSpPr>
        <p:sp>
          <p:nvSpPr>
            <p:cNvPr id="18" name="文本框 22"/>
            <p:cNvSpPr txBox="1"/>
            <p:nvPr/>
          </p:nvSpPr>
          <p:spPr>
            <a:xfrm>
              <a:off x="9827"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03</a:t>
              </a:r>
            </a:p>
          </p:txBody>
        </p:sp>
        <p:sp>
          <p:nvSpPr>
            <p:cNvPr id="19" name="流程图: 合并 18"/>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cxnSp>
          <p:nvCxnSpPr>
            <p:cNvPr id="20" name="直接连接符 19"/>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27" name="组合 12"/>
          <p:cNvGrpSpPr/>
          <p:nvPr/>
        </p:nvGrpSpPr>
        <p:grpSpPr>
          <a:xfrm>
            <a:off x="3638556" y="-445293"/>
            <a:ext cx="222647" cy="6025754"/>
            <a:chOff x="8027" y="-943"/>
            <a:chExt cx="467" cy="12652"/>
          </a:xfrm>
        </p:grpSpPr>
        <p:sp>
          <p:nvSpPr>
            <p:cNvPr id="28" name="任意多边形 27"/>
            <p:cNvSpPr/>
            <p:nvPr/>
          </p:nvSpPr>
          <p:spPr>
            <a:xfrm rot="18480000">
              <a:off x="4603" y="2515"/>
              <a:ext cx="7345" cy="427"/>
            </a:xfrm>
            <a:custGeom>
              <a:avLst/>
              <a:gdLst>
                <a:gd name="connsiteX0" fmla="*/ 70 w 7345"/>
                <a:gd name="connsiteY0" fmla="*/ 0 h 427"/>
                <a:gd name="connsiteX1" fmla="*/ 6989 w 7345"/>
                <a:gd name="connsiteY1" fmla="*/ 3 h 427"/>
                <a:gd name="connsiteX2" fmla="*/ 7345 w 7345"/>
                <a:gd name="connsiteY2" fmla="*/ 427 h 427"/>
                <a:gd name="connsiteX3" fmla="*/ 0 w 7345"/>
                <a:gd name="connsiteY3" fmla="*/ 398 h 427"/>
                <a:gd name="connsiteX4" fmla="*/ 70 w 7345"/>
                <a:gd name="connsiteY4" fmla="*/ 0 h 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5" h="427">
                  <a:moveTo>
                    <a:pt x="70" y="0"/>
                  </a:moveTo>
                  <a:lnTo>
                    <a:pt x="6989" y="3"/>
                  </a:lnTo>
                  <a:lnTo>
                    <a:pt x="7345" y="427"/>
                  </a:lnTo>
                  <a:lnTo>
                    <a:pt x="0" y="398"/>
                  </a:lnTo>
                  <a:lnTo>
                    <a:pt x="70"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29" name="任意多边形 28"/>
            <p:cNvSpPr/>
            <p:nvPr/>
          </p:nvSpPr>
          <p:spPr>
            <a:xfrm rot="3120000" flipV="1">
              <a:off x="4603" y="7867"/>
              <a:ext cx="7255" cy="419"/>
            </a:xfrm>
            <a:custGeom>
              <a:avLst/>
              <a:gdLst>
                <a:gd name="connsiteX0" fmla="*/ 175 w 7255"/>
                <a:gd name="connsiteY0" fmla="*/ 0 h 419"/>
                <a:gd name="connsiteX1" fmla="*/ 6942 w 7255"/>
                <a:gd name="connsiteY1" fmla="*/ 3 h 419"/>
                <a:gd name="connsiteX2" fmla="*/ 7255 w 7255"/>
                <a:gd name="connsiteY2" fmla="*/ 419 h 419"/>
                <a:gd name="connsiteX3" fmla="*/ 0 w 7255"/>
                <a:gd name="connsiteY3" fmla="*/ 416 h 419"/>
                <a:gd name="connsiteX4" fmla="*/ 175 w 7255"/>
                <a:gd name="connsiteY4" fmla="*/ 0 h 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5" h="419">
                  <a:moveTo>
                    <a:pt x="175" y="0"/>
                  </a:moveTo>
                  <a:lnTo>
                    <a:pt x="6942" y="3"/>
                  </a:lnTo>
                  <a:lnTo>
                    <a:pt x="7255" y="419"/>
                  </a:lnTo>
                  <a:lnTo>
                    <a:pt x="0" y="416"/>
                  </a:lnTo>
                  <a:lnTo>
                    <a:pt x="175"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30" name="矩形 29"/>
          <p:cNvSpPr/>
          <p:nvPr/>
        </p:nvSpPr>
        <p:spPr>
          <a:xfrm>
            <a:off x="349734" y="2004272"/>
            <a:ext cx="2040176" cy="1084912"/>
          </a:xfrm>
          <a:prstGeom prst="rect">
            <a:avLst/>
          </a:prstGeom>
          <a:noFill/>
        </p:spPr>
        <p:txBody>
          <a:bodyPr wrap="square" lIns="68580" tIns="34290" rIns="68580" bIns="3429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zh-CN" altLang="en-US" sz="6600"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rPr>
              <a:t>目录</a:t>
            </a:r>
            <a:endParaRPr lang="zh-CN" altLang="en-US" sz="6600" cap="none"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endParaRPr>
          </a:p>
        </p:txBody>
      </p:sp>
      <p:sp>
        <p:nvSpPr>
          <p:cNvPr id="32" name="文本占位符 31"/>
          <p:cNvSpPr>
            <a:spLocks noGrp="1"/>
          </p:cNvSpPr>
          <p:nvPr>
            <p:ph type="body" sz="quarter" idx="10"/>
          </p:nvPr>
        </p:nvSpPr>
        <p:spPr>
          <a:xfrm>
            <a:off x="5112968" y="1236080"/>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3" name="文本占位符 31"/>
          <p:cNvSpPr>
            <a:spLocks noGrp="1"/>
          </p:cNvSpPr>
          <p:nvPr>
            <p:ph type="body" sz="quarter" idx="11"/>
          </p:nvPr>
        </p:nvSpPr>
        <p:spPr>
          <a:xfrm>
            <a:off x="5108000" y="2056049"/>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4" name="文本占位符 31"/>
          <p:cNvSpPr>
            <a:spLocks noGrp="1"/>
          </p:cNvSpPr>
          <p:nvPr>
            <p:ph type="body" sz="quarter" idx="12"/>
          </p:nvPr>
        </p:nvSpPr>
        <p:spPr>
          <a:xfrm>
            <a:off x="5117939" y="2831289"/>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22" name="组合 21">
            <a:extLst>
              <a:ext uri="{FF2B5EF4-FFF2-40B4-BE49-F238E27FC236}">
                <a16:creationId xmlns:a16="http://schemas.microsoft.com/office/drawing/2014/main" id="{5DA632AF-FE91-4930-A44D-6FEC32FE2A48}"/>
              </a:ext>
            </a:extLst>
          </p:cNvPr>
          <p:cNvGrpSpPr/>
          <p:nvPr userDrawn="1"/>
        </p:nvGrpSpPr>
        <p:grpSpPr>
          <a:xfrm>
            <a:off x="4355976" y="3478988"/>
            <a:ext cx="704394" cy="532922"/>
            <a:chOff x="9827" y="5489"/>
            <a:chExt cx="1478" cy="1119"/>
          </a:xfrm>
        </p:grpSpPr>
        <p:sp>
          <p:nvSpPr>
            <p:cNvPr id="23" name="文本框 22">
              <a:extLst>
                <a:ext uri="{FF2B5EF4-FFF2-40B4-BE49-F238E27FC236}">
                  <a16:creationId xmlns:a16="http://schemas.microsoft.com/office/drawing/2014/main" id="{77E6B527-9D14-41F1-A900-2DCA89DC2265}"/>
                </a:ext>
              </a:extLst>
            </p:cNvPr>
            <p:cNvSpPr txBox="1"/>
            <p:nvPr/>
          </p:nvSpPr>
          <p:spPr>
            <a:xfrm>
              <a:off x="9827" y="5489"/>
              <a:ext cx="1380" cy="969"/>
            </a:xfrm>
            <a:prstGeom prst="rect">
              <a:avLst/>
            </a:prstGeom>
            <a:noFill/>
            <a:ln w="9525">
              <a:noFill/>
            </a:ln>
          </p:spPr>
          <p:txBody>
            <a:bodyPr wrap="square" anchor="t">
              <a:spAutoFit/>
            </a:bodyPr>
            <a:lstStyle/>
            <a:p>
              <a:r>
                <a:rPr lang="en-US" altLang="zh-CN" sz="2400" b="1" dirty="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rPr>
                <a:t>04</a:t>
              </a:r>
            </a:p>
          </p:txBody>
        </p:sp>
        <p:sp>
          <p:nvSpPr>
            <p:cNvPr id="24" name="流程图: 合并 23">
              <a:extLst>
                <a:ext uri="{FF2B5EF4-FFF2-40B4-BE49-F238E27FC236}">
                  <a16:creationId xmlns:a16="http://schemas.microsoft.com/office/drawing/2014/main" id="{0FA8AACC-20C1-4EDE-A9B1-8C029806702C}"/>
                </a:ext>
              </a:extLst>
            </p:cNvPr>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endParaRPr>
            </a:p>
          </p:txBody>
        </p:sp>
        <p:cxnSp>
          <p:nvCxnSpPr>
            <p:cNvPr id="25" name="直接连接符 24">
              <a:extLst>
                <a:ext uri="{FF2B5EF4-FFF2-40B4-BE49-F238E27FC236}">
                  <a16:creationId xmlns:a16="http://schemas.microsoft.com/office/drawing/2014/main" id="{09895A68-15B4-4078-9C5D-8816B98B0187}"/>
                </a:ext>
              </a:extLst>
            </p:cNvPr>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26" name="文本占位符 31">
            <a:extLst>
              <a:ext uri="{FF2B5EF4-FFF2-40B4-BE49-F238E27FC236}">
                <a16:creationId xmlns:a16="http://schemas.microsoft.com/office/drawing/2014/main" id="{FDE4AA09-0E54-4CF6-B571-CE70554A5927}"/>
              </a:ext>
            </a:extLst>
          </p:cNvPr>
          <p:cNvSpPr>
            <a:spLocks noGrp="1"/>
          </p:cNvSpPr>
          <p:nvPr>
            <p:ph type="body" sz="quarter" idx="13"/>
          </p:nvPr>
        </p:nvSpPr>
        <p:spPr>
          <a:xfrm>
            <a:off x="5107726" y="3607015"/>
            <a:ext cx="3207190" cy="382299"/>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38100" dist="38100" dir="2700000" algn="tl">
                    <a:srgbClr val="000000">
                      <a:alpha val="43137"/>
                    </a:srgb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Tree>
    <p:extLst>
      <p:ext uri="{BB962C8B-B14F-4D97-AF65-F5344CB8AC3E}">
        <p14:creationId xmlns:p14="http://schemas.microsoft.com/office/powerpoint/2010/main" val="1692095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xEl>
                                              <p:pRg st="0" end="0"/>
                                            </p:txEl>
                                          </p:spTgt>
                                        </p:tgtEl>
                                        <p:attrNameLst>
                                          <p:attrName>style.visibility</p:attrName>
                                        </p:attrNameLst>
                                      </p:cBhvr>
                                      <p:to>
                                        <p:strVal val="visible"/>
                                      </p:to>
                                    </p:set>
                                    <p:animEffect transition="in" filter="fade">
                                      <p:cBhvr>
                                        <p:cTn id="10" dur="500"/>
                                        <p:tgtEl>
                                          <p:spTgt spid="32">
                                            <p:txEl>
                                              <p:pRg st="0" end="0"/>
                                            </p:txEl>
                                          </p:spTgt>
                                        </p:tgtEl>
                                      </p:cBhvr>
                                    </p:animEffect>
                                  </p:childTnLst>
                                </p:cTn>
                              </p:par>
                            </p:childTnLst>
                          </p:cTn>
                        </p:par>
                        <p:par>
                          <p:cTn id="11" fill="hold">
                            <p:stCondLst>
                              <p:cond delay="500"/>
                            </p:stCondLst>
                            <p:childTnLst>
                              <p:par>
                                <p:cTn id="12" presetID="5" presetClass="entr" presetSubtype="1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checkerboard(across)">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Effect transition="in" filter="fade">
                                      <p:cBhvr>
                                        <p:cTn id="17" dur="500"/>
                                        <p:tgtEl>
                                          <p:spTgt spid="33">
                                            <p:txEl>
                                              <p:pRg st="0" end="0"/>
                                            </p:txEl>
                                          </p:spTgt>
                                        </p:tgtEl>
                                      </p:cBhvr>
                                    </p:animEffect>
                                  </p:childTnLst>
                                </p:cTn>
                              </p:par>
                            </p:childTnLst>
                          </p:cTn>
                        </p:par>
                        <p:par>
                          <p:cTn id="18" fill="hold">
                            <p:stCondLst>
                              <p:cond delay="1000"/>
                            </p:stCondLst>
                            <p:childTnLst>
                              <p:par>
                                <p:cTn id="19" presetID="5" presetClass="entr" presetSubtype="10"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heckerboard(across)">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fade">
                                      <p:cBhvr>
                                        <p:cTn id="24" dur="500"/>
                                        <p:tgtEl>
                                          <p:spTgt spid="34">
                                            <p:txEl>
                                              <p:pRg st="0" end="0"/>
                                            </p:txEl>
                                          </p:spTgt>
                                        </p:tgtEl>
                                      </p:cBhvr>
                                    </p:animEffect>
                                  </p:childTnLst>
                                </p:cTn>
                              </p:par>
                            </p:childTnLst>
                          </p:cTn>
                        </p:par>
                        <p:par>
                          <p:cTn id="25" fill="hold">
                            <p:stCondLst>
                              <p:cond delay="1500"/>
                            </p:stCondLst>
                            <p:childTnLst>
                              <p:par>
                                <p:cTn id="26" presetID="5" presetClass="entr" presetSubtype="10" fill="hold" nodeType="after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checkerboard(across)">
                                      <p:cBhvr>
                                        <p:cTn id="28" dur="500"/>
                                        <p:tgtEl>
                                          <p:spTgt spid="2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6">
                                            <p:txEl>
                                              <p:pRg st="0" end="0"/>
                                            </p:txEl>
                                          </p:spTgt>
                                        </p:tgtEl>
                                        <p:attrNameLst>
                                          <p:attrName>style.visibility</p:attrName>
                                        </p:attrNameLst>
                                      </p:cBhvr>
                                      <p:to>
                                        <p:strVal val="visible"/>
                                      </p:to>
                                    </p:set>
                                    <p:animEffect transition="in" filter="fade">
                                      <p:cBhvr>
                                        <p:cTn id="31" dur="500"/>
                                        <p:tgtEl>
                                          <p:spTgt spid="2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Lst>
  </p:timing>
  <p:hf sldNum="0" hdr="0" ftr="0" dt="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3_章节目录1">
    <p:spTree>
      <p:nvGrpSpPr>
        <p:cNvPr id="1" name=""/>
        <p:cNvGrpSpPr/>
        <p:nvPr/>
      </p:nvGrpSpPr>
      <p:grpSpPr>
        <a:xfrm>
          <a:off x="0" y="0"/>
          <a:ext cx="0" cy="0"/>
          <a:chOff x="0" y="0"/>
          <a:chExt cx="0" cy="0"/>
        </a:xfrm>
      </p:grpSpPr>
      <p:grpSp>
        <p:nvGrpSpPr>
          <p:cNvPr id="6" name="组合 5"/>
          <p:cNvGrpSpPr/>
          <p:nvPr/>
        </p:nvGrpSpPr>
        <p:grpSpPr>
          <a:xfrm>
            <a:off x="4448423" y="633196"/>
            <a:ext cx="739252" cy="528272"/>
            <a:chOff x="9885" y="2218"/>
            <a:chExt cx="1420" cy="1108"/>
          </a:xfrm>
        </p:grpSpPr>
        <p:grpSp>
          <p:nvGrpSpPr>
            <p:cNvPr id="7" name="组合 15"/>
            <p:cNvGrpSpPr/>
            <p:nvPr/>
          </p:nvGrpSpPr>
          <p:grpSpPr>
            <a:xfrm>
              <a:off x="9885" y="2218"/>
              <a:ext cx="1380" cy="1108"/>
              <a:chOff x="9885" y="2218"/>
              <a:chExt cx="1380" cy="1108"/>
            </a:xfrm>
          </p:grpSpPr>
          <p:sp>
            <p:nvSpPr>
              <p:cNvPr id="9" name="文本框 5"/>
              <p:cNvSpPr txBox="1"/>
              <p:nvPr/>
            </p:nvSpPr>
            <p:spPr>
              <a:xfrm>
                <a:off x="9885" y="2218"/>
                <a:ext cx="1380" cy="968"/>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01</a:t>
                </a:r>
              </a:p>
            </p:txBody>
          </p:sp>
          <p:sp>
            <p:nvSpPr>
              <p:cNvPr id="10" name="流程图: 合并 9"/>
              <p:cNvSpPr/>
              <p:nvPr/>
            </p:nvSpPr>
            <p:spPr>
              <a:xfrm>
                <a:off x="10040" y="3056"/>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grpSp>
        <p:cxnSp>
          <p:nvCxnSpPr>
            <p:cNvPr id="8" name="直接连接符 7"/>
            <p:cNvCxnSpPr/>
            <p:nvPr/>
          </p:nvCxnSpPr>
          <p:spPr>
            <a:xfrm flipV="1">
              <a:off x="10550" y="241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2" name="组合 11"/>
          <p:cNvGrpSpPr/>
          <p:nvPr/>
        </p:nvGrpSpPr>
        <p:grpSpPr>
          <a:xfrm>
            <a:off x="4448423" y="1374273"/>
            <a:ext cx="739252" cy="546733"/>
            <a:chOff x="9885" y="3774"/>
            <a:chExt cx="1420" cy="1148"/>
          </a:xfrm>
        </p:grpSpPr>
        <p:sp>
          <p:nvSpPr>
            <p:cNvPr id="13" name="文本框 12"/>
            <p:cNvSpPr txBox="1"/>
            <p:nvPr/>
          </p:nvSpPr>
          <p:spPr>
            <a:xfrm>
              <a:off x="9885" y="3774"/>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02</a:t>
              </a:r>
            </a:p>
          </p:txBody>
        </p:sp>
        <p:sp>
          <p:nvSpPr>
            <p:cNvPr id="14" name="流程图: 合并 13"/>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15" name="直接连接符 14"/>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7" name="组合 16"/>
          <p:cNvGrpSpPr/>
          <p:nvPr/>
        </p:nvGrpSpPr>
        <p:grpSpPr>
          <a:xfrm>
            <a:off x="4448423" y="2191042"/>
            <a:ext cx="739252" cy="532922"/>
            <a:chOff x="9885" y="5489"/>
            <a:chExt cx="1420" cy="1119"/>
          </a:xfrm>
        </p:grpSpPr>
        <p:sp>
          <p:nvSpPr>
            <p:cNvPr id="18"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03</a:t>
              </a:r>
            </a:p>
          </p:txBody>
        </p:sp>
        <p:sp>
          <p:nvSpPr>
            <p:cNvPr id="19" name="流程图: 合并 18"/>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20" name="直接连接符 19"/>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27" name="组合 12"/>
          <p:cNvGrpSpPr/>
          <p:nvPr/>
        </p:nvGrpSpPr>
        <p:grpSpPr>
          <a:xfrm>
            <a:off x="3638556" y="-445293"/>
            <a:ext cx="222647" cy="6025754"/>
            <a:chOff x="8027" y="-943"/>
            <a:chExt cx="467" cy="12652"/>
          </a:xfrm>
        </p:grpSpPr>
        <p:sp>
          <p:nvSpPr>
            <p:cNvPr id="28" name="任意多边形 27"/>
            <p:cNvSpPr/>
            <p:nvPr/>
          </p:nvSpPr>
          <p:spPr>
            <a:xfrm rot="18480000">
              <a:off x="4603" y="2515"/>
              <a:ext cx="7345" cy="427"/>
            </a:xfrm>
            <a:custGeom>
              <a:avLst/>
              <a:gdLst>
                <a:gd name="connsiteX0" fmla="*/ 70 w 7345"/>
                <a:gd name="connsiteY0" fmla="*/ 0 h 427"/>
                <a:gd name="connsiteX1" fmla="*/ 6989 w 7345"/>
                <a:gd name="connsiteY1" fmla="*/ 3 h 427"/>
                <a:gd name="connsiteX2" fmla="*/ 7345 w 7345"/>
                <a:gd name="connsiteY2" fmla="*/ 427 h 427"/>
                <a:gd name="connsiteX3" fmla="*/ 0 w 7345"/>
                <a:gd name="connsiteY3" fmla="*/ 398 h 427"/>
                <a:gd name="connsiteX4" fmla="*/ 70 w 7345"/>
                <a:gd name="connsiteY4" fmla="*/ 0 h 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5" h="427">
                  <a:moveTo>
                    <a:pt x="70" y="0"/>
                  </a:moveTo>
                  <a:lnTo>
                    <a:pt x="6989" y="3"/>
                  </a:lnTo>
                  <a:lnTo>
                    <a:pt x="7345" y="427"/>
                  </a:lnTo>
                  <a:lnTo>
                    <a:pt x="0" y="398"/>
                  </a:lnTo>
                  <a:lnTo>
                    <a:pt x="70"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29" name="任意多边形 28"/>
            <p:cNvSpPr/>
            <p:nvPr/>
          </p:nvSpPr>
          <p:spPr>
            <a:xfrm rot="3120000" flipV="1">
              <a:off x="4603" y="7867"/>
              <a:ext cx="7255" cy="419"/>
            </a:xfrm>
            <a:custGeom>
              <a:avLst/>
              <a:gdLst>
                <a:gd name="connsiteX0" fmla="*/ 175 w 7255"/>
                <a:gd name="connsiteY0" fmla="*/ 0 h 419"/>
                <a:gd name="connsiteX1" fmla="*/ 6942 w 7255"/>
                <a:gd name="connsiteY1" fmla="*/ 3 h 419"/>
                <a:gd name="connsiteX2" fmla="*/ 7255 w 7255"/>
                <a:gd name="connsiteY2" fmla="*/ 419 h 419"/>
                <a:gd name="connsiteX3" fmla="*/ 0 w 7255"/>
                <a:gd name="connsiteY3" fmla="*/ 416 h 419"/>
                <a:gd name="connsiteX4" fmla="*/ 175 w 7255"/>
                <a:gd name="connsiteY4" fmla="*/ 0 h 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5" h="419">
                  <a:moveTo>
                    <a:pt x="175" y="0"/>
                  </a:moveTo>
                  <a:lnTo>
                    <a:pt x="6942" y="3"/>
                  </a:lnTo>
                  <a:lnTo>
                    <a:pt x="7255" y="419"/>
                  </a:lnTo>
                  <a:lnTo>
                    <a:pt x="0" y="416"/>
                  </a:lnTo>
                  <a:lnTo>
                    <a:pt x="175"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32" name="文本占位符 31"/>
          <p:cNvSpPr>
            <a:spLocks noGrp="1"/>
          </p:cNvSpPr>
          <p:nvPr>
            <p:ph type="body" sz="quarter" idx="10"/>
          </p:nvPr>
        </p:nvSpPr>
        <p:spPr>
          <a:xfrm>
            <a:off x="5162594" y="723860"/>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3" name="文本占位符 31"/>
          <p:cNvSpPr>
            <a:spLocks noGrp="1"/>
          </p:cNvSpPr>
          <p:nvPr>
            <p:ph type="body" sz="quarter" idx="11"/>
          </p:nvPr>
        </p:nvSpPr>
        <p:spPr>
          <a:xfrm>
            <a:off x="5162594" y="1529258"/>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4" name="文本占位符 31"/>
          <p:cNvSpPr>
            <a:spLocks noGrp="1"/>
          </p:cNvSpPr>
          <p:nvPr>
            <p:ph type="body" sz="quarter" idx="12"/>
          </p:nvPr>
        </p:nvSpPr>
        <p:spPr>
          <a:xfrm>
            <a:off x="5162594" y="2334656"/>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31" name="组合 30"/>
          <p:cNvGrpSpPr/>
          <p:nvPr/>
        </p:nvGrpSpPr>
        <p:grpSpPr>
          <a:xfrm>
            <a:off x="4450695" y="3014468"/>
            <a:ext cx="739252" cy="532922"/>
            <a:chOff x="9885" y="3803"/>
            <a:chExt cx="1420" cy="1119"/>
          </a:xfrm>
        </p:grpSpPr>
        <p:sp>
          <p:nvSpPr>
            <p:cNvPr id="36" name="文本框 12"/>
            <p:cNvSpPr txBox="1"/>
            <p:nvPr/>
          </p:nvSpPr>
          <p:spPr>
            <a:xfrm>
              <a:off x="9885" y="3803"/>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04</a:t>
              </a:r>
            </a:p>
          </p:txBody>
        </p:sp>
        <p:sp>
          <p:nvSpPr>
            <p:cNvPr id="37" name="流程图: 合并 36"/>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38" name="直接连接符 37"/>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39" name="组合 38"/>
          <p:cNvGrpSpPr/>
          <p:nvPr/>
        </p:nvGrpSpPr>
        <p:grpSpPr>
          <a:xfrm>
            <a:off x="4450695" y="3817426"/>
            <a:ext cx="739252" cy="532922"/>
            <a:chOff x="9885" y="5489"/>
            <a:chExt cx="1420" cy="1119"/>
          </a:xfrm>
        </p:grpSpPr>
        <p:sp>
          <p:nvSpPr>
            <p:cNvPr id="40"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05</a:t>
              </a:r>
            </a:p>
          </p:txBody>
        </p:sp>
        <p:sp>
          <p:nvSpPr>
            <p:cNvPr id="41" name="流程图: 合并 40"/>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42" name="直接连接符 41"/>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43" name="文本占位符 31"/>
          <p:cNvSpPr>
            <a:spLocks noGrp="1"/>
          </p:cNvSpPr>
          <p:nvPr>
            <p:ph type="body" sz="quarter" idx="13"/>
          </p:nvPr>
        </p:nvSpPr>
        <p:spPr>
          <a:xfrm>
            <a:off x="5162594" y="3140054"/>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44" name="文本占位符 31"/>
          <p:cNvSpPr>
            <a:spLocks noGrp="1"/>
          </p:cNvSpPr>
          <p:nvPr>
            <p:ph type="body" sz="quarter" idx="14"/>
          </p:nvPr>
        </p:nvSpPr>
        <p:spPr>
          <a:xfrm>
            <a:off x="5162594" y="3945454"/>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45" name="矩形 44"/>
          <p:cNvSpPr/>
          <p:nvPr/>
        </p:nvSpPr>
        <p:spPr>
          <a:xfrm>
            <a:off x="349734" y="2004272"/>
            <a:ext cx="2040176" cy="1084912"/>
          </a:xfrm>
          <a:prstGeom prst="rect">
            <a:avLst/>
          </a:prstGeom>
          <a:noFill/>
        </p:spPr>
        <p:txBody>
          <a:bodyPr wrap="square" lIns="68580" tIns="34290" rIns="68580" bIns="3429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zh-CN" altLang="en-US" sz="6600"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rPr>
              <a:t>目录</a:t>
            </a:r>
            <a:endParaRPr lang="zh-CN" altLang="en-US" sz="6600" cap="none"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xEl>
                                              <p:pRg st="0" end="0"/>
                                            </p:txEl>
                                          </p:spTgt>
                                        </p:tgtEl>
                                        <p:attrNameLst>
                                          <p:attrName>style.visibility</p:attrName>
                                        </p:attrNameLst>
                                      </p:cBhvr>
                                      <p:to>
                                        <p:strVal val="visible"/>
                                      </p:to>
                                    </p:set>
                                    <p:animEffect transition="in" filter="fade">
                                      <p:cBhvr>
                                        <p:cTn id="10" dur="500"/>
                                        <p:tgtEl>
                                          <p:spTgt spid="32">
                                            <p:txEl>
                                              <p:pRg st="0" end="0"/>
                                            </p:txEl>
                                          </p:spTgt>
                                        </p:tgtEl>
                                      </p:cBhvr>
                                    </p:animEffect>
                                  </p:childTnLst>
                                </p:cTn>
                              </p:par>
                            </p:childTnLst>
                          </p:cTn>
                        </p:par>
                        <p:par>
                          <p:cTn id="11" fill="hold">
                            <p:stCondLst>
                              <p:cond delay="500"/>
                            </p:stCondLst>
                            <p:childTnLst>
                              <p:par>
                                <p:cTn id="12" presetID="5" presetClass="entr" presetSubtype="1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checkerboard(across)">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Effect transition="in" filter="fade">
                                      <p:cBhvr>
                                        <p:cTn id="17" dur="500"/>
                                        <p:tgtEl>
                                          <p:spTgt spid="33">
                                            <p:txEl>
                                              <p:pRg st="0" end="0"/>
                                            </p:txEl>
                                          </p:spTgt>
                                        </p:tgtEl>
                                      </p:cBhvr>
                                    </p:animEffect>
                                  </p:childTnLst>
                                </p:cTn>
                              </p:par>
                            </p:childTnLst>
                          </p:cTn>
                        </p:par>
                        <p:par>
                          <p:cTn id="18" fill="hold">
                            <p:stCondLst>
                              <p:cond delay="1000"/>
                            </p:stCondLst>
                            <p:childTnLst>
                              <p:par>
                                <p:cTn id="19" presetID="5" presetClass="entr" presetSubtype="10"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heckerboard(across)">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fade">
                                      <p:cBhvr>
                                        <p:cTn id="24" dur="500"/>
                                        <p:tgtEl>
                                          <p:spTgt spid="34">
                                            <p:txEl>
                                              <p:pRg st="0" end="0"/>
                                            </p:txEl>
                                          </p:spTgt>
                                        </p:tgtEl>
                                      </p:cBhvr>
                                    </p:animEffect>
                                  </p:childTnLst>
                                </p:cTn>
                              </p:par>
                            </p:childTnLst>
                          </p:cTn>
                        </p:par>
                        <p:par>
                          <p:cTn id="25" fill="hold">
                            <p:stCondLst>
                              <p:cond delay="1500"/>
                            </p:stCondLst>
                            <p:childTnLst>
                              <p:par>
                                <p:cTn id="26" presetID="5" presetClass="entr" presetSubtype="10" fill="hold" nodeType="after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checkerboard(across)">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Effect transition="in" filter="fade">
                                      <p:cBhvr>
                                        <p:cTn id="31" dur="500"/>
                                        <p:tgtEl>
                                          <p:spTgt spid="43">
                                            <p:txEl>
                                              <p:pRg st="0" end="0"/>
                                            </p:txEl>
                                          </p:spTgt>
                                        </p:tgtEl>
                                      </p:cBhvr>
                                    </p:animEffect>
                                  </p:childTnLst>
                                </p:cTn>
                              </p:par>
                            </p:childTnLst>
                          </p:cTn>
                        </p:par>
                        <p:par>
                          <p:cTn id="32" fill="hold">
                            <p:stCondLst>
                              <p:cond delay="2000"/>
                            </p:stCondLst>
                            <p:childTnLst>
                              <p:par>
                                <p:cTn id="33" presetID="5" presetClass="entr" presetSubtype="10"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checkerboard(across)">
                                      <p:cBhvr>
                                        <p:cTn id="35" dur="500"/>
                                        <p:tgtEl>
                                          <p:spTgt spid="3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4">
                                            <p:txEl>
                                              <p:pRg st="0" end="0"/>
                                            </p:txEl>
                                          </p:spTgt>
                                        </p:tgtEl>
                                        <p:attrNameLst>
                                          <p:attrName>style.visibility</p:attrName>
                                        </p:attrNameLst>
                                      </p:cBhvr>
                                      <p:to>
                                        <p:strVal val="visible"/>
                                      </p:to>
                                    </p:set>
                                    <p:animEffect transition="in" filter="fade">
                                      <p:cBhvr>
                                        <p:cTn id="38" dur="500"/>
                                        <p:tgtEl>
                                          <p:spTgt spid="4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4" grpId="0" build="p">
        <p:tmplLst>
          <p:tmpl lvl="1">
            <p:tnLst>
              <p:par>
                <p:cTn presetID="10"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Lst>
  </p:timing>
  <p:hf sldNum="0" hdr="0" ftr="0" dt="0"/>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4_章节目录1">
    <p:spTree>
      <p:nvGrpSpPr>
        <p:cNvPr id="1" name=""/>
        <p:cNvGrpSpPr/>
        <p:nvPr/>
      </p:nvGrpSpPr>
      <p:grpSpPr>
        <a:xfrm>
          <a:off x="0" y="0"/>
          <a:ext cx="0" cy="0"/>
          <a:chOff x="0" y="0"/>
          <a:chExt cx="0" cy="0"/>
        </a:xfrm>
      </p:grpSpPr>
      <p:grpSp>
        <p:nvGrpSpPr>
          <p:cNvPr id="6" name="组合 5"/>
          <p:cNvGrpSpPr/>
          <p:nvPr/>
        </p:nvGrpSpPr>
        <p:grpSpPr>
          <a:xfrm>
            <a:off x="4448423" y="674140"/>
            <a:ext cx="739252" cy="528272"/>
            <a:chOff x="9885" y="2218"/>
            <a:chExt cx="1420" cy="1108"/>
          </a:xfrm>
        </p:grpSpPr>
        <p:grpSp>
          <p:nvGrpSpPr>
            <p:cNvPr id="7" name="组合 15"/>
            <p:cNvGrpSpPr/>
            <p:nvPr/>
          </p:nvGrpSpPr>
          <p:grpSpPr>
            <a:xfrm>
              <a:off x="9885" y="2218"/>
              <a:ext cx="1380" cy="1108"/>
              <a:chOff x="9885" y="2218"/>
              <a:chExt cx="1380" cy="1108"/>
            </a:xfrm>
          </p:grpSpPr>
          <p:sp>
            <p:nvSpPr>
              <p:cNvPr id="9" name="文本框 5"/>
              <p:cNvSpPr txBox="1"/>
              <p:nvPr/>
            </p:nvSpPr>
            <p:spPr>
              <a:xfrm>
                <a:off x="9885" y="2218"/>
                <a:ext cx="1380" cy="968"/>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01</a:t>
                </a:r>
              </a:p>
            </p:txBody>
          </p:sp>
          <p:sp>
            <p:nvSpPr>
              <p:cNvPr id="10" name="流程图: 合并 9"/>
              <p:cNvSpPr/>
              <p:nvPr/>
            </p:nvSpPr>
            <p:spPr>
              <a:xfrm>
                <a:off x="10040" y="3056"/>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grpSp>
        <p:cxnSp>
          <p:nvCxnSpPr>
            <p:cNvPr id="8" name="直接连接符 7"/>
            <p:cNvCxnSpPr/>
            <p:nvPr/>
          </p:nvCxnSpPr>
          <p:spPr>
            <a:xfrm flipV="1">
              <a:off x="10550" y="241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2" name="组合 11"/>
          <p:cNvGrpSpPr/>
          <p:nvPr/>
        </p:nvGrpSpPr>
        <p:grpSpPr>
          <a:xfrm>
            <a:off x="4448423" y="1210496"/>
            <a:ext cx="739252" cy="546733"/>
            <a:chOff x="9885" y="3774"/>
            <a:chExt cx="1420" cy="1148"/>
          </a:xfrm>
        </p:grpSpPr>
        <p:sp>
          <p:nvSpPr>
            <p:cNvPr id="13" name="文本框 12"/>
            <p:cNvSpPr txBox="1"/>
            <p:nvPr/>
          </p:nvSpPr>
          <p:spPr>
            <a:xfrm>
              <a:off x="9885" y="3774"/>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02</a:t>
              </a:r>
            </a:p>
          </p:txBody>
        </p:sp>
        <p:sp>
          <p:nvSpPr>
            <p:cNvPr id="14" name="流程图: 合并 13"/>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15" name="直接连接符 14"/>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7" name="组合 16"/>
          <p:cNvGrpSpPr/>
          <p:nvPr/>
        </p:nvGrpSpPr>
        <p:grpSpPr>
          <a:xfrm>
            <a:off x="4448423" y="1849842"/>
            <a:ext cx="739252" cy="532922"/>
            <a:chOff x="9885" y="5489"/>
            <a:chExt cx="1420" cy="1119"/>
          </a:xfrm>
        </p:grpSpPr>
        <p:sp>
          <p:nvSpPr>
            <p:cNvPr id="18"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03</a:t>
              </a:r>
            </a:p>
          </p:txBody>
        </p:sp>
        <p:sp>
          <p:nvSpPr>
            <p:cNvPr id="19" name="流程图: 合并 18"/>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20" name="直接连接符 19"/>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27" name="组合 12"/>
          <p:cNvGrpSpPr/>
          <p:nvPr/>
        </p:nvGrpSpPr>
        <p:grpSpPr>
          <a:xfrm>
            <a:off x="3638556" y="-445293"/>
            <a:ext cx="222647" cy="6025754"/>
            <a:chOff x="8027" y="-943"/>
            <a:chExt cx="467" cy="12652"/>
          </a:xfrm>
        </p:grpSpPr>
        <p:sp>
          <p:nvSpPr>
            <p:cNvPr id="28" name="任意多边形 27"/>
            <p:cNvSpPr/>
            <p:nvPr/>
          </p:nvSpPr>
          <p:spPr>
            <a:xfrm rot="18480000">
              <a:off x="4603" y="2515"/>
              <a:ext cx="7345" cy="427"/>
            </a:xfrm>
            <a:custGeom>
              <a:avLst/>
              <a:gdLst>
                <a:gd name="connsiteX0" fmla="*/ 70 w 7345"/>
                <a:gd name="connsiteY0" fmla="*/ 0 h 427"/>
                <a:gd name="connsiteX1" fmla="*/ 6989 w 7345"/>
                <a:gd name="connsiteY1" fmla="*/ 3 h 427"/>
                <a:gd name="connsiteX2" fmla="*/ 7345 w 7345"/>
                <a:gd name="connsiteY2" fmla="*/ 427 h 427"/>
                <a:gd name="connsiteX3" fmla="*/ 0 w 7345"/>
                <a:gd name="connsiteY3" fmla="*/ 398 h 427"/>
                <a:gd name="connsiteX4" fmla="*/ 70 w 7345"/>
                <a:gd name="connsiteY4" fmla="*/ 0 h 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5" h="427">
                  <a:moveTo>
                    <a:pt x="70" y="0"/>
                  </a:moveTo>
                  <a:lnTo>
                    <a:pt x="6989" y="3"/>
                  </a:lnTo>
                  <a:lnTo>
                    <a:pt x="7345" y="427"/>
                  </a:lnTo>
                  <a:lnTo>
                    <a:pt x="0" y="398"/>
                  </a:lnTo>
                  <a:lnTo>
                    <a:pt x="70"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29" name="任意多边形 28"/>
            <p:cNvSpPr/>
            <p:nvPr/>
          </p:nvSpPr>
          <p:spPr>
            <a:xfrm rot="3120000" flipV="1">
              <a:off x="4603" y="7867"/>
              <a:ext cx="7255" cy="419"/>
            </a:xfrm>
            <a:custGeom>
              <a:avLst/>
              <a:gdLst>
                <a:gd name="connsiteX0" fmla="*/ 175 w 7255"/>
                <a:gd name="connsiteY0" fmla="*/ 0 h 419"/>
                <a:gd name="connsiteX1" fmla="*/ 6942 w 7255"/>
                <a:gd name="connsiteY1" fmla="*/ 3 h 419"/>
                <a:gd name="connsiteX2" fmla="*/ 7255 w 7255"/>
                <a:gd name="connsiteY2" fmla="*/ 419 h 419"/>
                <a:gd name="connsiteX3" fmla="*/ 0 w 7255"/>
                <a:gd name="connsiteY3" fmla="*/ 416 h 419"/>
                <a:gd name="connsiteX4" fmla="*/ 175 w 7255"/>
                <a:gd name="connsiteY4" fmla="*/ 0 h 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5" h="419">
                  <a:moveTo>
                    <a:pt x="175" y="0"/>
                  </a:moveTo>
                  <a:lnTo>
                    <a:pt x="6942" y="3"/>
                  </a:lnTo>
                  <a:lnTo>
                    <a:pt x="7255" y="419"/>
                  </a:lnTo>
                  <a:lnTo>
                    <a:pt x="0" y="416"/>
                  </a:lnTo>
                  <a:lnTo>
                    <a:pt x="175"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32" name="文本占位符 31"/>
          <p:cNvSpPr>
            <a:spLocks noGrp="1"/>
          </p:cNvSpPr>
          <p:nvPr>
            <p:ph type="body" sz="quarter" idx="10"/>
          </p:nvPr>
        </p:nvSpPr>
        <p:spPr>
          <a:xfrm>
            <a:off x="5167562" y="764804"/>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3" name="文本占位符 31"/>
          <p:cNvSpPr>
            <a:spLocks noGrp="1"/>
          </p:cNvSpPr>
          <p:nvPr>
            <p:ph type="body" sz="quarter" idx="11"/>
          </p:nvPr>
        </p:nvSpPr>
        <p:spPr>
          <a:xfrm>
            <a:off x="5162594" y="1380053"/>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4" name="文本占位符 31"/>
          <p:cNvSpPr>
            <a:spLocks noGrp="1"/>
          </p:cNvSpPr>
          <p:nvPr>
            <p:ph type="body" sz="quarter" idx="12"/>
          </p:nvPr>
        </p:nvSpPr>
        <p:spPr>
          <a:xfrm>
            <a:off x="5172533" y="1977869"/>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31" name="组合 30"/>
          <p:cNvGrpSpPr/>
          <p:nvPr/>
        </p:nvGrpSpPr>
        <p:grpSpPr>
          <a:xfrm>
            <a:off x="4450695" y="2468548"/>
            <a:ext cx="739252" cy="532922"/>
            <a:chOff x="9885" y="3803"/>
            <a:chExt cx="1420" cy="1119"/>
          </a:xfrm>
        </p:grpSpPr>
        <p:sp>
          <p:nvSpPr>
            <p:cNvPr id="36" name="文本框 12"/>
            <p:cNvSpPr txBox="1"/>
            <p:nvPr/>
          </p:nvSpPr>
          <p:spPr>
            <a:xfrm>
              <a:off x="9885" y="3803"/>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04</a:t>
              </a:r>
            </a:p>
          </p:txBody>
        </p:sp>
        <p:sp>
          <p:nvSpPr>
            <p:cNvPr id="37" name="流程图: 合并 36"/>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38" name="直接连接符 37"/>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39" name="组合 38"/>
          <p:cNvGrpSpPr/>
          <p:nvPr/>
        </p:nvGrpSpPr>
        <p:grpSpPr>
          <a:xfrm>
            <a:off x="4450695" y="3121378"/>
            <a:ext cx="739252" cy="532922"/>
            <a:chOff x="9885" y="5489"/>
            <a:chExt cx="1420" cy="1119"/>
          </a:xfrm>
        </p:grpSpPr>
        <p:sp>
          <p:nvSpPr>
            <p:cNvPr id="40"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05</a:t>
              </a:r>
            </a:p>
          </p:txBody>
        </p:sp>
        <p:sp>
          <p:nvSpPr>
            <p:cNvPr id="41" name="流程图: 合并 40"/>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42" name="直接连接符 41"/>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43" name="文本占位符 31"/>
          <p:cNvSpPr>
            <a:spLocks noGrp="1"/>
          </p:cNvSpPr>
          <p:nvPr>
            <p:ph type="body" sz="quarter" idx="13"/>
          </p:nvPr>
        </p:nvSpPr>
        <p:spPr>
          <a:xfrm>
            <a:off x="5164866" y="2624293"/>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44" name="文本占位符 31"/>
          <p:cNvSpPr>
            <a:spLocks noGrp="1"/>
          </p:cNvSpPr>
          <p:nvPr>
            <p:ph type="body" sz="quarter" idx="14"/>
          </p:nvPr>
        </p:nvSpPr>
        <p:spPr>
          <a:xfrm>
            <a:off x="5174805" y="3249406"/>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35" name="组合 34"/>
          <p:cNvGrpSpPr/>
          <p:nvPr/>
        </p:nvGrpSpPr>
        <p:grpSpPr>
          <a:xfrm>
            <a:off x="4452967" y="3751458"/>
            <a:ext cx="739252" cy="532922"/>
            <a:chOff x="9885" y="5489"/>
            <a:chExt cx="1420" cy="1119"/>
          </a:xfrm>
        </p:grpSpPr>
        <p:sp>
          <p:nvSpPr>
            <p:cNvPr id="45"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06</a:t>
              </a:r>
            </a:p>
          </p:txBody>
        </p:sp>
        <p:sp>
          <p:nvSpPr>
            <p:cNvPr id="46" name="流程图: 合并 45"/>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47" name="直接连接符 46"/>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48" name="文本占位符 31"/>
          <p:cNvSpPr>
            <a:spLocks noGrp="1"/>
          </p:cNvSpPr>
          <p:nvPr>
            <p:ph type="body" sz="quarter" idx="15"/>
          </p:nvPr>
        </p:nvSpPr>
        <p:spPr>
          <a:xfrm>
            <a:off x="5177077" y="3879485"/>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49" name="矩形 48"/>
          <p:cNvSpPr/>
          <p:nvPr/>
        </p:nvSpPr>
        <p:spPr>
          <a:xfrm>
            <a:off x="349734" y="2004272"/>
            <a:ext cx="2040176" cy="1084912"/>
          </a:xfrm>
          <a:prstGeom prst="rect">
            <a:avLst/>
          </a:prstGeom>
          <a:noFill/>
        </p:spPr>
        <p:txBody>
          <a:bodyPr wrap="square" lIns="68580" tIns="34290" rIns="68580" bIns="3429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zh-CN" altLang="en-US" sz="6600"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rPr>
              <a:t>目录</a:t>
            </a:r>
            <a:endParaRPr lang="zh-CN" altLang="en-US" sz="6600" cap="none"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xEl>
                                              <p:pRg st="0" end="0"/>
                                            </p:txEl>
                                          </p:spTgt>
                                        </p:tgtEl>
                                        <p:attrNameLst>
                                          <p:attrName>style.visibility</p:attrName>
                                        </p:attrNameLst>
                                      </p:cBhvr>
                                      <p:to>
                                        <p:strVal val="visible"/>
                                      </p:to>
                                    </p:set>
                                    <p:animEffect transition="in" filter="fade">
                                      <p:cBhvr>
                                        <p:cTn id="10" dur="500"/>
                                        <p:tgtEl>
                                          <p:spTgt spid="32">
                                            <p:txEl>
                                              <p:pRg st="0" end="0"/>
                                            </p:txEl>
                                          </p:spTgt>
                                        </p:tgtEl>
                                      </p:cBhvr>
                                    </p:animEffect>
                                  </p:childTnLst>
                                </p:cTn>
                              </p:par>
                            </p:childTnLst>
                          </p:cTn>
                        </p:par>
                        <p:par>
                          <p:cTn id="11" fill="hold">
                            <p:stCondLst>
                              <p:cond delay="500"/>
                            </p:stCondLst>
                            <p:childTnLst>
                              <p:par>
                                <p:cTn id="12" presetID="5" presetClass="entr" presetSubtype="1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checkerboard(across)">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Effect transition="in" filter="fade">
                                      <p:cBhvr>
                                        <p:cTn id="17" dur="500"/>
                                        <p:tgtEl>
                                          <p:spTgt spid="33">
                                            <p:txEl>
                                              <p:pRg st="0" end="0"/>
                                            </p:txEl>
                                          </p:spTgt>
                                        </p:tgtEl>
                                      </p:cBhvr>
                                    </p:animEffect>
                                  </p:childTnLst>
                                </p:cTn>
                              </p:par>
                            </p:childTnLst>
                          </p:cTn>
                        </p:par>
                        <p:par>
                          <p:cTn id="18" fill="hold">
                            <p:stCondLst>
                              <p:cond delay="1000"/>
                            </p:stCondLst>
                            <p:childTnLst>
                              <p:par>
                                <p:cTn id="19" presetID="5" presetClass="entr" presetSubtype="10"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heckerboard(across)">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fade">
                                      <p:cBhvr>
                                        <p:cTn id="24" dur="500"/>
                                        <p:tgtEl>
                                          <p:spTgt spid="34">
                                            <p:txEl>
                                              <p:pRg st="0" end="0"/>
                                            </p:txEl>
                                          </p:spTgt>
                                        </p:tgtEl>
                                      </p:cBhvr>
                                    </p:animEffect>
                                  </p:childTnLst>
                                </p:cTn>
                              </p:par>
                            </p:childTnLst>
                          </p:cTn>
                        </p:par>
                        <p:par>
                          <p:cTn id="25" fill="hold">
                            <p:stCondLst>
                              <p:cond delay="1500"/>
                            </p:stCondLst>
                            <p:childTnLst>
                              <p:par>
                                <p:cTn id="26" presetID="5" presetClass="entr" presetSubtype="10" fill="hold" nodeType="after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checkerboard(across)">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Effect transition="in" filter="fade">
                                      <p:cBhvr>
                                        <p:cTn id="31" dur="500"/>
                                        <p:tgtEl>
                                          <p:spTgt spid="43">
                                            <p:txEl>
                                              <p:pRg st="0" end="0"/>
                                            </p:txEl>
                                          </p:spTgt>
                                        </p:tgtEl>
                                      </p:cBhvr>
                                    </p:animEffect>
                                  </p:childTnLst>
                                </p:cTn>
                              </p:par>
                            </p:childTnLst>
                          </p:cTn>
                        </p:par>
                        <p:par>
                          <p:cTn id="32" fill="hold">
                            <p:stCondLst>
                              <p:cond delay="2000"/>
                            </p:stCondLst>
                            <p:childTnLst>
                              <p:par>
                                <p:cTn id="33" presetID="5" presetClass="entr" presetSubtype="10"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checkerboard(across)">
                                      <p:cBhvr>
                                        <p:cTn id="35" dur="500"/>
                                        <p:tgtEl>
                                          <p:spTgt spid="3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4">
                                            <p:txEl>
                                              <p:pRg st="0" end="0"/>
                                            </p:txEl>
                                          </p:spTgt>
                                        </p:tgtEl>
                                        <p:attrNameLst>
                                          <p:attrName>style.visibility</p:attrName>
                                        </p:attrNameLst>
                                      </p:cBhvr>
                                      <p:to>
                                        <p:strVal val="visible"/>
                                      </p:to>
                                    </p:set>
                                    <p:animEffect transition="in" filter="fade">
                                      <p:cBhvr>
                                        <p:cTn id="38" dur="500"/>
                                        <p:tgtEl>
                                          <p:spTgt spid="44">
                                            <p:txEl>
                                              <p:pRg st="0" end="0"/>
                                            </p:txEl>
                                          </p:spTgt>
                                        </p:tgtEl>
                                      </p:cBhvr>
                                    </p:animEffect>
                                  </p:childTnLst>
                                </p:cTn>
                              </p:par>
                            </p:childTnLst>
                          </p:cTn>
                        </p:par>
                        <p:par>
                          <p:cTn id="39" fill="hold">
                            <p:stCondLst>
                              <p:cond delay="2500"/>
                            </p:stCondLst>
                            <p:childTnLst>
                              <p:par>
                                <p:cTn id="40" presetID="5" presetClass="entr" presetSubtype="10" fill="hold" nodeType="afterEffect">
                                  <p:stCondLst>
                                    <p:cond delay="0"/>
                                  </p:stCondLst>
                                  <p:childTnLst>
                                    <p:set>
                                      <p:cBhvr>
                                        <p:cTn id="41" dur="1" fill="hold">
                                          <p:stCondLst>
                                            <p:cond delay="0"/>
                                          </p:stCondLst>
                                        </p:cTn>
                                        <p:tgtEl>
                                          <p:spTgt spid="35"/>
                                        </p:tgtEl>
                                        <p:attrNameLst>
                                          <p:attrName>style.visibility</p:attrName>
                                        </p:attrNameLst>
                                      </p:cBhvr>
                                      <p:to>
                                        <p:strVal val="visible"/>
                                      </p:to>
                                    </p:set>
                                    <p:animEffect transition="in" filter="checkerboard(across)">
                                      <p:cBhvr>
                                        <p:cTn id="42" dur="500"/>
                                        <p:tgtEl>
                                          <p:spTgt spid="3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48">
                                            <p:txEl>
                                              <p:pRg st="0" end="0"/>
                                            </p:txEl>
                                          </p:spTgt>
                                        </p:tgtEl>
                                        <p:attrNameLst>
                                          <p:attrName>style.visibility</p:attrName>
                                        </p:attrNameLst>
                                      </p:cBhvr>
                                      <p:to>
                                        <p:strVal val="visible"/>
                                      </p:to>
                                    </p:set>
                                    <p:animEffect transition="in" filter="fade">
                                      <p:cBhvr>
                                        <p:cTn id="45"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4" grpId="0" build="p">
        <p:tmplLst>
          <p:tmpl lvl="1">
            <p:tnLst>
              <p:par>
                <p:cTn presetID="10"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8" grpId="0" build="p">
        <p:tmplLst>
          <p:tmpl lvl="1">
            <p:tnLst>
              <p:par>
                <p:cTn presetID="10"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Lst>
  </p:timing>
  <p:hf sldNum="0" hdr="0" ftr="0" dt="0"/>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章节目录1">
    <p:spTree>
      <p:nvGrpSpPr>
        <p:cNvPr id="1" name=""/>
        <p:cNvGrpSpPr/>
        <p:nvPr/>
      </p:nvGrpSpPr>
      <p:grpSpPr>
        <a:xfrm>
          <a:off x="0" y="0"/>
          <a:ext cx="0" cy="0"/>
          <a:chOff x="0" y="0"/>
          <a:chExt cx="0" cy="0"/>
        </a:xfrm>
      </p:grpSpPr>
      <p:grpSp>
        <p:nvGrpSpPr>
          <p:cNvPr id="6" name="组合 5"/>
          <p:cNvGrpSpPr/>
          <p:nvPr/>
        </p:nvGrpSpPr>
        <p:grpSpPr>
          <a:xfrm>
            <a:off x="4448423" y="429250"/>
            <a:ext cx="739252" cy="528272"/>
            <a:chOff x="9885" y="2218"/>
            <a:chExt cx="1420" cy="1108"/>
          </a:xfrm>
        </p:grpSpPr>
        <p:grpSp>
          <p:nvGrpSpPr>
            <p:cNvPr id="7" name="组合 15"/>
            <p:cNvGrpSpPr/>
            <p:nvPr/>
          </p:nvGrpSpPr>
          <p:grpSpPr>
            <a:xfrm>
              <a:off x="9885" y="2218"/>
              <a:ext cx="1380" cy="1108"/>
              <a:chOff x="9885" y="2218"/>
              <a:chExt cx="1380" cy="1108"/>
            </a:xfrm>
          </p:grpSpPr>
          <p:sp>
            <p:nvSpPr>
              <p:cNvPr id="9" name="文本框 5"/>
              <p:cNvSpPr txBox="1"/>
              <p:nvPr/>
            </p:nvSpPr>
            <p:spPr>
              <a:xfrm>
                <a:off x="9885" y="2218"/>
                <a:ext cx="1380" cy="968"/>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01</a:t>
                </a:r>
              </a:p>
            </p:txBody>
          </p:sp>
          <p:sp>
            <p:nvSpPr>
              <p:cNvPr id="10" name="流程图: 合并 9"/>
              <p:cNvSpPr/>
              <p:nvPr/>
            </p:nvSpPr>
            <p:spPr>
              <a:xfrm>
                <a:off x="10040" y="3056"/>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grpSp>
        <p:cxnSp>
          <p:nvCxnSpPr>
            <p:cNvPr id="8" name="直接连接符 7"/>
            <p:cNvCxnSpPr/>
            <p:nvPr/>
          </p:nvCxnSpPr>
          <p:spPr>
            <a:xfrm flipV="1">
              <a:off x="10550" y="241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2" name="组合 11"/>
          <p:cNvGrpSpPr/>
          <p:nvPr/>
        </p:nvGrpSpPr>
        <p:grpSpPr>
          <a:xfrm>
            <a:off x="4448423" y="965606"/>
            <a:ext cx="739252" cy="546733"/>
            <a:chOff x="9885" y="3774"/>
            <a:chExt cx="1420" cy="1148"/>
          </a:xfrm>
        </p:grpSpPr>
        <p:sp>
          <p:nvSpPr>
            <p:cNvPr id="13" name="文本框 12"/>
            <p:cNvSpPr txBox="1"/>
            <p:nvPr/>
          </p:nvSpPr>
          <p:spPr>
            <a:xfrm>
              <a:off x="9885" y="3774"/>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02</a:t>
              </a:r>
            </a:p>
          </p:txBody>
        </p:sp>
        <p:sp>
          <p:nvSpPr>
            <p:cNvPr id="14" name="流程图: 合并 13"/>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15" name="直接连接符 14"/>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17" name="组合 16"/>
          <p:cNvGrpSpPr/>
          <p:nvPr/>
        </p:nvGrpSpPr>
        <p:grpSpPr>
          <a:xfrm>
            <a:off x="4448423" y="1604952"/>
            <a:ext cx="739252" cy="532922"/>
            <a:chOff x="9885" y="5489"/>
            <a:chExt cx="1420" cy="1119"/>
          </a:xfrm>
        </p:grpSpPr>
        <p:sp>
          <p:nvSpPr>
            <p:cNvPr id="18"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03</a:t>
              </a:r>
            </a:p>
          </p:txBody>
        </p:sp>
        <p:sp>
          <p:nvSpPr>
            <p:cNvPr id="19" name="流程图: 合并 18"/>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20" name="直接连接符 19"/>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27" name="组合 12"/>
          <p:cNvGrpSpPr/>
          <p:nvPr/>
        </p:nvGrpSpPr>
        <p:grpSpPr>
          <a:xfrm>
            <a:off x="3638556" y="-445293"/>
            <a:ext cx="222647" cy="6025754"/>
            <a:chOff x="8027" y="-943"/>
            <a:chExt cx="467" cy="12652"/>
          </a:xfrm>
        </p:grpSpPr>
        <p:sp>
          <p:nvSpPr>
            <p:cNvPr id="28" name="任意多边形 27"/>
            <p:cNvSpPr/>
            <p:nvPr/>
          </p:nvSpPr>
          <p:spPr>
            <a:xfrm rot="18480000">
              <a:off x="4603" y="2515"/>
              <a:ext cx="7345" cy="427"/>
            </a:xfrm>
            <a:custGeom>
              <a:avLst/>
              <a:gdLst>
                <a:gd name="connsiteX0" fmla="*/ 70 w 7345"/>
                <a:gd name="connsiteY0" fmla="*/ 0 h 427"/>
                <a:gd name="connsiteX1" fmla="*/ 6989 w 7345"/>
                <a:gd name="connsiteY1" fmla="*/ 3 h 427"/>
                <a:gd name="connsiteX2" fmla="*/ 7345 w 7345"/>
                <a:gd name="connsiteY2" fmla="*/ 427 h 427"/>
                <a:gd name="connsiteX3" fmla="*/ 0 w 7345"/>
                <a:gd name="connsiteY3" fmla="*/ 398 h 427"/>
                <a:gd name="connsiteX4" fmla="*/ 70 w 7345"/>
                <a:gd name="connsiteY4" fmla="*/ 0 h 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5" h="427">
                  <a:moveTo>
                    <a:pt x="70" y="0"/>
                  </a:moveTo>
                  <a:lnTo>
                    <a:pt x="6989" y="3"/>
                  </a:lnTo>
                  <a:lnTo>
                    <a:pt x="7345" y="427"/>
                  </a:lnTo>
                  <a:lnTo>
                    <a:pt x="0" y="398"/>
                  </a:lnTo>
                  <a:lnTo>
                    <a:pt x="70"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sp>
          <p:nvSpPr>
            <p:cNvPr id="29" name="任意多边形 28"/>
            <p:cNvSpPr/>
            <p:nvPr/>
          </p:nvSpPr>
          <p:spPr>
            <a:xfrm rot="3120000" flipV="1">
              <a:off x="4603" y="7867"/>
              <a:ext cx="7255" cy="419"/>
            </a:xfrm>
            <a:custGeom>
              <a:avLst/>
              <a:gdLst>
                <a:gd name="connsiteX0" fmla="*/ 175 w 7255"/>
                <a:gd name="connsiteY0" fmla="*/ 0 h 419"/>
                <a:gd name="connsiteX1" fmla="*/ 6942 w 7255"/>
                <a:gd name="connsiteY1" fmla="*/ 3 h 419"/>
                <a:gd name="connsiteX2" fmla="*/ 7255 w 7255"/>
                <a:gd name="connsiteY2" fmla="*/ 419 h 419"/>
                <a:gd name="connsiteX3" fmla="*/ 0 w 7255"/>
                <a:gd name="connsiteY3" fmla="*/ 416 h 419"/>
                <a:gd name="connsiteX4" fmla="*/ 175 w 7255"/>
                <a:gd name="connsiteY4" fmla="*/ 0 h 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5" h="419">
                  <a:moveTo>
                    <a:pt x="175" y="0"/>
                  </a:moveTo>
                  <a:lnTo>
                    <a:pt x="6942" y="3"/>
                  </a:lnTo>
                  <a:lnTo>
                    <a:pt x="7255" y="419"/>
                  </a:lnTo>
                  <a:lnTo>
                    <a:pt x="0" y="416"/>
                  </a:lnTo>
                  <a:lnTo>
                    <a:pt x="175" y="0"/>
                  </a:lnTo>
                  <a:close/>
                </a:path>
              </a:pathLst>
            </a:custGeom>
            <a:solidFill>
              <a:srgbClr val="9628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endParaRPr lang="zh-CN" altLang="en-US" strike="noStrike" noProof="1"/>
            </a:p>
          </p:txBody>
        </p:sp>
      </p:grpSp>
      <p:sp>
        <p:nvSpPr>
          <p:cNvPr id="32" name="文本占位符 31"/>
          <p:cNvSpPr>
            <a:spLocks noGrp="1"/>
          </p:cNvSpPr>
          <p:nvPr>
            <p:ph type="body" sz="quarter" idx="10"/>
          </p:nvPr>
        </p:nvSpPr>
        <p:spPr>
          <a:xfrm>
            <a:off x="5167562" y="519914"/>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3" name="文本占位符 31"/>
          <p:cNvSpPr>
            <a:spLocks noGrp="1"/>
          </p:cNvSpPr>
          <p:nvPr>
            <p:ph type="body" sz="quarter" idx="11"/>
          </p:nvPr>
        </p:nvSpPr>
        <p:spPr>
          <a:xfrm>
            <a:off x="5162594" y="1135163"/>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34" name="文本占位符 31"/>
          <p:cNvSpPr>
            <a:spLocks noGrp="1"/>
          </p:cNvSpPr>
          <p:nvPr>
            <p:ph type="body" sz="quarter" idx="12"/>
          </p:nvPr>
        </p:nvSpPr>
        <p:spPr>
          <a:xfrm>
            <a:off x="5172533" y="1732979"/>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31" name="组合 30"/>
          <p:cNvGrpSpPr/>
          <p:nvPr/>
        </p:nvGrpSpPr>
        <p:grpSpPr>
          <a:xfrm>
            <a:off x="4450695" y="2223658"/>
            <a:ext cx="739252" cy="532922"/>
            <a:chOff x="9885" y="3803"/>
            <a:chExt cx="1420" cy="1119"/>
          </a:xfrm>
        </p:grpSpPr>
        <p:sp>
          <p:nvSpPr>
            <p:cNvPr id="36" name="文本框 12"/>
            <p:cNvSpPr txBox="1"/>
            <p:nvPr/>
          </p:nvSpPr>
          <p:spPr>
            <a:xfrm>
              <a:off x="9885" y="3803"/>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04</a:t>
              </a:r>
            </a:p>
          </p:txBody>
        </p:sp>
        <p:sp>
          <p:nvSpPr>
            <p:cNvPr id="37" name="流程图: 合并 36"/>
            <p:cNvSpPr/>
            <p:nvPr/>
          </p:nvSpPr>
          <p:spPr>
            <a:xfrm>
              <a:off x="10040" y="4652"/>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38" name="直接连接符 37"/>
            <p:cNvCxnSpPr/>
            <p:nvPr/>
          </p:nvCxnSpPr>
          <p:spPr>
            <a:xfrm flipV="1">
              <a:off x="10550" y="4040"/>
              <a:ext cx="755" cy="795"/>
            </a:xfrm>
            <a:prstGeom prst="line">
              <a:avLst/>
            </a:prstGeom>
          </p:spPr>
          <p:style>
            <a:lnRef idx="1">
              <a:schemeClr val="accent4"/>
            </a:lnRef>
            <a:fillRef idx="0">
              <a:schemeClr val="accent4"/>
            </a:fillRef>
            <a:effectRef idx="0">
              <a:schemeClr val="accent4"/>
            </a:effectRef>
            <a:fontRef idx="minor">
              <a:schemeClr val="tx1"/>
            </a:fontRef>
          </p:style>
        </p:cxnSp>
      </p:grpSp>
      <p:grpSp>
        <p:nvGrpSpPr>
          <p:cNvPr id="39" name="组合 38"/>
          <p:cNvGrpSpPr/>
          <p:nvPr/>
        </p:nvGrpSpPr>
        <p:grpSpPr>
          <a:xfrm>
            <a:off x="4450695" y="2876488"/>
            <a:ext cx="739252" cy="532922"/>
            <a:chOff x="9885" y="5489"/>
            <a:chExt cx="1420" cy="1119"/>
          </a:xfrm>
        </p:grpSpPr>
        <p:sp>
          <p:nvSpPr>
            <p:cNvPr id="40"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05</a:t>
              </a:r>
            </a:p>
          </p:txBody>
        </p:sp>
        <p:sp>
          <p:nvSpPr>
            <p:cNvPr id="41" name="流程图: 合并 40"/>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42" name="直接连接符 41"/>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43" name="文本占位符 31"/>
          <p:cNvSpPr>
            <a:spLocks noGrp="1"/>
          </p:cNvSpPr>
          <p:nvPr>
            <p:ph type="body" sz="quarter" idx="13"/>
          </p:nvPr>
        </p:nvSpPr>
        <p:spPr>
          <a:xfrm>
            <a:off x="5164866" y="2379403"/>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
        <p:nvSpPr>
          <p:cNvPr id="44" name="文本占位符 31"/>
          <p:cNvSpPr>
            <a:spLocks noGrp="1"/>
          </p:cNvSpPr>
          <p:nvPr>
            <p:ph type="body" sz="quarter" idx="14"/>
          </p:nvPr>
        </p:nvSpPr>
        <p:spPr>
          <a:xfrm>
            <a:off x="5174805" y="3004516"/>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grpSp>
        <p:nvGrpSpPr>
          <p:cNvPr id="35" name="组合 34"/>
          <p:cNvGrpSpPr/>
          <p:nvPr/>
        </p:nvGrpSpPr>
        <p:grpSpPr>
          <a:xfrm>
            <a:off x="4452967" y="3506568"/>
            <a:ext cx="739252" cy="532922"/>
            <a:chOff x="9885" y="5489"/>
            <a:chExt cx="1420" cy="1119"/>
          </a:xfrm>
        </p:grpSpPr>
        <p:sp>
          <p:nvSpPr>
            <p:cNvPr id="45" name="文本框 22"/>
            <p:cNvSpPr txBox="1"/>
            <p:nvPr/>
          </p:nvSpPr>
          <p:spPr>
            <a:xfrm>
              <a:off x="9885" y="5489"/>
              <a:ext cx="1380" cy="969"/>
            </a:xfrm>
            <a:prstGeom prst="rect">
              <a:avLst/>
            </a:prstGeom>
            <a:noFill/>
            <a:ln w="9525">
              <a:noFill/>
            </a:ln>
          </p:spPr>
          <p:txBody>
            <a:bodyPr wrap="square" anchor="t">
              <a:spAutoFit/>
            </a:bodyPr>
            <a:lstStyle/>
            <a:p>
              <a:r>
                <a:rPr lang="en-US" altLang="zh-CN" sz="2400" b="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06</a:t>
              </a:r>
            </a:p>
          </p:txBody>
        </p:sp>
        <p:sp>
          <p:nvSpPr>
            <p:cNvPr id="46" name="流程图: 合并 45"/>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47" name="直接连接符 46"/>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48" name="文本占位符 31"/>
          <p:cNvSpPr>
            <a:spLocks noGrp="1"/>
          </p:cNvSpPr>
          <p:nvPr>
            <p:ph type="body" sz="quarter" idx="15"/>
          </p:nvPr>
        </p:nvSpPr>
        <p:spPr>
          <a:xfrm>
            <a:off x="5159919" y="3634595"/>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dirty="0"/>
              <a:t>单击此处编辑母版文本样式</a:t>
            </a:r>
          </a:p>
        </p:txBody>
      </p:sp>
      <p:sp>
        <p:nvSpPr>
          <p:cNvPr id="49" name="矩形 48"/>
          <p:cNvSpPr/>
          <p:nvPr/>
        </p:nvSpPr>
        <p:spPr>
          <a:xfrm>
            <a:off x="349734" y="2004272"/>
            <a:ext cx="2040176" cy="1084912"/>
          </a:xfrm>
          <a:prstGeom prst="rect">
            <a:avLst/>
          </a:prstGeom>
          <a:noFill/>
        </p:spPr>
        <p:txBody>
          <a:bodyPr wrap="square" lIns="68580" tIns="34290" rIns="68580" bIns="3429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zh-CN" altLang="en-US" sz="6600"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rPr>
              <a:t>目录</a:t>
            </a:r>
            <a:endParaRPr lang="zh-CN" altLang="en-US" sz="6600" cap="none" spc="38">
              <a:ln w="11430"/>
              <a:blipFill dpi="0" rotWithShape="1">
                <a:blip r:embed="rId2"/>
                <a:srcRect/>
                <a:tile tx="0" ty="0" sx="100000" sy="100000" flip="none" algn="tl"/>
              </a:blipFill>
              <a:effectLst>
                <a:outerShdw blurRad="76200" dist="50800" dir="5400000" algn="tl" rotWithShape="0">
                  <a:srgbClr val="000000">
                    <a:alpha val="65000"/>
                  </a:srgbClr>
                </a:outerShdw>
              </a:effectLst>
              <a:latin typeface="方正粗黑宋简体" panose="02000000000000000000" pitchFamily="2" charset="-122"/>
              <a:ea typeface="方正粗黑宋简体" panose="02000000000000000000" pitchFamily="2" charset="-122"/>
            </a:endParaRPr>
          </a:p>
        </p:txBody>
      </p:sp>
      <p:grpSp>
        <p:nvGrpSpPr>
          <p:cNvPr id="50" name="组合 49">
            <a:extLst>
              <a:ext uri="{FF2B5EF4-FFF2-40B4-BE49-F238E27FC236}">
                <a16:creationId xmlns:a16="http://schemas.microsoft.com/office/drawing/2014/main" id="{5D1B618F-8F37-4E0E-9141-5B1074F1BBB7}"/>
              </a:ext>
            </a:extLst>
          </p:cNvPr>
          <p:cNvGrpSpPr/>
          <p:nvPr userDrawn="1"/>
        </p:nvGrpSpPr>
        <p:grpSpPr>
          <a:xfrm>
            <a:off x="4480820" y="4127060"/>
            <a:ext cx="739252" cy="532922"/>
            <a:chOff x="9885" y="5489"/>
            <a:chExt cx="1420" cy="1119"/>
          </a:xfrm>
        </p:grpSpPr>
        <p:sp>
          <p:nvSpPr>
            <p:cNvPr id="51" name="文本框 22">
              <a:extLst>
                <a:ext uri="{FF2B5EF4-FFF2-40B4-BE49-F238E27FC236}">
                  <a16:creationId xmlns:a16="http://schemas.microsoft.com/office/drawing/2014/main" id="{F2399587-2D41-4FAB-B1C5-2383C468F8C9}"/>
                </a:ext>
              </a:extLst>
            </p:cNvPr>
            <p:cNvSpPr txBox="1"/>
            <p:nvPr/>
          </p:nvSpPr>
          <p:spPr>
            <a:xfrm>
              <a:off x="9885" y="5489"/>
              <a:ext cx="1380" cy="969"/>
            </a:xfrm>
            <a:prstGeom prst="rect">
              <a:avLst/>
            </a:prstGeom>
            <a:noFill/>
            <a:ln w="9525">
              <a:noFill/>
            </a:ln>
          </p:spPr>
          <p:txBody>
            <a:bodyPr wrap="square" anchor="t">
              <a:spAutoFit/>
            </a:bodyPr>
            <a:lstStyle/>
            <a:p>
              <a:r>
                <a:rPr lang="en-US" altLang="zh-CN" sz="2400" b="1" dirty="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rPr>
                <a:t>07</a:t>
              </a:r>
            </a:p>
          </p:txBody>
        </p:sp>
        <p:sp>
          <p:nvSpPr>
            <p:cNvPr id="52" name="流程图: 合并 51">
              <a:extLst>
                <a:ext uri="{FF2B5EF4-FFF2-40B4-BE49-F238E27FC236}">
                  <a16:creationId xmlns:a16="http://schemas.microsoft.com/office/drawing/2014/main" id="{E1106402-AEAD-4854-B5AB-3AA11568AE1B}"/>
                </a:ext>
              </a:extLst>
            </p:cNvPr>
            <p:cNvSpPr/>
            <p:nvPr/>
          </p:nvSpPr>
          <p:spPr>
            <a:xfrm>
              <a:off x="10040" y="6338"/>
              <a:ext cx="510" cy="270"/>
            </a:xfrm>
            <a:prstGeom prst="flowChartMerge">
              <a:avLst/>
            </a:prstGeom>
            <a:solidFill>
              <a:srgbClr val="FFC000">
                <a:alpha val="4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z="2000" strike="noStrike" noProof="1">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endParaRPr>
            </a:p>
          </p:txBody>
        </p:sp>
        <p:cxnSp>
          <p:nvCxnSpPr>
            <p:cNvPr id="53" name="直接连接符 52">
              <a:extLst>
                <a:ext uri="{FF2B5EF4-FFF2-40B4-BE49-F238E27FC236}">
                  <a16:creationId xmlns:a16="http://schemas.microsoft.com/office/drawing/2014/main" id="{EFE25AEF-DBA0-4550-BC87-ADAB4BA20C0D}"/>
                </a:ext>
              </a:extLst>
            </p:cNvPr>
            <p:cNvCxnSpPr/>
            <p:nvPr/>
          </p:nvCxnSpPr>
          <p:spPr>
            <a:xfrm flipV="1">
              <a:off x="10550" y="5755"/>
              <a:ext cx="755" cy="795"/>
            </a:xfrm>
            <a:prstGeom prst="line">
              <a:avLst/>
            </a:prstGeom>
          </p:spPr>
          <p:style>
            <a:lnRef idx="1">
              <a:schemeClr val="accent4"/>
            </a:lnRef>
            <a:fillRef idx="0">
              <a:schemeClr val="accent4"/>
            </a:fillRef>
            <a:effectRef idx="0">
              <a:schemeClr val="accent4"/>
            </a:effectRef>
            <a:fontRef idx="minor">
              <a:schemeClr val="tx1"/>
            </a:fontRef>
          </p:style>
        </p:cxnSp>
      </p:grpSp>
      <p:sp>
        <p:nvSpPr>
          <p:cNvPr id="54" name="文本占位符 31">
            <a:extLst>
              <a:ext uri="{FF2B5EF4-FFF2-40B4-BE49-F238E27FC236}">
                <a16:creationId xmlns:a16="http://schemas.microsoft.com/office/drawing/2014/main" id="{E770855D-D9D6-49F3-8F21-B7E7FB892A98}"/>
              </a:ext>
            </a:extLst>
          </p:cNvPr>
          <p:cNvSpPr>
            <a:spLocks noGrp="1"/>
          </p:cNvSpPr>
          <p:nvPr>
            <p:ph type="body" sz="quarter" idx="16"/>
          </p:nvPr>
        </p:nvSpPr>
        <p:spPr>
          <a:xfrm>
            <a:off x="5159919" y="4255087"/>
            <a:ext cx="3228505" cy="366087"/>
          </a:xfrm>
        </p:spPr>
        <p:txBody>
          <a:bodyPr/>
          <a:lstStyle>
            <a:lvl1pPr marL="0" indent="0" algn="l" defTabSz="685800" rtl="0" eaLnBrk="1" fontAlgn="base" latinLnBrk="0" hangingPunct="1">
              <a:lnSpc>
                <a:spcPct val="100000"/>
              </a:lnSpc>
              <a:spcBef>
                <a:spcPct val="0"/>
              </a:spcBef>
              <a:spcAft>
                <a:spcPct val="0"/>
              </a:spcAft>
              <a:buFontTx/>
              <a:buNone/>
              <a:defRPr lang="zh-CN" altLang="en-US" sz="2000" b="1" kern="1200">
                <a:gradFill flip="none" rotWithShape="1">
                  <a:gsLst>
                    <a:gs pos="0">
                      <a:schemeClr val="bg1"/>
                    </a:gs>
                    <a:gs pos="14000">
                      <a:srgbClr val="9628A0">
                        <a:shade val="67500"/>
                        <a:satMod val="115000"/>
                      </a:srgbClr>
                    </a:gs>
                    <a:gs pos="69000">
                      <a:srgbClr val="911C9B"/>
                    </a:gs>
                    <a:gs pos="100000">
                      <a:srgbClr val="CC66FF"/>
                    </a:gs>
                  </a:gsLst>
                  <a:path path="circle">
                    <a:fillToRect t="100000" r="100000"/>
                  </a:path>
                  <a:tileRect l="-100000" b="-100000"/>
                </a:gradFill>
                <a:effectLst>
                  <a:outerShdw blurRad="50800" dist="38100" dir="5400000" algn="t" rotWithShape="0">
                    <a:prstClr val="black">
                      <a:alpha val="40000"/>
                    </a:prstClr>
                  </a:outerShdw>
                </a:effectLst>
                <a:latin typeface="黑体" panose="02010609060101010101" charset="-122"/>
                <a:ea typeface="黑体" panose="02010609060101010101" charset="-122"/>
                <a:cs typeface="+mn-cs"/>
              </a:defRPr>
            </a:lvl1pPr>
          </a:lstStyle>
          <a:p>
            <a:pPr lvl="0"/>
            <a:r>
              <a:rPr lang="zh-CN" altLang="en-US"/>
              <a:t>单击此处编辑母版文本样式</a:t>
            </a:r>
          </a:p>
        </p:txBody>
      </p:sp>
    </p:spTree>
    <p:extLst>
      <p:ext uri="{BB962C8B-B14F-4D97-AF65-F5344CB8AC3E}">
        <p14:creationId xmlns:p14="http://schemas.microsoft.com/office/powerpoint/2010/main" val="49737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xEl>
                                              <p:pRg st="0" end="0"/>
                                            </p:txEl>
                                          </p:spTgt>
                                        </p:tgtEl>
                                        <p:attrNameLst>
                                          <p:attrName>style.visibility</p:attrName>
                                        </p:attrNameLst>
                                      </p:cBhvr>
                                      <p:to>
                                        <p:strVal val="visible"/>
                                      </p:to>
                                    </p:set>
                                    <p:animEffect transition="in" filter="fade">
                                      <p:cBhvr>
                                        <p:cTn id="10" dur="500"/>
                                        <p:tgtEl>
                                          <p:spTgt spid="32">
                                            <p:txEl>
                                              <p:pRg st="0" end="0"/>
                                            </p:txEl>
                                          </p:spTgt>
                                        </p:tgtEl>
                                      </p:cBhvr>
                                    </p:animEffect>
                                  </p:childTnLst>
                                </p:cTn>
                              </p:par>
                            </p:childTnLst>
                          </p:cTn>
                        </p:par>
                        <p:par>
                          <p:cTn id="11" fill="hold">
                            <p:stCondLst>
                              <p:cond delay="500"/>
                            </p:stCondLst>
                            <p:childTnLst>
                              <p:par>
                                <p:cTn id="12" presetID="5" presetClass="entr" presetSubtype="1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checkerboard(across)">
                                      <p:cBhvr>
                                        <p:cTn id="14" dur="500"/>
                                        <p:tgtEl>
                                          <p:spTgt spid="12"/>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Effect transition="in" filter="fade">
                                      <p:cBhvr>
                                        <p:cTn id="17" dur="500"/>
                                        <p:tgtEl>
                                          <p:spTgt spid="33">
                                            <p:txEl>
                                              <p:pRg st="0" end="0"/>
                                            </p:txEl>
                                          </p:spTgt>
                                        </p:tgtEl>
                                      </p:cBhvr>
                                    </p:animEffect>
                                  </p:childTnLst>
                                </p:cTn>
                              </p:par>
                            </p:childTnLst>
                          </p:cTn>
                        </p:par>
                        <p:par>
                          <p:cTn id="18" fill="hold">
                            <p:stCondLst>
                              <p:cond delay="1000"/>
                            </p:stCondLst>
                            <p:childTnLst>
                              <p:par>
                                <p:cTn id="19" presetID="5" presetClass="entr" presetSubtype="10"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heckerboard(across)">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fade">
                                      <p:cBhvr>
                                        <p:cTn id="24" dur="500"/>
                                        <p:tgtEl>
                                          <p:spTgt spid="34">
                                            <p:txEl>
                                              <p:pRg st="0" end="0"/>
                                            </p:txEl>
                                          </p:spTgt>
                                        </p:tgtEl>
                                      </p:cBhvr>
                                    </p:animEffect>
                                  </p:childTnLst>
                                </p:cTn>
                              </p:par>
                            </p:childTnLst>
                          </p:cTn>
                        </p:par>
                        <p:par>
                          <p:cTn id="25" fill="hold">
                            <p:stCondLst>
                              <p:cond delay="1500"/>
                            </p:stCondLst>
                            <p:childTnLst>
                              <p:par>
                                <p:cTn id="26" presetID="5" presetClass="entr" presetSubtype="10" fill="hold" nodeType="after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checkerboard(across)">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Effect transition="in" filter="fade">
                                      <p:cBhvr>
                                        <p:cTn id="31" dur="500"/>
                                        <p:tgtEl>
                                          <p:spTgt spid="43">
                                            <p:txEl>
                                              <p:pRg st="0" end="0"/>
                                            </p:txEl>
                                          </p:spTgt>
                                        </p:tgtEl>
                                      </p:cBhvr>
                                    </p:animEffect>
                                  </p:childTnLst>
                                </p:cTn>
                              </p:par>
                            </p:childTnLst>
                          </p:cTn>
                        </p:par>
                        <p:par>
                          <p:cTn id="32" fill="hold">
                            <p:stCondLst>
                              <p:cond delay="2000"/>
                            </p:stCondLst>
                            <p:childTnLst>
                              <p:par>
                                <p:cTn id="33" presetID="5" presetClass="entr" presetSubtype="10"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checkerboard(across)">
                                      <p:cBhvr>
                                        <p:cTn id="35" dur="500"/>
                                        <p:tgtEl>
                                          <p:spTgt spid="3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4">
                                            <p:txEl>
                                              <p:pRg st="0" end="0"/>
                                            </p:txEl>
                                          </p:spTgt>
                                        </p:tgtEl>
                                        <p:attrNameLst>
                                          <p:attrName>style.visibility</p:attrName>
                                        </p:attrNameLst>
                                      </p:cBhvr>
                                      <p:to>
                                        <p:strVal val="visible"/>
                                      </p:to>
                                    </p:set>
                                    <p:animEffect transition="in" filter="fade">
                                      <p:cBhvr>
                                        <p:cTn id="38" dur="500"/>
                                        <p:tgtEl>
                                          <p:spTgt spid="44">
                                            <p:txEl>
                                              <p:pRg st="0" end="0"/>
                                            </p:txEl>
                                          </p:spTgt>
                                        </p:tgtEl>
                                      </p:cBhvr>
                                    </p:animEffect>
                                  </p:childTnLst>
                                </p:cTn>
                              </p:par>
                            </p:childTnLst>
                          </p:cTn>
                        </p:par>
                        <p:par>
                          <p:cTn id="39" fill="hold">
                            <p:stCondLst>
                              <p:cond delay="2500"/>
                            </p:stCondLst>
                            <p:childTnLst>
                              <p:par>
                                <p:cTn id="40" presetID="5" presetClass="entr" presetSubtype="10" fill="hold" nodeType="afterEffect">
                                  <p:stCondLst>
                                    <p:cond delay="0"/>
                                  </p:stCondLst>
                                  <p:childTnLst>
                                    <p:set>
                                      <p:cBhvr>
                                        <p:cTn id="41" dur="1" fill="hold">
                                          <p:stCondLst>
                                            <p:cond delay="0"/>
                                          </p:stCondLst>
                                        </p:cTn>
                                        <p:tgtEl>
                                          <p:spTgt spid="35"/>
                                        </p:tgtEl>
                                        <p:attrNameLst>
                                          <p:attrName>style.visibility</p:attrName>
                                        </p:attrNameLst>
                                      </p:cBhvr>
                                      <p:to>
                                        <p:strVal val="visible"/>
                                      </p:to>
                                    </p:set>
                                    <p:animEffect transition="in" filter="checkerboard(across)">
                                      <p:cBhvr>
                                        <p:cTn id="42" dur="500"/>
                                        <p:tgtEl>
                                          <p:spTgt spid="3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48">
                                            <p:txEl>
                                              <p:pRg st="0" end="0"/>
                                            </p:txEl>
                                          </p:spTgt>
                                        </p:tgtEl>
                                        <p:attrNameLst>
                                          <p:attrName>style.visibility</p:attrName>
                                        </p:attrNameLst>
                                      </p:cBhvr>
                                      <p:to>
                                        <p:strVal val="visible"/>
                                      </p:to>
                                    </p:set>
                                    <p:animEffect transition="in" filter="fade">
                                      <p:cBhvr>
                                        <p:cTn id="45" dur="500"/>
                                        <p:tgtEl>
                                          <p:spTgt spid="48">
                                            <p:txEl>
                                              <p:pRg st="0" end="0"/>
                                            </p:txEl>
                                          </p:spTgt>
                                        </p:tgtEl>
                                      </p:cBhvr>
                                    </p:animEffect>
                                  </p:childTnLst>
                                </p:cTn>
                              </p:par>
                            </p:childTnLst>
                          </p:cTn>
                        </p:par>
                        <p:par>
                          <p:cTn id="46" fill="hold">
                            <p:stCondLst>
                              <p:cond delay="3000"/>
                            </p:stCondLst>
                            <p:childTnLst>
                              <p:par>
                                <p:cTn id="47" presetID="5" presetClass="entr" presetSubtype="10" fill="hold" nodeType="after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checkerboard(across)">
                                      <p:cBhvr>
                                        <p:cTn id="49" dur="500"/>
                                        <p:tgtEl>
                                          <p:spTgt spid="5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4">
                                            <p:txEl>
                                              <p:pRg st="0" end="0"/>
                                            </p:txEl>
                                          </p:spTgt>
                                        </p:tgtEl>
                                        <p:attrNameLst>
                                          <p:attrName>style.visibility</p:attrName>
                                        </p:attrNameLst>
                                      </p:cBhvr>
                                      <p:to>
                                        <p:strVal val="visible"/>
                                      </p:to>
                                    </p:set>
                                    <p:animEffect transition="in" filter="fade">
                                      <p:cBhvr>
                                        <p:cTn id="52"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4" grpId="0" build="p">
        <p:tmplLst>
          <p:tmpl lvl="1">
            <p:tnLst>
              <p:par>
                <p:cTn presetID="10"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8" grpId="0" build="p">
        <p:tmplLst>
          <p:tmpl lvl="1">
            <p:tnLst>
              <p:par>
                <p:cTn presetID="10"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54" grpId="0" build="p">
        <p:tmplLst>
          <p:tmpl lvl="1">
            <p:tnLst>
              <p:par>
                <p:cTn presetID="10"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Lst>
  </p:timing>
  <p:hf sldNum="0" hdr="0" ftr="0" dt="0"/>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841772"/>
            <a:ext cx="6858000" cy="1790700"/>
          </a:xfrm>
        </p:spPr>
        <p:txBody>
          <a:bodyPr anchor="b"/>
          <a:lstStyle>
            <a:lvl1pPr algn="ctr">
              <a:defRPr sz="4500"/>
            </a:lvl1pPr>
          </a:lstStyle>
          <a:p>
            <a:pPr fontAlgn="auto"/>
            <a:r>
              <a:rPr lang="zh-CN" altLang="en-US" strike="noStrike" noProof="1"/>
              <a:t>单击此处编辑母版标题样式</a:t>
            </a:r>
          </a:p>
        </p:txBody>
      </p:sp>
      <p:sp>
        <p:nvSpPr>
          <p:cNvPr id="3" name="副标题 2"/>
          <p:cNvSpPr>
            <a:spLocks noGrp="1"/>
          </p:cNvSpPr>
          <p:nvPr>
            <p:ph type="subTitle" idx="1"/>
          </p:nvPr>
        </p:nvSpPr>
        <p:spPr>
          <a:xfrm>
            <a:off x="1143000" y="2701529"/>
            <a:ext cx="6858000" cy="1241822"/>
          </a:xfrm>
        </p:spPr>
        <p:txBody>
          <a:bodyPr/>
          <a:lstStyle>
            <a:lvl1pPr marL="0" indent="0" algn="ctr">
              <a:buNone/>
              <a:defRPr sz="1800"/>
            </a:lvl1pPr>
            <a:lvl2pPr marL="342900" indent="0" algn="ctr">
              <a:buNone/>
              <a:defRPr sz="1500"/>
            </a:lvl2pPr>
            <a:lvl3pPr marL="685800" indent="0" algn="ctr">
              <a:buNone/>
              <a:defRPr sz="140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pPr fontAlgn="auto"/>
            <a:r>
              <a:rPr lang="zh-CN" altLang="en-US" strike="noStrike" noProof="1"/>
              <a:t>单击此处编辑母版副标题样式</a:t>
            </a:r>
          </a:p>
        </p:txBody>
      </p:sp>
      <p:sp>
        <p:nvSpPr>
          <p:cNvPr id="4" name="日期占位符 3"/>
          <p:cNvSpPr>
            <a:spLocks noGrp="1"/>
          </p:cNvSpPr>
          <p:nvPr>
            <p:ph type="dt" sz="half" idx="10"/>
          </p:nvPr>
        </p:nvSpPr>
        <p:spPr/>
        <p:txBody>
          <a:bodyPr/>
          <a:lstStyle/>
          <a:p>
            <a:pPr fontAlgn="auto"/>
            <a:fld id="{291A9C13-BFE5-4471-AD46-BEED093512AB}" type="datetime1">
              <a:rPr lang="zh-CN" altLang="en-US" strike="noStrike" noProof="1" smtClean="0">
                <a:latin typeface="+mn-lt"/>
                <a:ea typeface="+mn-ea"/>
                <a:cs typeface="+mn-cs"/>
              </a:rPr>
              <a:t>2025/4/11</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7D9BB5D0-35E4-459D-AEF3-FE4D7C45CC19}"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cover dir="r"/>
  </p:transition>
  <p:hf sldNum="0" hdr="0"/>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内容占位符 2"/>
          <p:cNvSpPr>
            <a:spLocks noGrp="1"/>
          </p:cNvSpPr>
          <p:nvPr>
            <p:ph idx="1"/>
          </p:nvPr>
        </p:nvSpPr>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日期占位符 3"/>
          <p:cNvSpPr>
            <a:spLocks noGrp="1"/>
          </p:cNvSpPr>
          <p:nvPr>
            <p:ph type="dt" sz="half" idx="10"/>
          </p:nvPr>
        </p:nvSpPr>
        <p:spPr/>
        <p:txBody>
          <a:bodyPr/>
          <a:lstStyle/>
          <a:p>
            <a:pPr fontAlgn="auto"/>
            <a:fld id="{382962A9-209C-4D81-809B-3302D00CAF5B}" type="datetime1">
              <a:rPr lang="zh-CN" altLang="en-US" strike="noStrike" noProof="1" smtClean="0">
                <a:latin typeface="+mn-lt"/>
                <a:ea typeface="+mn-ea"/>
                <a:cs typeface="+mn-cs"/>
              </a:rPr>
              <a:t>2025/4/11</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7D9BB5D0-35E4-459D-AEF3-FE4D7C45CC19}"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cover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内容占位符 2"/>
          <p:cNvSpPr>
            <a:spLocks noGrp="1"/>
          </p:cNvSpPr>
          <p:nvPr>
            <p:ph sz="half" idx="1"/>
          </p:nvPr>
        </p:nvSpPr>
        <p:spPr>
          <a:xfrm>
            <a:off x="628650" y="1369219"/>
            <a:ext cx="3886200" cy="3263504"/>
          </a:xfrm>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内容占位符 3"/>
          <p:cNvSpPr>
            <a:spLocks noGrp="1"/>
          </p:cNvSpPr>
          <p:nvPr>
            <p:ph sz="half" idx="2"/>
          </p:nvPr>
        </p:nvSpPr>
        <p:spPr>
          <a:xfrm>
            <a:off x="4629150" y="1369219"/>
            <a:ext cx="3886200" cy="3263504"/>
          </a:xfrm>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5" name="日期占位符 4"/>
          <p:cNvSpPr>
            <a:spLocks noGrp="1"/>
          </p:cNvSpPr>
          <p:nvPr>
            <p:ph type="dt" sz="half" idx="10"/>
          </p:nvPr>
        </p:nvSpPr>
        <p:spPr/>
        <p:txBody>
          <a:bodyPr/>
          <a:lstStyle/>
          <a:p>
            <a:pPr fontAlgn="auto"/>
            <a:fld id="{0ED7A07A-BC74-4815-9AAD-1EEFA22F4A70}" type="datetime1">
              <a:rPr lang="zh-CN" altLang="en-US" strike="noStrike" noProof="1" smtClean="0">
                <a:latin typeface="+mn-lt"/>
                <a:ea typeface="+mn-ea"/>
                <a:cs typeface="+mn-cs"/>
              </a:rPr>
              <a:t>2025/4/11</a:t>
            </a:fld>
            <a:endParaRPr lang="zh-CN" altLang="en-US" strike="noStrike" noProof="1"/>
          </a:p>
        </p:txBody>
      </p:sp>
      <p:sp>
        <p:nvSpPr>
          <p:cNvPr id="6" name="页脚占位符 5"/>
          <p:cNvSpPr>
            <a:spLocks noGrp="1"/>
          </p:cNvSpPr>
          <p:nvPr>
            <p:ph type="ftr" sz="quarter" idx="11"/>
          </p:nvPr>
        </p:nvSpPr>
        <p:spPr/>
        <p:txBody>
          <a:bodyPr/>
          <a:lstStyle/>
          <a:p>
            <a:pPr fontAlgn="auto"/>
            <a:endParaRPr lang="zh-CN" altLang="en-US" strike="noStrike" noProof="1"/>
          </a:p>
        </p:txBody>
      </p:sp>
      <p:sp>
        <p:nvSpPr>
          <p:cNvPr id="7" name="灯片编号占位符 6"/>
          <p:cNvSpPr>
            <a:spLocks noGrp="1"/>
          </p:cNvSpPr>
          <p:nvPr>
            <p:ph type="sldNum" sz="quarter" idx="12"/>
          </p:nvPr>
        </p:nvSpPr>
        <p:spPr/>
        <p:txBody>
          <a:bodyPr/>
          <a:lstStyle/>
          <a:p>
            <a:pPr fontAlgn="auto"/>
            <a:fld id="{7D9BB5D0-35E4-459D-AEF3-FE4D7C45CC19}"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cover dir="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29841" y="273847"/>
            <a:ext cx="7886700" cy="994172"/>
          </a:xfrm>
        </p:spPr>
        <p:txBody>
          <a:bodyPr/>
          <a:lstStyle/>
          <a:p>
            <a:pPr fontAlgn="auto"/>
            <a:r>
              <a:rPr lang="zh-CN" altLang="en-US" strike="noStrike" noProof="1"/>
              <a:t>单击此处编辑母版标题样式</a:t>
            </a:r>
          </a:p>
        </p:txBody>
      </p:sp>
      <p:sp>
        <p:nvSpPr>
          <p:cNvPr id="3" name="文本占位符 2"/>
          <p:cNvSpPr>
            <a:spLocks noGrp="1"/>
          </p:cNvSpPr>
          <p:nvPr>
            <p:ph type="body" idx="1"/>
          </p:nvPr>
        </p:nvSpPr>
        <p:spPr>
          <a:xfrm>
            <a:off x="890085" y="1333829"/>
            <a:ext cx="3655181" cy="617934"/>
          </a:xfrm>
        </p:spPr>
        <p:txBody>
          <a:bodyPr anchor="ctr" anchorCtr="0"/>
          <a:lstStyle>
            <a:lvl1pPr marL="0" indent="0">
              <a:buNone/>
              <a:defRPr sz="2100"/>
            </a:lvl1pPr>
            <a:lvl2pPr marL="342900" indent="0">
              <a:buNone/>
              <a:defRPr sz="1800"/>
            </a:lvl2pPr>
            <a:lvl3pPr marL="685800" indent="0">
              <a:buNone/>
              <a:defRPr sz="1500"/>
            </a:lvl3pPr>
            <a:lvl4pPr marL="1028700" indent="0">
              <a:buNone/>
              <a:defRPr sz="1400"/>
            </a:lvl4pPr>
            <a:lvl5pPr marL="1371600" indent="0">
              <a:buNone/>
              <a:defRPr sz="1400"/>
            </a:lvl5pPr>
            <a:lvl6pPr marL="1714500" indent="0">
              <a:buNone/>
              <a:defRPr sz="1400"/>
            </a:lvl6pPr>
            <a:lvl7pPr marL="2057400" indent="0">
              <a:buNone/>
              <a:defRPr sz="1400"/>
            </a:lvl7pPr>
            <a:lvl8pPr marL="2400300" indent="0">
              <a:buNone/>
              <a:defRPr sz="1400"/>
            </a:lvl8pPr>
            <a:lvl9pPr marL="2743200" indent="0">
              <a:buNone/>
              <a:defRPr sz="1400"/>
            </a:lvl9pPr>
          </a:lstStyle>
          <a:p>
            <a:pPr lvl="0" fontAlgn="auto"/>
            <a:r>
              <a:rPr lang="zh-CN" altLang="en-US" strike="noStrike" noProof="1"/>
              <a:t>单击此处编辑母版文本样式</a:t>
            </a:r>
          </a:p>
        </p:txBody>
      </p:sp>
      <p:sp>
        <p:nvSpPr>
          <p:cNvPr id="4" name="内容占位符 3"/>
          <p:cNvSpPr>
            <a:spLocks noGrp="1"/>
          </p:cNvSpPr>
          <p:nvPr>
            <p:ph sz="half" idx="2"/>
          </p:nvPr>
        </p:nvSpPr>
        <p:spPr>
          <a:xfrm>
            <a:off x="890085" y="1999034"/>
            <a:ext cx="3655181" cy="2643213"/>
          </a:xfrm>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5" name="文本占位符 4"/>
          <p:cNvSpPr>
            <a:spLocks noGrp="1"/>
          </p:cNvSpPr>
          <p:nvPr>
            <p:ph type="body" sz="quarter" idx="3"/>
          </p:nvPr>
        </p:nvSpPr>
        <p:spPr>
          <a:xfrm>
            <a:off x="4692704" y="1333829"/>
            <a:ext cx="3673182" cy="617934"/>
          </a:xfrm>
        </p:spPr>
        <p:txBody>
          <a:bodyPr anchor="ctr" anchorCtr="0"/>
          <a:lstStyle>
            <a:lvl1pPr marL="0" indent="0">
              <a:buNone/>
              <a:defRPr sz="2100"/>
            </a:lvl1pPr>
            <a:lvl2pPr marL="342900" indent="0">
              <a:buNone/>
              <a:defRPr sz="1800"/>
            </a:lvl2pPr>
            <a:lvl3pPr marL="685800" indent="0">
              <a:buNone/>
              <a:defRPr sz="1500"/>
            </a:lvl3pPr>
            <a:lvl4pPr marL="1028700" indent="0">
              <a:buNone/>
              <a:defRPr sz="1400"/>
            </a:lvl4pPr>
            <a:lvl5pPr marL="1371600" indent="0">
              <a:buNone/>
              <a:defRPr sz="1400"/>
            </a:lvl5pPr>
            <a:lvl6pPr marL="1714500" indent="0">
              <a:buNone/>
              <a:defRPr sz="1400"/>
            </a:lvl6pPr>
            <a:lvl7pPr marL="2057400" indent="0">
              <a:buNone/>
              <a:defRPr sz="1400"/>
            </a:lvl7pPr>
            <a:lvl8pPr marL="2400300" indent="0">
              <a:buNone/>
              <a:defRPr sz="1400"/>
            </a:lvl8pPr>
            <a:lvl9pPr marL="2743200" indent="0">
              <a:buNone/>
              <a:defRPr sz="1400"/>
            </a:lvl9pPr>
          </a:lstStyle>
          <a:p>
            <a:pPr lvl="0" fontAlgn="auto"/>
            <a:r>
              <a:rPr lang="zh-CN" altLang="en-US" strike="noStrike" noProof="1"/>
              <a:t>单击此处编辑母版文本样式</a:t>
            </a:r>
          </a:p>
        </p:txBody>
      </p:sp>
      <p:sp>
        <p:nvSpPr>
          <p:cNvPr id="6" name="内容占位符 5"/>
          <p:cNvSpPr>
            <a:spLocks noGrp="1"/>
          </p:cNvSpPr>
          <p:nvPr>
            <p:ph sz="quarter" idx="4"/>
          </p:nvPr>
        </p:nvSpPr>
        <p:spPr>
          <a:xfrm>
            <a:off x="4692704" y="1999034"/>
            <a:ext cx="3673182" cy="2643213"/>
          </a:xfrm>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7" name="日期占位符 6"/>
          <p:cNvSpPr>
            <a:spLocks noGrp="1"/>
          </p:cNvSpPr>
          <p:nvPr>
            <p:ph type="dt" sz="half" idx="10"/>
          </p:nvPr>
        </p:nvSpPr>
        <p:spPr/>
        <p:txBody>
          <a:bodyPr/>
          <a:lstStyle/>
          <a:p>
            <a:pPr fontAlgn="auto"/>
            <a:fld id="{338B9B29-E8F5-4738-B35C-EAEC33CEC292}" type="datetime1">
              <a:rPr lang="zh-CN" altLang="en-US" strike="noStrike" noProof="1" smtClean="0">
                <a:latin typeface="+mn-lt"/>
                <a:ea typeface="+mn-ea"/>
                <a:cs typeface="+mn-cs"/>
              </a:rPr>
              <a:t>2025/4/11</a:t>
            </a:fld>
            <a:endParaRPr lang="zh-CN" altLang="en-US" strike="noStrike" noProof="1"/>
          </a:p>
        </p:txBody>
      </p:sp>
      <p:sp>
        <p:nvSpPr>
          <p:cNvPr id="8" name="页脚占位符 7"/>
          <p:cNvSpPr>
            <a:spLocks noGrp="1"/>
          </p:cNvSpPr>
          <p:nvPr>
            <p:ph type="ftr" sz="quarter" idx="11"/>
          </p:nvPr>
        </p:nvSpPr>
        <p:spPr/>
        <p:txBody>
          <a:bodyPr/>
          <a:lstStyle/>
          <a:p>
            <a:pPr fontAlgn="auto"/>
            <a:endParaRPr lang="zh-CN" altLang="en-US" strike="noStrike" noProof="1"/>
          </a:p>
        </p:txBody>
      </p:sp>
      <p:sp>
        <p:nvSpPr>
          <p:cNvPr id="9" name="灯片编号占位符 8"/>
          <p:cNvSpPr>
            <a:spLocks noGrp="1"/>
          </p:cNvSpPr>
          <p:nvPr>
            <p:ph type="sldNum" sz="quarter" idx="12"/>
          </p:nvPr>
        </p:nvSpPr>
        <p:spPr/>
        <p:txBody>
          <a:bodyPr/>
          <a:lstStyle/>
          <a:p>
            <a:pPr fontAlgn="auto"/>
            <a:fld id="{7D9BB5D0-35E4-459D-AEF3-FE4D7C45CC19}"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cover dir="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base"/>
            <a:r>
              <a:rPr lang="zh-CN" altLang="en-US" strike="noStrike" noProof="1"/>
              <a:t>单击此处编辑母版标题样式</a:t>
            </a:r>
          </a:p>
        </p:txBody>
      </p:sp>
    </p:spTree>
  </p:cSld>
  <p:clrMapOvr>
    <a:masterClrMapping/>
  </p:clrMapOvr>
  <p:transition>
    <p:cover dir="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Tree>
  </p:cSld>
  <p:clrMapOvr>
    <a:masterClrMapping/>
  </p:clrMapOvr>
  <p:transition>
    <p:cover dir="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base"/>
            <a:r>
              <a:rPr lang="zh-CN" altLang="en-US" strike="noStrike" noProof="1"/>
              <a:t>单击此处编辑母版标题样式</a:t>
            </a:r>
          </a:p>
        </p:txBody>
      </p:sp>
      <p:sp>
        <p:nvSpPr>
          <p:cNvPr id="3" name="表格占位符 2"/>
          <p:cNvSpPr>
            <a:spLocks noGrp="1"/>
          </p:cNvSpPr>
          <p:nvPr>
            <p:ph type="tbl" idx="1"/>
          </p:nvPr>
        </p:nvSpPr>
        <p:spPr/>
        <p:txBody>
          <a:bodyPr/>
          <a:lstStyle/>
          <a:p>
            <a:pPr fontAlgn="base"/>
            <a:endParaRPr lang="zh-CN" altLang="en-US" strike="noStrike" noProof="1"/>
          </a:p>
        </p:txBody>
      </p:sp>
    </p:spTree>
  </p:cSld>
  <p:clrMapOvr>
    <a:masterClrMapping/>
  </p:clrMapOvr>
  <p:transition>
    <p:cover dir="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标题占位符 1"/>
          <p:cNvSpPr>
            <a:spLocks noGrp="1"/>
          </p:cNvSpPr>
          <p:nvPr>
            <p:ph type="title"/>
          </p:nvPr>
        </p:nvSpPr>
        <p:spPr>
          <a:xfrm>
            <a:off x="628650" y="273847"/>
            <a:ext cx="7886700" cy="994172"/>
          </a:xfrm>
          <a:prstGeom prst="rect">
            <a:avLst/>
          </a:prstGeom>
          <a:noFill/>
          <a:ln w="9525">
            <a:noFill/>
          </a:ln>
        </p:spPr>
        <p:txBody>
          <a:bodyPr vert="horz" lIns="68580" tIns="34290" rIns="68580" bIns="34290" anchor="ctr"/>
          <a:lstStyle/>
          <a:p>
            <a:pPr lvl="0"/>
            <a:r>
              <a:rPr lang="zh-CN" altLang="en-US"/>
              <a:t>单击此处编辑母版标题样式</a:t>
            </a:r>
          </a:p>
        </p:txBody>
      </p:sp>
      <p:sp>
        <p:nvSpPr>
          <p:cNvPr id="1027" name="文本占位符 2"/>
          <p:cNvSpPr>
            <a:spLocks noGrp="1"/>
          </p:cNvSpPr>
          <p:nvPr>
            <p:ph type="body"/>
          </p:nvPr>
        </p:nvSpPr>
        <p:spPr>
          <a:xfrm>
            <a:off x="628650" y="1369219"/>
            <a:ext cx="7886700" cy="3263504"/>
          </a:xfrm>
          <a:prstGeom prst="rect">
            <a:avLst/>
          </a:prstGeom>
          <a:noFill/>
          <a:ln w="9525">
            <a:noFill/>
          </a:ln>
        </p:spPr>
        <p:txBody>
          <a:bodyPr vert="horz" lIns="68580" tIns="34290" rIns="68580" bIns="34290" anchor="t"/>
          <a:lstStyle/>
          <a:p>
            <a:pPr lvl="0" indent="-171450"/>
            <a:r>
              <a:rPr lang="zh-CN" altLang="en-US"/>
              <a:t>单击此处编辑母版文本样式</a:t>
            </a:r>
          </a:p>
          <a:p>
            <a:pPr lvl="1" indent="-171450"/>
            <a:r>
              <a:rPr lang="zh-CN" altLang="en-US"/>
              <a:t>第二级</a:t>
            </a:r>
          </a:p>
          <a:p>
            <a:pPr lvl="2" indent="-171450"/>
            <a:r>
              <a:rPr lang="zh-CN" altLang="en-US"/>
              <a:t>第三级</a:t>
            </a:r>
          </a:p>
          <a:p>
            <a:pPr lvl="3" indent="-171450"/>
            <a:r>
              <a:rPr lang="zh-CN" altLang="en-US"/>
              <a:t>第四级</a:t>
            </a:r>
          </a:p>
          <a:p>
            <a:pPr lvl="4" indent="-171450"/>
            <a:r>
              <a:rPr lang="zh-CN" altLang="en-US"/>
              <a:t>第五级</a:t>
            </a:r>
          </a:p>
        </p:txBody>
      </p:sp>
      <p:sp>
        <p:nvSpPr>
          <p:cNvPr id="4" name="日期占位符 3"/>
          <p:cNvSpPr>
            <a:spLocks noGrp="1"/>
          </p:cNvSpPr>
          <p:nvPr>
            <p:ph type="dt" sz="half" idx="2"/>
          </p:nvPr>
        </p:nvSpPr>
        <p:spPr>
          <a:xfrm>
            <a:off x="628650" y="4767266"/>
            <a:ext cx="2057400" cy="273844"/>
          </a:xfrm>
          <a:prstGeom prst="rect">
            <a:avLst/>
          </a:prstGeom>
        </p:spPr>
        <p:txBody>
          <a:bodyPr vert="horz" lIns="68580" tIns="34290" rIns="68580" bIns="34290" rtlCol="0" anchor="ctr"/>
          <a:lstStyle>
            <a:lvl1pPr algn="l">
              <a:defRPr sz="900">
                <a:solidFill>
                  <a:schemeClr val="tx1">
                    <a:tint val="75000"/>
                  </a:schemeClr>
                </a:solidFill>
              </a:defRPr>
            </a:lvl1pPr>
          </a:lstStyle>
          <a:p>
            <a:pPr fontAlgn="auto"/>
            <a:fld id="{0C112D2C-E02A-4D7A-B047-EE038A30D4CA}" type="datetime1">
              <a:rPr lang="zh-CN" altLang="en-US" strike="noStrike" noProof="1" smtClean="0">
                <a:latin typeface="+mn-lt"/>
                <a:ea typeface="+mn-ea"/>
                <a:cs typeface="+mn-cs"/>
              </a:rPr>
              <a:t>2025/4/11</a:t>
            </a:fld>
            <a:endParaRPr lang="zh-CN" altLang="en-US" strike="noStrike" noProof="1"/>
          </a:p>
        </p:txBody>
      </p:sp>
      <p:sp>
        <p:nvSpPr>
          <p:cNvPr id="5" name="页脚占位符 4"/>
          <p:cNvSpPr>
            <a:spLocks noGrp="1"/>
          </p:cNvSpPr>
          <p:nvPr>
            <p:ph type="ftr" sz="quarter" idx="3"/>
          </p:nvPr>
        </p:nvSpPr>
        <p:spPr>
          <a:xfrm>
            <a:off x="3028950" y="4767266"/>
            <a:ext cx="3086100" cy="273844"/>
          </a:xfrm>
          <a:prstGeom prst="rect">
            <a:avLst/>
          </a:prstGeom>
        </p:spPr>
        <p:txBody>
          <a:bodyPr vert="horz" lIns="68580" tIns="34290" rIns="68580" bIns="34290" rtlCol="0" anchor="ctr"/>
          <a:lstStyle>
            <a:lvl1pPr algn="ctr">
              <a:defRPr sz="900">
                <a:solidFill>
                  <a:schemeClr val="tx1">
                    <a:tint val="75000"/>
                  </a:schemeClr>
                </a:solidFill>
              </a:defRPr>
            </a:lvl1pPr>
          </a:lstStyle>
          <a:p>
            <a:pPr fontAlgn="auto"/>
            <a:endParaRPr lang="zh-CN" altLang="en-US" strike="noStrike" noProof="1"/>
          </a:p>
        </p:txBody>
      </p:sp>
      <p:sp>
        <p:nvSpPr>
          <p:cNvPr id="6" name="灯片编号占位符 5"/>
          <p:cNvSpPr>
            <a:spLocks noGrp="1"/>
          </p:cNvSpPr>
          <p:nvPr>
            <p:ph type="sldNum" sz="quarter" idx="4"/>
          </p:nvPr>
        </p:nvSpPr>
        <p:spPr>
          <a:xfrm>
            <a:off x="6457950" y="4767266"/>
            <a:ext cx="2057400" cy="273844"/>
          </a:xfrm>
          <a:prstGeom prst="rect">
            <a:avLst/>
          </a:prstGeom>
        </p:spPr>
        <p:txBody>
          <a:bodyPr vert="horz" lIns="68580" tIns="34290" rIns="68580" bIns="34290" rtlCol="0" anchor="ctr"/>
          <a:lstStyle>
            <a:lvl1pPr algn="r">
              <a:defRPr sz="900">
                <a:solidFill>
                  <a:schemeClr val="tx1">
                    <a:tint val="75000"/>
                  </a:schemeClr>
                </a:solidFill>
              </a:defRPr>
            </a:lvl1pPr>
          </a:lstStyle>
          <a:p>
            <a:pPr fontAlgn="auto"/>
            <a:fld id="{7D9BB5D0-35E4-459D-AEF3-FE4D7C45CC19}" type="slidenum">
              <a:rPr lang="zh-CN" altLang="en-US" strike="noStrike" noProof="1" smtClean="0">
                <a:latin typeface="+mn-lt"/>
                <a:ea typeface="+mn-ea"/>
                <a:cs typeface="+mn-cs"/>
              </a:rPr>
              <a:t>‹#›</a:t>
            </a:fld>
            <a:endParaRPr lang="zh-CN" altLang="en-US" strike="noStrike" noProof="1"/>
          </a:p>
        </p:txBody>
      </p:sp>
    </p:spTree>
  </p:cSld>
  <p:clrMap bg1="lt1" tx1="dk1" bg2="lt2" tx2="dk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 id="2147483679" r:id="rId5"/>
    <p:sldLayoutId id="2147483668" r:id="rId6"/>
    <p:sldLayoutId id="2147483669" r:id="rId7"/>
    <p:sldLayoutId id="2147483680" r:id="rId8"/>
    <p:sldLayoutId id="2147483670" r:id="rId9"/>
    <p:sldLayoutId id="2147483671" r:id="rId10"/>
    <p:sldLayoutId id="2147483672" r:id="rId11"/>
    <p:sldLayoutId id="2147483673" r:id="rId12"/>
    <p:sldLayoutId id="2147483674" r:id="rId13"/>
    <p:sldLayoutId id="2147483675" r:id="rId14"/>
    <p:sldLayoutId id="2147483676" r:id="rId15"/>
  </p:sldLayoutIdLst>
  <p:transition>
    <p:cover dir="r"/>
  </p:transition>
  <p:hf sldNum="0" hdr="0" ftr="0" dt="0"/>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8.png"/><Relationship Id="rId1" Type="http://schemas.openxmlformats.org/officeDocument/2006/relationships/slideLayout" Target="../slideLayouts/slideLayout2.xml"/><Relationship Id="rId4" Type="http://schemas.openxmlformats.org/officeDocument/2006/relationships/image" Target="../media/image8.emf"/></Relationships>
</file>

<file path=ppt/slides/_rels/slide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6.png"/><Relationship Id="rId1" Type="http://schemas.openxmlformats.org/officeDocument/2006/relationships/slideLayout" Target="../slideLayouts/slideLayout2.xml"/><Relationship Id="rId5" Type="http://schemas.openxmlformats.org/officeDocument/2006/relationships/image" Target="../media/image12.emf"/><Relationship Id="rId4" Type="http://schemas.openxmlformats.org/officeDocument/2006/relationships/image" Target="../media/image11.emf"/></Relationships>
</file>

<file path=ppt/slides/_rels/slide11.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1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image" Target="../media/image27.png"/><Relationship Id="rId1" Type="http://schemas.openxmlformats.org/officeDocument/2006/relationships/slideLayout" Target="../slideLayouts/slideLayout2.xml"/><Relationship Id="rId4" Type="http://schemas.openxmlformats.org/officeDocument/2006/relationships/image" Target="../media/image28.png"/></Relationships>
</file>

<file path=ppt/slides/_rels/slide1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18.png"/><Relationship Id="rId1" Type="http://schemas.openxmlformats.org/officeDocument/2006/relationships/slideLayout" Target="../slideLayouts/slideLayout2.xml"/><Relationship Id="rId4" Type="http://schemas.openxmlformats.org/officeDocument/2006/relationships/image" Target="../media/image19.emf"/></Relationships>
</file>

<file path=ppt/slides/_rels/slide28.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21.emf"/><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32.png"/></Relationships>
</file>

<file path=ppt/slides/_rels/slide36.xml.rels><?xml version="1.0" encoding="UTF-8" standalone="yes"?>
<Relationships xmlns="http://schemas.openxmlformats.org/package/2006/relationships"><Relationship Id="rId2" Type="http://schemas.openxmlformats.org/officeDocument/2006/relationships/image" Target="../media/image33.emf"/><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34.emf"/><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image" Target="../media/image45.png"/><Relationship Id="rId1" Type="http://schemas.openxmlformats.org/officeDocument/2006/relationships/slideLayout" Target="../slideLayouts/slideLayout2.xml"/><Relationship Id="rId5" Type="http://schemas.openxmlformats.org/officeDocument/2006/relationships/image" Target="../media/image41.png"/><Relationship Id="rId4" Type="http://schemas.openxmlformats.org/officeDocument/2006/relationships/image" Target="../media/image36.emf"/></Relationships>
</file>

<file path=ppt/slides/_rels/slide4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4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4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4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4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5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6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7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8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9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10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10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4.xml"/></Relationships>
</file>

<file path=ppt/slides/_rels/slide10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image" Target="../media/image42.png"/><Relationship Id="rId1" Type="http://schemas.openxmlformats.org/officeDocument/2006/relationships/slideLayout" Target="../slideLayouts/slideLayout2.xml"/><Relationship Id="rId5" Type="http://schemas.openxmlformats.org/officeDocument/2006/relationships/image" Target="../media/image36.emf"/><Relationship Id="rId4" Type="http://schemas.openxmlformats.org/officeDocument/2006/relationships/image" Target="../media/image37.png"/></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440.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38.emf"/><Relationship Id="rId2" Type="http://schemas.openxmlformats.org/officeDocument/2006/relationships/image" Target="../media/image55.png"/><Relationship Id="rId1" Type="http://schemas.openxmlformats.org/officeDocument/2006/relationships/slideLayout" Target="../slideLayouts/slideLayout2.xml"/><Relationship Id="rId5" Type="http://schemas.openxmlformats.org/officeDocument/2006/relationships/image" Target="../media/image58.png"/><Relationship Id="rId4" Type="http://schemas.openxmlformats.org/officeDocument/2006/relationships/image" Target="../media/image39.emf"/></Relationships>
</file>

<file path=ppt/slides/_rels/slide11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40.emf"/><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43.emf"/><Relationship Id="rId2" Type="http://schemas.openxmlformats.org/officeDocument/2006/relationships/image" Target="../media/image42.emf"/><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45.emf"/><Relationship Id="rId2" Type="http://schemas.openxmlformats.org/officeDocument/2006/relationships/image" Target="../media/image44.png"/><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120.xml.rels><?xml version="1.0" encoding="UTF-8" standalone="yes"?>
<Relationships xmlns="http://schemas.openxmlformats.org/package/2006/relationships"><Relationship Id="rId2" Type="http://schemas.openxmlformats.org/officeDocument/2006/relationships/image" Target="../media/image520.pn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540.png"/><Relationship Id="rId2" Type="http://schemas.openxmlformats.org/officeDocument/2006/relationships/image" Target="../media/image520.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540.png"/><Relationship Id="rId2" Type="http://schemas.openxmlformats.org/officeDocument/2006/relationships/image" Target="../media/image520.png"/><Relationship Id="rId1" Type="http://schemas.openxmlformats.org/officeDocument/2006/relationships/slideLayout" Target="../slideLayouts/slideLayout2.xml"/><Relationship Id="rId4" Type="http://schemas.openxmlformats.org/officeDocument/2006/relationships/image" Target="../media/image550.png"/></Relationships>
</file>

<file path=ppt/slides/_rels/slide123.xml.rels><?xml version="1.0" encoding="UTF-8" standalone="yes"?>
<Relationships xmlns="http://schemas.openxmlformats.org/package/2006/relationships"><Relationship Id="rId3" Type="http://schemas.openxmlformats.org/officeDocument/2006/relationships/image" Target="../media/image540.png"/><Relationship Id="rId2" Type="http://schemas.openxmlformats.org/officeDocument/2006/relationships/image" Target="../media/image520.png"/><Relationship Id="rId1" Type="http://schemas.openxmlformats.org/officeDocument/2006/relationships/slideLayout" Target="../slideLayouts/slideLayout2.xml"/><Relationship Id="rId5" Type="http://schemas.openxmlformats.org/officeDocument/2006/relationships/image" Target="../media/image56.png"/><Relationship Id="rId4" Type="http://schemas.openxmlformats.org/officeDocument/2006/relationships/image" Target="../media/image550.png"/></Relationships>
</file>

<file path=ppt/slides/_rels/slide124.xml.rels><?xml version="1.0" encoding="UTF-8" standalone="yes"?>
<Relationships xmlns="http://schemas.openxmlformats.org/package/2006/relationships"><Relationship Id="rId3" Type="http://schemas.openxmlformats.org/officeDocument/2006/relationships/image" Target="../media/image540.png"/><Relationship Id="rId7" Type="http://schemas.openxmlformats.org/officeDocument/2006/relationships/image" Target="../media/image580.png"/><Relationship Id="rId2" Type="http://schemas.openxmlformats.org/officeDocument/2006/relationships/image" Target="../media/image520.png"/><Relationship Id="rId1" Type="http://schemas.openxmlformats.org/officeDocument/2006/relationships/slideLayout" Target="../slideLayouts/slideLayout2.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0.png"/></Relationships>
</file>

<file path=ppt/slides/_rels/slide125.xml.rels><?xml version="1.0" encoding="UTF-8" standalone="yes"?>
<Relationships xmlns="http://schemas.openxmlformats.org/package/2006/relationships"><Relationship Id="rId3" Type="http://schemas.openxmlformats.org/officeDocument/2006/relationships/image" Target="../media/image540.png"/><Relationship Id="rId7" Type="http://schemas.openxmlformats.org/officeDocument/2006/relationships/image" Target="../media/image590.png"/><Relationship Id="rId2" Type="http://schemas.openxmlformats.org/officeDocument/2006/relationships/image" Target="../media/image520.png"/><Relationship Id="rId1" Type="http://schemas.openxmlformats.org/officeDocument/2006/relationships/slideLayout" Target="../slideLayouts/slideLayout2.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0.png"/></Relationships>
</file>

<file path=ppt/slides/_rels/slide126.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image" Target="../media/image71.png"/><Relationship Id="rId1" Type="http://schemas.openxmlformats.org/officeDocument/2006/relationships/slideLayout" Target="../slideLayouts/slideLayout2.xml"/><Relationship Id="rId4" Type="http://schemas.openxmlformats.org/officeDocument/2006/relationships/image" Target="../media/image73.png"/></Relationships>
</file>

<file path=ppt/slides/_rels/slide176.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image" Target="../media/image74.png"/><Relationship Id="rId1" Type="http://schemas.openxmlformats.org/officeDocument/2006/relationships/slideLayout" Target="../slideLayouts/slideLayout2.xml"/><Relationship Id="rId4" Type="http://schemas.openxmlformats.org/officeDocument/2006/relationships/image" Target="../media/image660.png"/></Relationships>
</file>

<file path=ppt/slides/_rels/slide177.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image" Target="../media/image48.emf"/><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8" Type="http://schemas.openxmlformats.org/officeDocument/2006/relationships/image" Target="../media/image82.png"/><Relationship Id="rId3" Type="http://schemas.openxmlformats.org/officeDocument/2006/relationships/image" Target="../media/image48.emf"/><Relationship Id="rId7" Type="http://schemas.openxmlformats.org/officeDocument/2006/relationships/image" Target="../media/image81.png"/><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49.png"/><Relationship Id="rId9" Type="http://schemas.openxmlformats.org/officeDocument/2006/relationships/image" Target="../media/image83.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image" Target="../media/image85.png"/><Relationship Id="rId1" Type="http://schemas.openxmlformats.org/officeDocument/2006/relationships/slideLayout" Target="../slideLayouts/slideLayout2.xml"/><Relationship Id="rId4" Type="http://schemas.openxmlformats.org/officeDocument/2006/relationships/image" Target="../media/image87.png"/></Relationships>
</file>

<file path=ppt/slides/_rels/slide183.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image" Target="../media/image67.png"/><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image" Target="../media/image89.png"/><Relationship Id="rId1" Type="http://schemas.openxmlformats.org/officeDocument/2006/relationships/slideLayout" Target="../slideLayouts/slideLayout2.xml"/><Relationship Id="rId5" Type="http://schemas.openxmlformats.org/officeDocument/2006/relationships/hyperlink" Target="&#26368;&#30701;&#36335;&#24452;&#65288;&#21333;&#28304;&#12289;&#22810;&#28304;&#65289;&#23454;&#29616;&#38142;&#25509;.txt" TargetMode="External"/><Relationship Id="rId4" Type="http://schemas.openxmlformats.org/officeDocument/2006/relationships/image" Target="../media/image6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2"/>
          </p:nvPr>
        </p:nvSpPr>
        <p:spPr/>
        <p:txBody>
          <a:bodyPr/>
          <a:lstStyle/>
          <a:p>
            <a:pPr marL="0" indent="0" algn="ctr">
              <a:buNone/>
            </a:pPr>
            <a:r>
              <a:rPr lang="zh-CN" altLang="en-US" dirty="0"/>
              <a:t>图</a:t>
            </a:r>
          </a:p>
        </p:txBody>
      </p:sp>
      <p:sp>
        <p:nvSpPr>
          <p:cNvPr id="5" name="文本占位符 4"/>
          <p:cNvSpPr>
            <a:spLocks noGrp="1"/>
          </p:cNvSpPr>
          <p:nvPr>
            <p:ph type="body" sz="quarter" idx="13"/>
          </p:nvPr>
        </p:nvSpPr>
        <p:spPr/>
        <p:txBody>
          <a:bodyPr/>
          <a:lstStyle/>
          <a:p>
            <a:r>
              <a:rPr lang="en-US" altLang="zh-CN" dirty="0">
                <a:solidFill>
                  <a:srgbClr val="7030A0"/>
                </a:solidFill>
              </a:rPr>
              <a:t>7</a:t>
            </a:r>
            <a:endParaRPr lang="zh-CN" altLang="en-US" dirty="0">
              <a:solidFill>
                <a:srgbClr val="7030A0"/>
              </a:solidFill>
            </a:endParaRPr>
          </a:p>
        </p:txBody>
      </p:sp>
    </p:spTree>
    <p:extLst>
      <p:ext uri="{BB962C8B-B14F-4D97-AF65-F5344CB8AC3E}">
        <p14:creationId xmlns:p14="http://schemas.microsoft.com/office/powerpoint/2010/main" val="7799524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 name="内容占位符 5">
            <a:extLst>
              <a:ext uri="{FF2B5EF4-FFF2-40B4-BE49-F238E27FC236}">
                <a16:creationId xmlns:a16="http://schemas.microsoft.com/office/drawing/2014/main" id="{94BFE1AD-1AA0-4A96-B64B-2E93A0C9842D}"/>
              </a:ext>
            </a:extLst>
          </p:cNvPr>
          <p:cNvSpPr>
            <a:spLocks noGrp="1"/>
          </p:cNvSpPr>
          <p:nvPr>
            <p:ph sz="quarter" idx="11"/>
          </p:nvPr>
        </p:nvSpPr>
        <p:spPr>
          <a:xfrm>
            <a:off x="539552" y="1131590"/>
            <a:ext cx="8064896" cy="2808312"/>
          </a:xfrm>
        </p:spPr>
        <p:txBody>
          <a:bodyPr/>
          <a:lstStyle/>
          <a:p>
            <a:pPr algn="just" eaLnBrk="0" hangingPunct="0">
              <a:spcBef>
                <a:spcPts val="0"/>
              </a:spcBef>
            </a:pPr>
            <a:r>
              <a:rPr lang="zh-CN" altLang="en-US" sz="1600" dirty="0"/>
              <a:t>图以离散对象的二元关系结构为研究对象</a:t>
            </a:r>
            <a:r>
              <a:rPr lang="en-US" altLang="zh-CN" sz="1600" dirty="0"/>
              <a:t>, </a:t>
            </a:r>
            <a:r>
              <a:rPr lang="zh-CN" altLang="en-US" sz="1600" dirty="0"/>
              <a:t>是一种复杂的非线性结构。</a:t>
            </a:r>
            <a:endParaRPr lang="en-US" altLang="zh-CN" sz="1600" dirty="0"/>
          </a:p>
          <a:p>
            <a:pPr algn="just" eaLnBrk="0" hangingPunct="0">
              <a:spcBef>
                <a:spcPts val="0"/>
              </a:spcBef>
            </a:pPr>
            <a:r>
              <a:rPr lang="zh-CN" altLang="en-US" sz="1600" dirty="0"/>
              <a:t>在现实中的许多问题中</a:t>
            </a:r>
            <a:r>
              <a:rPr lang="en-US" altLang="zh-CN" sz="1600" dirty="0"/>
              <a:t>, </a:t>
            </a:r>
            <a:r>
              <a:rPr lang="zh-CN" altLang="en-US" sz="1600" dirty="0"/>
              <a:t>如电网络问题、交通网络问题、运输的优化问题、社会学中某类关系的研究</a:t>
            </a:r>
            <a:r>
              <a:rPr lang="en-US" altLang="zh-CN" sz="1600" dirty="0"/>
              <a:t>, </a:t>
            </a:r>
            <a:r>
              <a:rPr lang="zh-CN" altLang="en-US" sz="1600" dirty="0"/>
              <a:t>都可以用图这类数学模型进行研究和处理。</a:t>
            </a:r>
            <a:endParaRPr lang="en-US" altLang="zh-CN" sz="1600" dirty="0"/>
          </a:p>
          <a:p>
            <a:pPr algn="just" eaLnBrk="0" hangingPunct="0">
              <a:spcBef>
                <a:spcPts val="0"/>
              </a:spcBef>
            </a:pPr>
            <a:r>
              <a:rPr lang="zh-CN" altLang="en-US" sz="1600" dirty="0"/>
              <a:t>在计算机科学的许多领域中</a:t>
            </a:r>
            <a:r>
              <a:rPr lang="en-US" altLang="zh-CN" sz="1600" dirty="0"/>
              <a:t>, </a:t>
            </a:r>
            <a:r>
              <a:rPr lang="zh-CN" altLang="en-US" sz="1600" dirty="0"/>
              <a:t>如开关理论与逻辑设计、人工智能、形式语言与自动机、操作系统、编译程序、信息检索、</a:t>
            </a:r>
            <a:r>
              <a:rPr lang="en-US" altLang="zh-CN" sz="1600" dirty="0"/>
              <a:t>Petri</a:t>
            </a:r>
            <a:r>
              <a:rPr lang="zh-CN" altLang="en-US" sz="1600" dirty="0"/>
              <a:t>网和复杂网络等</a:t>
            </a:r>
            <a:r>
              <a:rPr lang="en-US" altLang="zh-CN" sz="1600" dirty="0"/>
              <a:t>, </a:t>
            </a:r>
            <a:r>
              <a:rPr lang="zh-CN" altLang="en-US" sz="1600" dirty="0"/>
              <a:t>图和图的理论也有很多重要的应用。</a:t>
            </a:r>
            <a:endParaRPr lang="en-US" altLang="zh-CN" sz="1600" dirty="0"/>
          </a:p>
        </p:txBody>
      </p:sp>
      <p:sp>
        <p:nvSpPr>
          <p:cNvPr id="4" name="文本框 3"/>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引言</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fade">
                                      <p:cBhvr>
                                        <p:cTn id="12" dur="5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fade">
                                      <p:cBhvr>
                                        <p:cTn id="17"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3261152" y="1794391"/>
            <a:ext cx="4479200" cy="800930"/>
          </a:xfrm>
        </p:spPr>
        <p:txBody>
          <a:bodyPr/>
          <a:lstStyle/>
          <a:p>
            <a:r>
              <a:rPr lang="zh-CN" altLang="en-US" dirty="0"/>
              <a:t>图的基本概念</a:t>
            </a:r>
          </a:p>
        </p:txBody>
      </p:sp>
      <p:sp>
        <p:nvSpPr>
          <p:cNvPr id="5" name="文本占位符 4"/>
          <p:cNvSpPr>
            <a:spLocks noGrp="1"/>
          </p:cNvSpPr>
          <p:nvPr>
            <p:ph type="body" sz="quarter" idx="11"/>
          </p:nvPr>
        </p:nvSpPr>
        <p:spPr/>
        <p:txBody>
          <a:bodyPr/>
          <a:lstStyle/>
          <a:p>
            <a:r>
              <a:rPr lang="en-US" altLang="zh-CN" dirty="0"/>
              <a:t>01</a:t>
            </a:r>
            <a:endParaRPr lang="zh-CN" altLang="en-US" dirty="0"/>
          </a:p>
        </p:txBody>
      </p:sp>
      <p:sp>
        <p:nvSpPr>
          <p:cNvPr id="2" name="矩形 1"/>
          <p:cNvSpPr/>
          <p:nvPr/>
        </p:nvSpPr>
        <p:spPr>
          <a:xfrm>
            <a:off x="179512" y="437195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70231823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内容占位符 3">
                <a:extLst>
                  <a:ext uri="{FF2B5EF4-FFF2-40B4-BE49-F238E27FC236}">
                    <a16:creationId xmlns:a16="http://schemas.microsoft.com/office/drawing/2014/main" id="{DE0BACB9-2923-47AF-875D-C5C782548029}"/>
                  </a:ext>
                </a:extLst>
              </p:cNvPr>
              <p:cNvSpPr>
                <a:spLocks noGrp="1"/>
              </p:cNvSpPr>
              <p:nvPr>
                <p:ph sz="quarter" idx="11"/>
              </p:nvPr>
            </p:nvSpPr>
            <p:spPr>
              <a:xfrm>
                <a:off x="467544" y="1132903"/>
                <a:ext cx="8208912" cy="2302943"/>
              </a:xfrm>
            </p:spPr>
            <p:txBody>
              <a:bodyPr/>
              <a:lstStyle/>
              <a:p>
                <a:pPr algn="just">
                  <a:lnSpc>
                    <a:spcPts val="2500"/>
                  </a:lnSpc>
                  <a:spcBef>
                    <a:spcPts val="0"/>
                  </a:spcBef>
                </a:pPr>
                <a:r>
                  <a:rPr lang="en-US" altLang="zh-CN" sz="1600" dirty="0"/>
                  <a:t>   </a:t>
                </a:r>
                <a:r>
                  <a:rPr lang="zh-CN" altLang="zh-CN" sz="1600" dirty="0"/>
                  <a:t>称有序二元组</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t>是一个图，若其中</a:t>
                </a:r>
                <a14:m>
                  <m:oMath xmlns:m="http://schemas.openxmlformats.org/officeDocument/2006/math">
                    <m:r>
                      <a:rPr lang="en-US" altLang="zh-CN" sz="1600" i="1">
                        <a:latin typeface="Cambria Math" panose="02040503050406030204" pitchFamily="18" charset="0"/>
                      </a:rPr>
                      <m:t>𝑉</m:t>
                    </m:r>
                  </m:oMath>
                </a14:m>
                <a:r>
                  <a:rPr lang="zh-CN" altLang="zh-CN" sz="1600" dirty="0"/>
                  <a:t>是一个非空有限集合（或称顶点集），</a:t>
                </a:r>
                <a14:m>
                  <m:oMath xmlns:m="http://schemas.openxmlformats.org/officeDocument/2006/math">
                    <m:r>
                      <a:rPr lang="en-US" altLang="zh-CN" sz="1600" i="1">
                        <a:latin typeface="Cambria Math" panose="02040503050406030204" pitchFamily="18" charset="0"/>
                      </a:rPr>
                      <m:t>𝑉</m:t>
                    </m:r>
                  </m:oMath>
                </a14:m>
                <a:r>
                  <a:rPr lang="zh-CN" altLang="zh-CN" sz="1600" dirty="0"/>
                  <a:t>中的数据元素称为顶点</a:t>
                </a:r>
                <a14:m>
                  <m:oMath xmlns:m="http://schemas.openxmlformats.org/officeDocument/2006/math">
                    <m:r>
                      <a:rPr lang="zh-CN" altLang="zh-CN" sz="1600">
                        <a:latin typeface="Cambria Math" panose="02040503050406030204" pitchFamily="18" charset="0"/>
                      </a:rPr>
                      <m:t>，</m:t>
                    </m:r>
                    <m:r>
                      <a:rPr lang="en-US" altLang="zh-CN" sz="1600" i="1">
                        <a:latin typeface="Cambria Math" panose="02040503050406030204" pitchFamily="18" charset="0"/>
                      </a:rPr>
                      <m:t>𝐸</m:t>
                    </m:r>
                  </m:oMath>
                </a14:m>
                <a:r>
                  <a:rPr lang="zh-CN" altLang="zh-CN" sz="1600" dirty="0"/>
                  <a:t>是</a:t>
                </a:r>
                <a14:m>
                  <m:oMath xmlns:m="http://schemas.openxmlformats.org/officeDocument/2006/math">
                    <m:r>
                      <a:rPr lang="en-US" altLang="zh-CN" sz="1600" i="1">
                        <a:latin typeface="Cambria Math" panose="02040503050406030204" pitchFamily="18" charset="0"/>
                      </a:rPr>
                      <m:t>𝑉</m:t>
                    </m:r>
                  </m:oMath>
                </a14:m>
                <a:r>
                  <a:rPr lang="zh-CN" altLang="zh-CN" sz="1600" dirty="0"/>
                  <a:t>上的二元关系，称</a:t>
                </a:r>
                <a14:m>
                  <m:oMath xmlns:m="http://schemas.openxmlformats.org/officeDocument/2006/math">
                    <m:r>
                      <a:rPr lang="en-US" altLang="zh-CN" sz="1600" i="1">
                        <a:latin typeface="Cambria Math" panose="02040503050406030204" pitchFamily="18" charset="0"/>
                      </a:rPr>
                      <m:t>𝐸</m:t>
                    </m:r>
                  </m:oMath>
                </a14:m>
                <a:r>
                  <a:rPr lang="zh-CN" altLang="zh-CN" sz="1600" dirty="0"/>
                  <a:t>为边集。</a:t>
                </a:r>
              </a:p>
              <a:p>
                <a:pPr algn="just">
                  <a:lnSpc>
                    <a:spcPts val="2500"/>
                  </a:lnSpc>
                  <a:spcBef>
                    <a:spcPts val="0"/>
                  </a:spcBef>
                </a:pPr>
                <a:r>
                  <a:rPr lang="en-US" altLang="zh-CN" sz="1600" dirty="0"/>
                  <a:t>  </a:t>
                </a:r>
                <a:r>
                  <a:rPr lang="zh-CN" altLang="zh-CN" sz="1600" dirty="0"/>
                  <a:t>（</a:t>
                </a:r>
                <a:r>
                  <a:rPr lang="en-US" altLang="zh-CN" sz="1600" dirty="0"/>
                  <a:t>1</a:t>
                </a:r>
                <a:r>
                  <a:rPr lang="zh-CN" altLang="zh-CN" sz="1600" dirty="0"/>
                  <a:t>）若</a:t>
                </a:r>
                <a14:m>
                  <m:oMath xmlns:m="http://schemas.openxmlformats.org/officeDocument/2006/math">
                    <m:r>
                      <a:rPr lang="en-US" altLang="zh-CN" sz="1600" i="1">
                        <a:latin typeface="Cambria Math" panose="02040503050406030204" pitchFamily="18" charset="0"/>
                      </a:rPr>
                      <m:t>𝐸</m:t>
                    </m:r>
                  </m:oMath>
                </a14:m>
                <a:r>
                  <a:rPr lang="zh-CN" altLang="zh-CN" sz="1600" dirty="0"/>
                  <a:t>中的顶点对（或序偶）</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是无序的，则称</a:t>
                </a:r>
                <a14:m>
                  <m:oMath xmlns:m="http://schemas.openxmlformats.org/officeDocument/2006/math">
                    <m:r>
                      <a:rPr lang="en-US" altLang="zh-CN" sz="1600" i="1">
                        <a:latin typeface="Cambria Math" panose="02040503050406030204" pitchFamily="18" charset="0"/>
                      </a:rPr>
                      <m:t>𝐺</m:t>
                    </m:r>
                  </m:oMath>
                </a14:m>
                <a:r>
                  <a:rPr lang="zh-CN" altLang="zh-CN" sz="1600" dirty="0"/>
                  <a:t>为</a:t>
                </a:r>
                <a:r>
                  <a:rPr lang="zh-CN" altLang="zh-CN" sz="1600" dirty="0">
                    <a:solidFill>
                      <a:srgbClr val="FF0000"/>
                    </a:solidFill>
                  </a:rPr>
                  <a:t>无向图</a:t>
                </a:r>
                <a:r>
                  <a:rPr lang="zh-CN" altLang="zh-CN" sz="1600" dirty="0"/>
                  <a:t>。称</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为</a:t>
                </a:r>
                <a14:m>
                  <m:oMath xmlns:m="http://schemas.openxmlformats.org/officeDocument/2006/math">
                    <m:r>
                      <a:rPr lang="en-US" altLang="zh-CN" sz="1600" i="1">
                        <a:latin typeface="Cambria Math" panose="02040503050406030204" pitchFamily="18" charset="0"/>
                      </a:rPr>
                      <m:t>𝐺</m:t>
                    </m:r>
                  </m:oMath>
                </a14:m>
                <a:r>
                  <a:rPr lang="zh-CN" altLang="zh-CN" sz="1600" dirty="0"/>
                  <a:t>的一条无向边，显然，</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和</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i="1">
                        <a:latin typeface="Cambria Math" panose="02040503050406030204" pitchFamily="18" charset="0"/>
                      </a:rPr>
                      <m:t>)</m:t>
                    </m:r>
                  </m:oMath>
                </a14:m>
                <a:r>
                  <a:rPr lang="zh-CN" altLang="zh-CN" sz="1600" dirty="0"/>
                  <a:t>指同一条边。</a:t>
                </a:r>
              </a:p>
              <a:p>
                <a:pPr algn="just">
                  <a:lnSpc>
                    <a:spcPts val="2500"/>
                  </a:lnSpc>
                  <a:spcBef>
                    <a:spcPts val="0"/>
                  </a:spcBef>
                </a:pPr>
                <a:r>
                  <a:rPr lang="en-US" altLang="zh-CN" sz="1600" dirty="0"/>
                  <a:t>  </a:t>
                </a:r>
                <a:r>
                  <a:rPr lang="zh-CN" altLang="zh-CN" sz="1600" dirty="0"/>
                  <a:t>（</a:t>
                </a:r>
                <a:r>
                  <a:rPr lang="en-US" altLang="zh-CN" sz="1600" dirty="0"/>
                  <a:t>2</a:t>
                </a:r>
                <a:r>
                  <a:rPr lang="zh-CN" altLang="zh-CN" sz="1600" dirty="0"/>
                  <a:t>）若</a:t>
                </a:r>
                <a14:m>
                  <m:oMath xmlns:m="http://schemas.openxmlformats.org/officeDocument/2006/math">
                    <m:r>
                      <a:rPr lang="en-US" altLang="zh-CN" sz="1600" i="1">
                        <a:latin typeface="Cambria Math" panose="02040503050406030204" pitchFamily="18" charset="0"/>
                      </a:rPr>
                      <m:t>𝐸</m:t>
                    </m:r>
                  </m:oMath>
                </a14:m>
                <a:r>
                  <a:rPr lang="zh-CN" altLang="zh-CN" sz="1600" dirty="0"/>
                  <a:t>中的顶点对（或序偶）</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是有序的，则称</a:t>
                </a:r>
                <a14:m>
                  <m:oMath xmlns:m="http://schemas.openxmlformats.org/officeDocument/2006/math">
                    <m:r>
                      <a:rPr lang="en-US" altLang="zh-CN" sz="1600" i="1">
                        <a:latin typeface="Cambria Math" panose="02040503050406030204" pitchFamily="18" charset="0"/>
                      </a:rPr>
                      <m:t>𝐺</m:t>
                    </m:r>
                  </m:oMath>
                </a14:m>
                <a:r>
                  <a:rPr lang="zh-CN" altLang="zh-CN" sz="1600" dirty="0"/>
                  <a:t>为</a:t>
                </a:r>
                <a:r>
                  <a:rPr lang="zh-CN" altLang="zh-CN" sz="1600" dirty="0">
                    <a:solidFill>
                      <a:srgbClr val="FF0000"/>
                    </a:solidFill>
                  </a:rPr>
                  <a:t>有向图</a:t>
                </a:r>
                <a:r>
                  <a:rPr lang="zh-CN" altLang="zh-CN" sz="1600" dirty="0"/>
                  <a:t>。称</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为</a:t>
                </a:r>
                <a14:m>
                  <m:oMath xmlns:m="http://schemas.openxmlformats.org/officeDocument/2006/math">
                    <m:r>
                      <a:rPr lang="en-US" altLang="zh-CN" sz="1600" i="1">
                        <a:latin typeface="Cambria Math" panose="02040503050406030204" pitchFamily="18" charset="0"/>
                      </a:rPr>
                      <m:t>𝐺</m:t>
                    </m:r>
                  </m:oMath>
                </a14:m>
                <a:r>
                  <a:rPr lang="zh-CN" altLang="zh-CN" sz="1600" dirty="0"/>
                  <a:t>的一条有向边（或称弧），其中，称</a:t>
                </a:r>
                <a14:m>
                  <m:oMath xmlns:m="http://schemas.openxmlformats.org/officeDocument/2006/math">
                    <m:r>
                      <a:rPr lang="en-US" altLang="zh-CN" sz="1600" i="1">
                        <a:latin typeface="Cambria Math" panose="02040503050406030204" pitchFamily="18" charset="0"/>
                      </a:rPr>
                      <m:t>𝑢</m:t>
                    </m:r>
                  </m:oMath>
                </a14:m>
                <a:r>
                  <a:rPr lang="zh-CN" altLang="zh-CN" sz="1600" dirty="0"/>
                  <a:t>为弧尾（或始点），称</a:t>
                </a:r>
                <a14:m>
                  <m:oMath xmlns:m="http://schemas.openxmlformats.org/officeDocument/2006/math">
                    <m:r>
                      <a:rPr lang="en-US" altLang="zh-CN" sz="1600" i="1">
                        <a:latin typeface="Cambria Math" panose="02040503050406030204" pitchFamily="18" charset="0"/>
                      </a:rPr>
                      <m:t>𝑣</m:t>
                    </m:r>
                  </m:oMath>
                </a14:m>
                <a:r>
                  <a:rPr lang="zh-CN" altLang="zh-CN" sz="1600" dirty="0"/>
                  <a:t>为弧头（或终点</a:t>
                </a:r>
                <a:r>
                  <a:rPr lang="zh-CN" altLang="zh-CN" sz="1600" b="1" dirty="0"/>
                  <a:t>）</a:t>
                </a:r>
                <a:r>
                  <a:rPr lang="zh-CN" altLang="zh-CN" sz="1600" dirty="0"/>
                  <a:t>。</a:t>
                </a:r>
              </a:p>
            </p:txBody>
          </p:sp>
        </mc:Choice>
        <mc:Fallback xmlns="">
          <p:sp>
            <p:nvSpPr>
              <p:cNvPr id="4" name="内容占位符 3">
                <a:extLst>
                  <a:ext uri="{FF2B5EF4-FFF2-40B4-BE49-F238E27FC236}">
                    <a16:creationId xmlns:a16="http://schemas.microsoft.com/office/drawing/2014/main" id="{DE0BACB9-2923-47AF-875D-C5C782548029}"/>
                  </a:ext>
                </a:extLst>
              </p:cNvPr>
              <p:cNvSpPr>
                <a:spLocks noGrp="1" noRot="1" noChangeAspect="1" noMove="1" noResize="1" noEditPoints="1" noAdjustHandles="1" noChangeArrowheads="1" noChangeShapeType="1" noTextEdit="1"/>
              </p:cNvSpPr>
              <p:nvPr>
                <p:ph sz="quarter" idx="11"/>
              </p:nvPr>
            </p:nvSpPr>
            <p:spPr>
              <a:xfrm>
                <a:off x="467544" y="1132903"/>
                <a:ext cx="8208912" cy="2302943"/>
              </a:xfrm>
              <a:blipFill>
                <a:blip r:embed="rId3"/>
                <a:stretch>
                  <a:fillRect l="-594" r="-669"/>
                </a:stretch>
              </a:blipFill>
            </p:spPr>
            <p:txBody>
              <a:bodyPr/>
              <a:lstStyle/>
              <a:p>
                <a:r>
                  <a:rPr lang="zh-CN" altLang="en-US">
                    <a:noFill/>
                  </a:rPr>
                  <a:t> </a:t>
                </a:r>
              </a:p>
            </p:txBody>
          </p:sp>
        </mc:Fallback>
      </mc:AlternateContent>
      <p:sp>
        <p:nvSpPr>
          <p:cNvPr id="5" name="文本框 4"/>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图的定义</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内容占位符 3">
                <a:extLst>
                  <a:ext uri="{FF2B5EF4-FFF2-40B4-BE49-F238E27FC236}">
                    <a16:creationId xmlns:a16="http://schemas.microsoft.com/office/drawing/2014/main" id="{DE0BACB9-2923-47AF-875D-C5C782548029}"/>
                  </a:ext>
                </a:extLst>
              </p:cNvPr>
              <p:cNvSpPr>
                <a:spLocks noGrp="1"/>
              </p:cNvSpPr>
              <p:nvPr>
                <p:ph sz="quarter" idx="11"/>
              </p:nvPr>
            </p:nvSpPr>
            <p:spPr>
              <a:xfrm>
                <a:off x="275271" y="915566"/>
                <a:ext cx="8041145" cy="1512168"/>
              </a:xfrm>
            </p:spPr>
            <p:txBody>
              <a:bodyPr/>
              <a:lstStyle/>
              <a:p>
                <a:pPr marL="0" indent="0" algn="just">
                  <a:lnSpc>
                    <a:spcPts val="2500"/>
                  </a:lnSpc>
                  <a:spcBef>
                    <a:spcPts val="0"/>
                  </a:spcBef>
                  <a:buNone/>
                </a:pPr>
                <a:r>
                  <a:rPr lang="zh-CN" altLang="en-US" sz="1600" dirty="0">
                    <a:latin typeface="Times New Roman" panose="02020603050405020304" pitchFamily="18" charset="0"/>
                    <a:cs typeface="Times New Roman" panose="02020603050405020304" pitchFamily="18" charset="0"/>
                  </a:rPr>
                  <a:t>   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是一个无向图</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𝐺</m:t>
                        </m:r>
                      </m:e>
                      <m:sub>
                        <m:r>
                          <a:rPr lang="en-US" altLang="zh-CN" sz="1600" i="1">
                            <a:latin typeface="Cambria Math" panose="02040503050406030204" pitchFamily="18" charset="0"/>
                          </a:rPr>
                          <m:t>1</m:t>
                        </m:r>
                      </m:sub>
                    </m:sSub>
                  </m:oMath>
                </a14:m>
                <a:r>
                  <a:rPr lang="zh-CN" altLang="zh-CN" sz="1600" dirty="0">
                    <a:latin typeface="Times New Roman" panose="02020603050405020304" pitchFamily="18" charset="0"/>
                    <a:cs typeface="Times New Roman" panose="02020603050405020304" pitchFamily="18" charset="0"/>
                  </a:rPr>
                  <a:t>，其中顶点集</a:t>
                </a:r>
                <a14:m>
                  <m:oMath xmlns:m="http://schemas.openxmlformats.org/officeDocument/2006/math">
                    <m:r>
                      <a:rPr lang="en-US" altLang="zh-CN" sz="1600" i="1">
                        <a:latin typeface="Cambria Math" panose="02040503050406030204" pitchFamily="18" charset="0"/>
                      </a:rPr>
                      <m:t>𝑉</m:t>
                    </m:r>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，边集</a:t>
                </a:r>
                <a14:m>
                  <m:oMath xmlns:m="http://schemas.openxmlformats.org/officeDocument/2006/math">
                    <m:r>
                      <a:rPr lang="en-US" altLang="zh-CN" sz="1600" i="1">
                        <a:latin typeface="Cambria Math" panose="02040503050406030204" pitchFamily="18" charset="0"/>
                      </a:rPr>
                      <m:t>𝐸</m:t>
                    </m:r>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e>
                    </m:d>
                    <m:r>
                      <a:rPr lang="en-US" altLang="zh-CN" sz="1600" i="1">
                        <a:latin typeface="Cambria Math" panose="02040503050406030204" pitchFamily="18" charset="0"/>
                      </a:rPr>
                      <m:t>, </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e>
                    </m:d>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e>
                    </m:d>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(b)</a:t>
                </a:r>
                <a:r>
                  <a:rPr lang="zh-CN" altLang="zh-CN" sz="1600" dirty="0">
                    <a:latin typeface="Times New Roman" panose="02020603050405020304" pitchFamily="18" charset="0"/>
                    <a:cs typeface="Times New Roman" panose="02020603050405020304" pitchFamily="18" charset="0"/>
                  </a:rPr>
                  <a:t>是一个有向图</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𝐺</m:t>
                        </m:r>
                      </m:e>
                      <m:sub>
                        <m:r>
                          <a:rPr lang="en-US" altLang="zh-CN" sz="1600" i="1">
                            <a:latin typeface="Cambria Math" panose="02040503050406030204" pitchFamily="18" charset="0"/>
                          </a:rPr>
                          <m:t>2</m:t>
                        </m:r>
                      </m:sub>
                    </m:sSub>
                  </m:oMath>
                </a14:m>
                <a:r>
                  <a:rPr lang="zh-CN" altLang="zh-CN" sz="1600" dirty="0">
                    <a:latin typeface="Times New Roman" panose="02020603050405020304" pitchFamily="18" charset="0"/>
                    <a:cs typeface="Times New Roman" panose="02020603050405020304" pitchFamily="18" charset="0"/>
                  </a:rPr>
                  <a:t>，其中顶点集</a:t>
                </a:r>
                <a14:m>
                  <m:oMath xmlns:m="http://schemas.openxmlformats.org/officeDocument/2006/math">
                    <m:r>
                      <a:rPr lang="en-US" altLang="zh-CN" sz="1600" i="1">
                        <a:latin typeface="Cambria Math" panose="02040503050406030204" pitchFamily="18" charset="0"/>
                      </a:rPr>
                      <m:t>𝑉</m:t>
                    </m:r>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，边集</a:t>
                </a:r>
                <a14:m>
                  <m:oMath xmlns:m="http://schemas.openxmlformats.org/officeDocument/2006/math">
                    <m:r>
                      <a:rPr lang="en-US" altLang="zh-CN" sz="1600" i="1">
                        <a:latin typeface="Cambria Math" panose="02040503050406030204" pitchFamily="18" charset="0"/>
                      </a:rPr>
                      <m:t>𝐸</m:t>
                    </m:r>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 (</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e>
                    </m:d>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e>
                    </m:d>
                    <m:r>
                      <a:rPr lang="en-US" altLang="zh-CN" sz="1600" i="1">
                        <a:latin typeface="Cambria Math" panose="02040503050406030204" pitchFamily="18" charset="0"/>
                      </a:rPr>
                      <m:t>,</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e>
                    </m:d>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p>
            </p:txBody>
          </p:sp>
        </mc:Choice>
        <mc:Fallback xmlns="">
          <p:sp>
            <p:nvSpPr>
              <p:cNvPr id="4" name="内容占位符 3">
                <a:extLst>
                  <a:ext uri="{FF2B5EF4-FFF2-40B4-BE49-F238E27FC236}">
                    <a16:creationId xmlns:a16="http://schemas.microsoft.com/office/drawing/2014/main" id="{DE0BACB9-2923-47AF-875D-C5C782548029}"/>
                  </a:ext>
                </a:extLst>
              </p:cNvPr>
              <p:cNvSpPr>
                <a:spLocks noGrp="1" noRot="1" noChangeAspect="1" noMove="1" noResize="1" noEditPoints="1" noAdjustHandles="1" noChangeArrowheads="1" noChangeShapeType="1" noTextEdit="1"/>
              </p:cNvSpPr>
              <p:nvPr>
                <p:ph sz="quarter" idx="11"/>
              </p:nvPr>
            </p:nvSpPr>
            <p:spPr>
              <a:xfrm>
                <a:off x="275271" y="915566"/>
                <a:ext cx="8041145" cy="1512168"/>
              </a:xfrm>
              <a:blipFill>
                <a:blip r:embed="rId2"/>
                <a:stretch>
                  <a:fillRect l="-303" b="-96774"/>
                </a:stretch>
              </a:blipFill>
            </p:spPr>
            <p:txBody>
              <a:bodyPr/>
              <a:lstStyle/>
              <a:p>
                <a:r>
                  <a:rPr lang="zh-CN" altLang="en-US">
                    <a:noFill/>
                  </a:rPr>
                  <a:t> </a:t>
                </a:r>
              </a:p>
            </p:txBody>
          </p:sp>
        </mc:Fallback>
      </mc:AlternateContent>
      <p:pic>
        <p:nvPicPr>
          <p:cNvPr id="5" name="图片 4"/>
          <p:cNvPicPr>
            <a:picLocks noChangeAspect="1"/>
          </p:cNvPicPr>
          <p:nvPr/>
        </p:nvPicPr>
        <p:blipFill>
          <a:blip r:embed="rId3"/>
          <a:stretch>
            <a:fillRect/>
          </a:stretch>
        </p:blipFill>
        <p:spPr>
          <a:xfrm>
            <a:off x="1658374" y="1647983"/>
            <a:ext cx="2016224" cy="1483668"/>
          </a:xfrm>
          <a:prstGeom prst="rect">
            <a:avLst/>
          </a:prstGeom>
        </p:spPr>
      </p:pic>
      <p:pic>
        <p:nvPicPr>
          <p:cNvPr id="7" name="图片 6"/>
          <p:cNvPicPr>
            <a:picLocks noChangeAspect="1"/>
          </p:cNvPicPr>
          <p:nvPr/>
        </p:nvPicPr>
        <p:blipFill>
          <a:blip r:embed="rId4"/>
          <a:stretch>
            <a:fillRect/>
          </a:stretch>
        </p:blipFill>
        <p:spPr>
          <a:xfrm>
            <a:off x="4932040" y="1707654"/>
            <a:ext cx="1946406" cy="1432292"/>
          </a:xfrm>
          <a:prstGeom prst="rect">
            <a:avLst/>
          </a:prstGeom>
        </p:spPr>
      </p:pic>
      <p:sp>
        <p:nvSpPr>
          <p:cNvPr id="6" name="文本框 5"/>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图的定义</a:t>
            </a:r>
          </a:p>
        </p:txBody>
      </p:sp>
    </p:spTree>
    <p:extLst>
      <p:ext uri="{BB962C8B-B14F-4D97-AF65-F5344CB8AC3E}">
        <p14:creationId xmlns:p14="http://schemas.microsoft.com/office/powerpoint/2010/main" val="3143751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 calcmode="lin" valueType="num">
                                      <p:cBhvr additive="base">
                                        <p:cTn id="13"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6" end="6"/>
                                            </p:txEl>
                                          </p:spTgt>
                                        </p:tgtEl>
                                        <p:attrNameLst>
                                          <p:attrName>style.visibility</p:attrName>
                                        </p:attrNameLst>
                                      </p:cBhvr>
                                      <p:to>
                                        <p:strVal val="visible"/>
                                      </p:to>
                                    </p:set>
                                    <p:anim calcmode="lin" valueType="num">
                                      <p:cBhvr additive="base">
                                        <p:cTn id="25"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784976" cy="3507876"/>
              </a:xfrm>
            </p:spPr>
            <p:txBody>
              <a:bodyPr/>
              <a:lstStyle/>
              <a:p>
                <a:pPr algn="just">
                  <a:lnSpc>
                    <a:spcPts val="2600"/>
                  </a:lnSpc>
                  <a:spcBef>
                    <a:spcPts val="0"/>
                  </a:spcBef>
                </a:pPr>
                <a:r>
                  <a:rPr lang="zh-CN" altLang="zh-CN" sz="1600" dirty="0">
                    <a:solidFill>
                      <a:srgbClr val="FF0000"/>
                    </a:solidFill>
                  </a:rPr>
                  <a:t>（</a:t>
                </a:r>
                <a:r>
                  <a:rPr lang="en-US" altLang="zh-CN" sz="1600" dirty="0">
                    <a:solidFill>
                      <a:srgbClr val="FF0000"/>
                    </a:solidFill>
                  </a:rPr>
                  <a:t>1</a:t>
                </a:r>
                <a:r>
                  <a:rPr lang="zh-CN" altLang="zh-CN" sz="1600" dirty="0">
                    <a:solidFill>
                      <a:srgbClr val="FF0000"/>
                    </a:solidFill>
                  </a:rPr>
                  <a:t>）端点、邻接点、自环和孤立点</a:t>
                </a:r>
                <a:r>
                  <a:rPr lang="zh-CN" altLang="en-US" sz="1600" dirty="0">
                    <a:solidFill>
                      <a:srgbClr val="FF0000"/>
                    </a:solidFill>
                  </a:rPr>
                  <a:t>：</a:t>
                </a:r>
                <a:r>
                  <a:rPr lang="zh-CN" altLang="zh-CN" sz="1600" dirty="0"/>
                  <a:t>在一个无向图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t>中，若</a:t>
                </a:r>
                <a14:m>
                  <m:oMath xmlns:m="http://schemas.openxmlformats.org/officeDocument/2006/math">
                    <m:r>
                      <a:rPr lang="en-US" altLang="zh-CN" sz="1600" i="1">
                        <a:latin typeface="Cambria Math" panose="02040503050406030204" pitchFamily="18" charset="0"/>
                      </a:rPr>
                      <m:t>𝑒</m:t>
                    </m:r>
                    <m:r>
                      <a:rPr lang="en-US" altLang="zh-CN" sz="1600">
                        <a:latin typeface="Cambria Math" panose="02040503050406030204" pitchFamily="18" charset="0"/>
                      </a:rPr>
                      <m:t>=</m:t>
                    </m:r>
                    <m:r>
                      <a:rPr lang="en-US" altLang="zh-CN" sz="1600" i="1">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是</a:t>
                </a:r>
                <a14:m>
                  <m:oMath xmlns:m="http://schemas.openxmlformats.org/officeDocument/2006/math">
                    <m:r>
                      <a:rPr lang="en-US" altLang="zh-CN" sz="1600" i="1">
                        <a:latin typeface="Cambria Math" panose="02040503050406030204" pitchFamily="18" charset="0"/>
                      </a:rPr>
                      <m:t>𝐺</m:t>
                    </m:r>
                  </m:oMath>
                </a14:m>
                <a:r>
                  <a:rPr lang="zh-CN" altLang="zh-CN" sz="1600" dirty="0"/>
                  <a:t>中的一条边，</a:t>
                </a:r>
                <a14:m>
                  <m:oMath xmlns:m="http://schemas.openxmlformats.org/officeDocument/2006/math">
                    <m:r>
                      <a:rPr lang="en-US" altLang="zh-CN" sz="1600" i="1">
                        <a:latin typeface="Cambria Math" panose="02040503050406030204" pitchFamily="18" charset="0"/>
                      </a:rPr>
                      <m:t>𝑢</m:t>
                    </m:r>
                    <m:r>
                      <a:rPr lang="zh-CN" altLang="zh-CN" sz="1600">
                        <a:latin typeface="Cambria Math" panose="02040503050406030204" pitchFamily="18" charset="0"/>
                      </a:rPr>
                      <m:t>和</m:t>
                    </m:r>
                    <m:r>
                      <a:rPr lang="en-US" altLang="zh-CN" sz="1600" i="1">
                        <a:latin typeface="Cambria Math" panose="02040503050406030204" pitchFamily="18" charset="0"/>
                      </a:rPr>
                      <m:t>𝑣</m:t>
                    </m:r>
                  </m:oMath>
                </a14:m>
                <a:r>
                  <a:rPr lang="zh-CN" altLang="zh-CN" sz="1600" dirty="0"/>
                  <a:t>称为边</a:t>
                </a:r>
                <a14:m>
                  <m:oMath xmlns:m="http://schemas.openxmlformats.org/officeDocument/2006/math">
                    <m:r>
                      <a:rPr lang="en-US" altLang="zh-CN" sz="1600" i="1">
                        <a:latin typeface="Cambria Math" panose="02040503050406030204" pitchFamily="18" charset="0"/>
                      </a:rPr>
                      <m:t>𝑒</m:t>
                    </m:r>
                  </m:oMath>
                </a14:m>
                <a:r>
                  <a:rPr lang="zh-CN" altLang="zh-CN" sz="1600" dirty="0"/>
                  <a:t>的二个端点，称边</a:t>
                </a:r>
                <a14:m>
                  <m:oMath xmlns:m="http://schemas.openxmlformats.org/officeDocument/2006/math">
                    <m:r>
                      <a:rPr lang="en-US" altLang="zh-CN" sz="1600" i="1">
                        <a:latin typeface="Cambria Math" panose="02040503050406030204" pitchFamily="18" charset="0"/>
                      </a:rPr>
                      <m:t>𝑒</m:t>
                    </m:r>
                  </m:oMath>
                </a14:m>
                <a:r>
                  <a:rPr lang="zh-CN" altLang="zh-CN" sz="1600" dirty="0"/>
                  <a:t>关联</a:t>
                </a:r>
                <a14:m>
                  <m:oMath xmlns:m="http://schemas.openxmlformats.org/officeDocument/2006/math">
                    <m:r>
                      <a:rPr lang="en-US" altLang="zh-CN" sz="1600" i="1">
                        <a:latin typeface="Cambria Math" panose="02040503050406030204" pitchFamily="18" charset="0"/>
                      </a:rPr>
                      <m:t>𝑢</m:t>
                    </m:r>
                    <m:r>
                      <a:rPr lang="zh-CN" altLang="zh-CN" sz="1600">
                        <a:latin typeface="Cambria Math" panose="02040503050406030204" pitchFamily="18" charset="0"/>
                      </a:rPr>
                      <m:t>和</m:t>
                    </m:r>
                    <m:r>
                      <a:rPr lang="en-US" altLang="zh-CN" sz="1600" i="1">
                        <a:latin typeface="Cambria Math" panose="02040503050406030204" pitchFamily="18" charset="0"/>
                      </a:rPr>
                      <m:t>𝑣</m:t>
                    </m:r>
                  </m:oMath>
                </a14:m>
                <a:r>
                  <a:rPr lang="zh-CN" altLang="zh-CN" sz="1600" dirty="0"/>
                  <a:t>，也称</a:t>
                </a:r>
                <a14:m>
                  <m:oMath xmlns:m="http://schemas.openxmlformats.org/officeDocument/2006/math">
                    <m:r>
                      <a:rPr lang="en-US" altLang="zh-CN" sz="1600" i="1">
                        <a:latin typeface="Cambria Math" panose="02040503050406030204" pitchFamily="18" charset="0"/>
                      </a:rPr>
                      <m:t>𝑢</m:t>
                    </m:r>
                  </m:oMath>
                </a14:m>
                <a:r>
                  <a:rPr lang="zh-CN" altLang="zh-CN" sz="1600" dirty="0"/>
                  <a:t>邻接</a:t>
                </a:r>
                <a14:m>
                  <m:oMath xmlns:m="http://schemas.openxmlformats.org/officeDocument/2006/math">
                    <m:r>
                      <a:rPr lang="en-US" altLang="zh-CN" sz="1600" i="1">
                        <a:latin typeface="Cambria Math" panose="02040503050406030204" pitchFamily="18" charset="0"/>
                      </a:rPr>
                      <m:t>𝑣</m:t>
                    </m:r>
                  </m:oMath>
                </a14:m>
                <a:r>
                  <a:rPr lang="zh-CN" altLang="zh-CN" sz="1600" dirty="0"/>
                  <a:t>，或</a:t>
                </a:r>
                <a14:m>
                  <m:oMath xmlns:m="http://schemas.openxmlformats.org/officeDocument/2006/math">
                    <m:r>
                      <a:rPr lang="en-US" altLang="zh-CN" sz="1600" i="1">
                        <a:latin typeface="Cambria Math" panose="02040503050406030204" pitchFamily="18" charset="0"/>
                      </a:rPr>
                      <m:t>𝑣</m:t>
                    </m:r>
                  </m:oMath>
                </a14:m>
                <a:r>
                  <a:rPr lang="zh-CN" altLang="zh-CN" sz="1600" dirty="0"/>
                  <a:t>邻接</a:t>
                </a:r>
                <a14:m>
                  <m:oMath xmlns:m="http://schemas.openxmlformats.org/officeDocument/2006/math">
                    <m:r>
                      <a:rPr lang="en-US" altLang="zh-CN" sz="1600" i="1">
                        <a:latin typeface="Cambria Math" panose="02040503050406030204" pitchFamily="18" charset="0"/>
                      </a:rPr>
                      <m:t>𝑢</m:t>
                    </m:r>
                  </m:oMath>
                </a14:m>
                <a:r>
                  <a:rPr lang="zh-CN" altLang="zh-CN" sz="1600" dirty="0"/>
                  <a:t>，</a:t>
                </a:r>
                <a14:m>
                  <m:oMath xmlns:m="http://schemas.openxmlformats.org/officeDocument/2006/math">
                    <m:r>
                      <a:rPr lang="en-US" altLang="zh-CN" sz="1600" i="1">
                        <a:latin typeface="Cambria Math" panose="02040503050406030204" pitchFamily="18" charset="0"/>
                      </a:rPr>
                      <m:t>𝑢</m:t>
                    </m:r>
                  </m:oMath>
                </a14:m>
                <a:r>
                  <a:rPr lang="zh-CN" altLang="zh-CN" sz="1600" dirty="0"/>
                  <a:t>和</a:t>
                </a:r>
                <a14:m>
                  <m:oMath xmlns:m="http://schemas.openxmlformats.org/officeDocument/2006/math">
                    <m:r>
                      <a:rPr lang="en-US" altLang="zh-CN" sz="1600" i="1">
                        <a:latin typeface="Cambria Math" panose="02040503050406030204" pitchFamily="18" charset="0"/>
                      </a:rPr>
                      <m:t>𝑣</m:t>
                    </m:r>
                  </m:oMath>
                </a14:m>
                <a:r>
                  <a:rPr lang="zh-CN" altLang="zh-CN" sz="1600" dirty="0"/>
                  <a:t>称为边</a:t>
                </a:r>
                <a14:m>
                  <m:oMath xmlns:m="http://schemas.openxmlformats.org/officeDocument/2006/math">
                    <m:r>
                      <a:rPr lang="en-US" altLang="zh-CN" sz="1600" i="1">
                        <a:latin typeface="Cambria Math" panose="02040503050406030204" pitchFamily="18" charset="0"/>
                      </a:rPr>
                      <m:t>𝑒</m:t>
                    </m:r>
                    <m:r>
                      <a:rPr lang="en-US" altLang="zh-CN" sz="1600">
                        <a:latin typeface="Cambria Math" panose="02040503050406030204" pitchFamily="18" charset="0"/>
                      </a:rPr>
                      <m:t>=</m:t>
                    </m:r>
                    <m:r>
                      <a:rPr lang="en-US" altLang="zh-CN" sz="1600" i="1">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的邻接点；若</a:t>
                </a:r>
                <a14:m>
                  <m:oMath xmlns:m="http://schemas.openxmlformats.org/officeDocument/2006/math">
                    <m:r>
                      <a:rPr lang="en-US" altLang="zh-CN" sz="1600" i="1">
                        <a:latin typeface="Cambria Math" panose="02040503050406030204" pitchFamily="18" charset="0"/>
                      </a:rPr>
                      <m:t>𝑢</m:t>
                    </m:r>
                    <m:r>
                      <a:rPr lang="en-US" altLang="zh-CN" sz="1600" i="1">
                        <a:latin typeface="Cambria Math" panose="02040503050406030204" pitchFamily="18" charset="0"/>
                      </a:rPr>
                      <m:t>=</m:t>
                    </m:r>
                    <m:r>
                      <a:rPr lang="en-US" altLang="zh-CN" sz="1600" i="1">
                        <a:latin typeface="Cambria Math" panose="02040503050406030204" pitchFamily="18" charset="0"/>
                      </a:rPr>
                      <m:t>𝑣</m:t>
                    </m:r>
                  </m:oMath>
                </a14:m>
                <a:r>
                  <a:rPr lang="zh-CN" altLang="zh-CN" sz="1600" dirty="0"/>
                  <a:t>，称</a:t>
                </a:r>
                <a14:m>
                  <m:oMath xmlns:m="http://schemas.openxmlformats.org/officeDocument/2006/math">
                    <m:r>
                      <a:rPr lang="en-US" altLang="zh-CN" sz="1600" i="1">
                        <a:latin typeface="Cambria Math" panose="02040503050406030204" pitchFamily="18" charset="0"/>
                      </a:rPr>
                      <m:t>(</m:t>
                    </m:r>
                    <m:r>
                      <a:rPr lang="en-US" altLang="zh-CN" sz="1600" i="1">
                        <a:latin typeface="Cambria Math" panose="02040503050406030204" pitchFamily="18" charset="0"/>
                      </a:rPr>
                      <m:t>𝑢</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t>为</a:t>
                </a:r>
                <a14:m>
                  <m:oMath xmlns:m="http://schemas.openxmlformats.org/officeDocument/2006/math">
                    <m:r>
                      <a:rPr lang="en-US" altLang="zh-CN" sz="1600" i="1">
                        <a:latin typeface="Cambria Math" panose="02040503050406030204" pitchFamily="18" charset="0"/>
                      </a:rPr>
                      <m:t>𝐺</m:t>
                    </m:r>
                  </m:oMath>
                </a14:m>
                <a:r>
                  <a:rPr lang="zh-CN" altLang="zh-CN" sz="1600" dirty="0"/>
                  <a:t>中的</a:t>
                </a:r>
                <a:r>
                  <a:rPr lang="zh-CN" altLang="zh-CN" sz="1600" dirty="0">
                    <a:solidFill>
                      <a:srgbClr val="FF0000"/>
                    </a:solidFill>
                  </a:rPr>
                  <a:t>自环</a:t>
                </a:r>
                <a:r>
                  <a:rPr lang="zh-CN" altLang="zh-CN" sz="1600" dirty="0"/>
                  <a:t>。对于任意的</a:t>
                </a:r>
                <a14:m>
                  <m:oMath xmlns:m="http://schemas.openxmlformats.org/officeDocument/2006/math">
                    <m:r>
                      <a:rPr lang="en-US" altLang="zh-CN" sz="1600" i="1">
                        <a:latin typeface="Cambria Math" panose="02040503050406030204" pitchFamily="18" charset="0"/>
                      </a:rPr>
                      <m:t>𝑢</m:t>
                    </m:r>
                    <m:r>
                      <a:rPr lang="en-US" altLang="zh-CN" sz="1600" i="1">
                        <a:latin typeface="Cambria Math" panose="02040503050406030204" pitchFamily="18" charset="0"/>
                      </a:rPr>
                      <m:t>∈</m:t>
                    </m:r>
                    <m:r>
                      <a:rPr lang="en-US" altLang="zh-CN" sz="1600" i="1">
                        <a:latin typeface="Cambria Math" panose="02040503050406030204" pitchFamily="18" charset="0"/>
                      </a:rPr>
                      <m:t>𝑉</m:t>
                    </m:r>
                  </m:oMath>
                </a14:m>
                <a:r>
                  <a:rPr lang="zh-CN" altLang="zh-CN" sz="1600" dirty="0"/>
                  <a:t>，若不存在任何边关联</a:t>
                </a:r>
                <a14:m>
                  <m:oMath xmlns:m="http://schemas.openxmlformats.org/officeDocument/2006/math">
                    <m:r>
                      <a:rPr lang="en-US" altLang="zh-CN" sz="1600" i="1">
                        <a:latin typeface="Cambria Math" panose="02040503050406030204" pitchFamily="18" charset="0"/>
                      </a:rPr>
                      <m:t>𝑢</m:t>
                    </m:r>
                  </m:oMath>
                </a14:m>
                <a:r>
                  <a:rPr lang="zh-CN" altLang="zh-CN" sz="1600" dirty="0"/>
                  <a:t>，说顶点</a:t>
                </a:r>
                <a14:m>
                  <m:oMath xmlns:m="http://schemas.openxmlformats.org/officeDocument/2006/math">
                    <m:r>
                      <a:rPr lang="en-US" altLang="zh-CN" sz="1600" i="1">
                        <a:latin typeface="Cambria Math" panose="02040503050406030204" pitchFamily="18" charset="0"/>
                      </a:rPr>
                      <m:t>𝑢</m:t>
                    </m:r>
                  </m:oMath>
                </a14:m>
                <a:r>
                  <a:rPr lang="zh-CN" altLang="zh-CN" sz="1600" dirty="0"/>
                  <a:t>是</a:t>
                </a:r>
                <a:r>
                  <a:rPr lang="zh-CN" altLang="zh-CN" sz="1600" dirty="0">
                    <a:solidFill>
                      <a:srgbClr val="FF0000"/>
                    </a:solidFill>
                  </a:rPr>
                  <a:t>孤立点</a:t>
                </a:r>
                <a:r>
                  <a:rPr lang="zh-CN" altLang="zh-CN" sz="1600" dirty="0"/>
                  <a:t>。</a:t>
                </a:r>
              </a:p>
              <a:p>
                <a:pPr algn="just">
                  <a:lnSpc>
                    <a:spcPts val="2600"/>
                  </a:lnSpc>
                  <a:spcBef>
                    <a:spcPts val="0"/>
                  </a:spcBef>
                </a:pPr>
                <a:r>
                  <a:rPr lang="zh-CN" altLang="zh-CN" sz="1600" dirty="0">
                    <a:solidFill>
                      <a:srgbClr val="FF0000"/>
                    </a:solidFill>
                  </a:rPr>
                  <a:t>（</a:t>
                </a:r>
                <a:r>
                  <a:rPr lang="en-US" altLang="zh-CN" sz="1600" dirty="0">
                    <a:solidFill>
                      <a:srgbClr val="FF0000"/>
                    </a:solidFill>
                  </a:rPr>
                  <a:t>2</a:t>
                </a:r>
                <a:r>
                  <a:rPr lang="zh-CN" altLang="zh-CN" sz="1600" dirty="0">
                    <a:solidFill>
                      <a:srgbClr val="FF0000"/>
                    </a:solidFill>
                  </a:rPr>
                  <a:t>）完全图</a:t>
                </a:r>
                <a:r>
                  <a:rPr lang="zh-CN" altLang="en-US" sz="1600" dirty="0">
                    <a:solidFill>
                      <a:srgbClr val="FF0000"/>
                    </a:solidFill>
                  </a:rPr>
                  <a:t>：</a:t>
                </a:r>
                <a:r>
                  <a:rPr lang="zh-CN" altLang="zh-CN" sz="1600" dirty="0"/>
                  <a:t>令</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t>为一个图，且</a:t>
                </a:r>
                <a14:m>
                  <m:oMath xmlns:m="http://schemas.openxmlformats.org/officeDocument/2006/math">
                    <m:d>
                      <m:dPr>
                        <m:begChr m:val="|"/>
                        <m:endChr m:val="|"/>
                        <m:ctrlPr>
                          <a:rPr lang="zh-CN" altLang="zh-CN" sz="1600" i="1">
                            <a:latin typeface="Cambria Math" panose="02040503050406030204" pitchFamily="18" charset="0"/>
                          </a:rPr>
                        </m:ctrlPr>
                      </m:dPr>
                      <m:e>
                        <m:r>
                          <a:rPr lang="en-US" altLang="zh-CN" sz="1600" i="1">
                            <a:latin typeface="Cambria Math" panose="02040503050406030204" pitchFamily="18" charset="0"/>
                          </a:rPr>
                          <m:t>𝑉</m:t>
                        </m:r>
                      </m:e>
                    </m:d>
                    <m:r>
                      <a:rPr lang="en-US" altLang="zh-CN" sz="1600" i="1">
                        <a:latin typeface="Cambria Math" panose="02040503050406030204" pitchFamily="18" charset="0"/>
                      </a:rPr>
                      <m:t>=</m:t>
                    </m:r>
                    <m:r>
                      <a:rPr lang="en-US" altLang="zh-CN" sz="1600" i="1">
                        <a:latin typeface="Cambria Math" panose="02040503050406030204" pitchFamily="18" charset="0"/>
                      </a:rPr>
                      <m:t>𝑛</m:t>
                    </m:r>
                    <m:r>
                      <a:rPr lang="zh-CN" altLang="zh-CN" sz="1600">
                        <a:latin typeface="Cambria Math" panose="02040503050406030204" pitchFamily="18" charset="0"/>
                      </a:rPr>
                      <m:t>，</m:t>
                    </m:r>
                    <m:d>
                      <m:dPr>
                        <m:begChr m:val="|"/>
                        <m:endChr m:val="|"/>
                        <m:ctrlPr>
                          <a:rPr lang="zh-CN" altLang="zh-CN" sz="1600" i="1">
                            <a:latin typeface="Cambria Math" panose="02040503050406030204" pitchFamily="18" charset="0"/>
                          </a:rPr>
                        </m:ctrlPr>
                      </m:dPr>
                      <m:e>
                        <m:r>
                          <a:rPr lang="en-US" altLang="zh-CN" sz="1600" i="1">
                            <a:latin typeface="Cambria Math" panose="02040503050406030204" pitchFamily="18" charset="0"/>
                          </a:rPr>
                          <m:t>𝐸</m:t>
                        </m:r>
                      </m:e>
                    </m:d>
                    <m:r>
                      <a:rPr lang="en-US" altLang="zh-CN" sz="1600" i="1">
                        <a:latin typeface="Cambria Math" panose="02040503050406030204" pitchFamily="18" charset="0"/>
                      </a:rPr>
                      <m:t>=</m:t>
                    </m:r>
                    <m:r>
                      <a:rPr lang="en-US" altLang="zh-CN" sz="1600" i="1">
                        <a:latin typeface="Cambria Math" panose="02040503050406030204" pitchFamily="18" charset="0"/>
                      </a:rPr>
                      <m:t>𝑚</m:t>
                    </m:r>
                  </m:oMath>
                </a14:m>
                <a:r>
                  <a:rPr lang="zh-CN" altLang="zh-CN" sz="1600" dirty="0"/>
                  <a:t>。若无向图中每两个顶点间都存在一条边，或在有向图中每两个顶点间都存在着方向相反的两条有向边，则称此图为完全图。显然，无向完全图包含</a:t>
                </a:r>
                <a14:m>
                  <m:oMath xmlns:m="http://schemas.openxmlformats.org/officeDocument/2006/math">
                    <m:f>
                      <m:fPr>
                        <m:ctrlPr>
                          <a:rPr lang="zh-CN" altLang="zh-CN" sz="1600" i="1">
                            <a:latin typeface="Cambria Math" panose="02040503050406030204" pitchFamily="18" charset="0"/>
                          </a:rPr>
                        </m:ctrlPr>
                      </m:fPr>
                      <m:num>
                        <m:r>
                          <a:rPr lang="es-ES" altLang="zh-CN" sz="1600" i="1">
                            <a:latin typeface="Cambria Math" panose="02040503050406030204" pitchFamily="18" charset="0"/>
                          </a:rPr>
                          <m:t>𝑛</m:t>
                        </m:r>
                        <m:r>
                          <a:rPr lang="es-ES" altLang="zh-CN" sz="1600" i="1">
                            <a:latin typeface="Cambria Math" panose="02040503050406030204" pitchFamily="18" charset="0"/>
                          </a:rPr>
                          <m:t>(</m:t>
                        </m:r>
                        <m:r>
                          <a:rPr lang="es-ES" altLang="zh-CN" sz="1600" i="1">
                            <a:latin typeface="Cambria Math" panose="02040503050406030204" pitchFamily="18" charset="0"/>
                          </a:rPr>
                          <m:t>𝑛</m:t>
                        </m:r>
                        <m:r>
                          <a:rPr lang="es-ES" altLang="zh-CN" sz="1600" i="1">
                            <a:latin typeface="Cambria Math" panose="02040503050406030204" pitchFamily="18" charset="0"/>
                          </a:rPr>
                          <m:t>−1)</m:t>
                        </m:r>
                      </m:num>
                      <m:den>
                        <m:r>
                          <a:rPr lang="es-ES" altLang="zh-CN" sz="1600" i="1">
                            <a:latin typeface="Cambria Math" panose="02040503050406030204" pitchFamily="18" charset="0"/>
                          </a:rPr>
                          <m:t>2</m:t>
                        </m:r>
                      </m:den>
                    </m:f>
                  </m:oMath>
                </a14:m>
                <a:r>
                  <a:rPr lang="zh-CN" altLang="zh-CN" sz="1600" dirty="0"/>
                  <a:t>条边，有向完</a:t>
                </a:r>
                <a:r>
                  <a:rPr lang="zh-CN" altLang="en-US" sz="1600" dirty="0"/>
                  <a:t>全</a:t>
                </a:r>
                <a:r>
                  <a:rPr lang="zh-CN" altLang="zh-CN" sz="1600" dirty="0"/>
                  <a:t>图包含</a:t>
                </a:r>
                <a14:m>
                  <m:oMath xmlns:m="http://schemas.openxmlformats.org/officeDocument/2006/math">
                    <m:r>
                      <a:rPr lang="es-ES" altLang="zh-CN" sz="1600" i="1">
                        <a:latin typeface="Cambria Math" panose="02040503050406030204" pitchFamily="18" charset="0"/>
                      </a:rPr>
                      <m:t>𝑛</m:t>
                    </m:r>
                    <m:r>
                      <a:rPr lang="es-ES" altLang="zh-CN" sz="1600" i="1">
                        <a:latin typeface="Cambria Math" panose="02040503050406030204" pitchFamily="18" charset="0"/>
                      </a:rPr>
                      <m:t>(</m:t>
                    </m:r>
                    <m:r>
                      <a:rPr lang="es-ES" altLang="zh-CN" sz="1600" i="1">
                        <a:latin typeface="Cambria Math" panose="02040503050406030204" pitchFamily="18" charset="0"/>
                      </a:rPr>
                      <m:t>𝑛</m:t>
                    </m:r>
                    <m:r>
                      <a:rPr lang="es-ES" altLang="zh-CN" sz="1600" i="1">
                        <a:latin typeface="Cambria Math" panose="02040503050406030204" pitchFamily="18" charset="0"/>
                      </a:rPr>
                      <m:t>−1)</m:t>
                    </m:r>
                  </m:oMath>
                </a14:m>
                <a:r>
                  <a:rPr lang="zh-CN" altLang="zh-CN" sz="1600" dirty="0"/>
                  <a:t>条边。一个有</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m:t>
                    </m:r>
                    <m:r>
                      <a:rPr lang="en-US" altLang="zh-CN" sz="1600" i="1">
                        <a:latin typeface="Cambria Math" panose="02040503050406030204" pitchFamily="18" charset="0"/>
                      </a:rPr>
                      <m:t>𝑁</m:t>
                    </m:r>
                    <m:r>
                      <a:rPr lang="en-US" altLang="zh-CN" sz="1600" i="1">
                        <a:latin typeface="Cambria Math" panose="02040503050406030204" pitchFamily="18" charset="0"/>
                      </a:rPr>
                      <m:t>)</m:t>
                    </m:r>
                  </m:oMath>
                </a14:m>
                <a:r>
                  <a:rPr lang="zh-CN" altLang="zh-CN" sz="1600" dirty="0"/>
                  <a:t>个顶点的完全图在同构的意义下是唯一的，记为</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𝐾</m:t>
                        </m:r>
                      </m:e>
                      <m:sub>
                        <m:r>
                          <a:rPr lang="en-US" altLang="zh-CN" sz="1600" i="1">
                            <a:latin typeface="Cambria Math" panose="02040503050406030204" pitchFamily="18" charset="0"/>
                          </a:rPr>
                          <m:t>𝑛</m:t>
                        </m:r>
                      </m:sub>
                    </m:sSub>
                  </m:oMath>
                </a14:m>
                <a:r>
                  <a:rPr lang="zh-CN" altLang="zh-CN" sz="1600" dirty="0"/>
                  <a:t>。</a:t>
                </a:r>
              </a:p>
              <a:p>
                <a:pPr algn="just">
                  <a:lnSpc>
                    <a:spcPts val="2600"/>
                  </a:lnSpc>
                  <a:spcBef>
                    <a:spcPts val="0"/>
                  </a:spcBef>
                </a:pPr>
                <a:r>
                  <a:rPr lang="zh-CN" altLang="zh-CN" sz="1600" dirty="0">
                    <a:solidFill>
                      <a:srgbClr val="FF0000"/>
                    </a:solidFill>
                  </a:rPr>
                  <a:t>（</a:t>
                </a:r>
                <a:r>
                  <a:rPr lang="es-ES" altLang="zh-CN" sz="1600" dirty="0">
                    <a:solidFill>
                      <a:srgbClr val="FF0000"/>
                    </a:solidFill>
                  </a:rPr>
                  <a:t>3</a:t>
                </a:r>
                <a:r>
                  <a:rPr lang="zh-CN" altLang="zh-CN" sz="1600" dirty="0">
                    <a:solidFill>
                      <a:srgbClr val="FF0000"/>
                    </a:solidFill>
                  </a:rPr>
                  <a:t>）稀疏图和稠密图</a:t>
                </a:r>
                <a:r>
                  <a:rPr lang="zh-CN" altLang="en-US" sz="1600" dirty="0">
                    <a:solidFill>
                      <a:srgbClr val="FF0000"/>
                    </a:solidFill>
                  </a:rPr>
                  <a:t>：</a:t>
                </a:r>
                <a:r>
                  <a:rPr lang="zh-CN" altLang="zh-CN" sz="1600" dirty="0"/>
                  <a:t>边数很少的图</a:t>
                </a:r>
                <a14:m>
                  <m:oMath xmlns:m="http://schemas.openxmlformats.org/officeDocument/2006/math">
                    <m:r>
                      <a:rPr lang="es-ES" altLang="zh-CN" sz="1600" i="1">
                        <a:latin typeface="Cambria Math" panose="02040503050406030204" pitchFamily="18" charset="0"/>
                      </a:rPr>
                      <m:t>(</m:t>
                    </m:r>
                    <m:r>
                      <a:rPr lang="es-ES" altLang="zh-CN" sz="1600" i="1">
                        <a:latin typeface="Cambria Math" panose="02040503050406030204" pitchFamily="18" charset="0"/>
                      </a:rPr>
                      <m:t>𝑚</m:t>
                    </m:r>
                    <m:r>
                      <a:rPr lang="es-ES" altLang="zh-CN" sz="1600" i="1">
                        <a:latin typeface="Cambria Math" panose="02040503050406030204" pitchFamily="18" charset="0"/>
                      </a:rPr>
                      <m:t>&lt;</m:t>
                    </m:r>
                    <m:r>
                      <a:rPr lang="es-ES" altLang="zh-CN" sz="1600" i="1">
                        <a:latin typeface="Cambria Math" panose="02040503050406030204" pitchFamily="18" charset="0"/>
                      </a:rPr>
                      <m:t>𝑛𝑙𝑜𝑔𝑛</m:t>
                    </m:r>
                    <m:r>
                      <a:rPr lang="es-ES" altLang="zh-CN" sz="1600" i="1">
                        <a:latin typeface="Cambria Math" panose="02040503050406030204" pitchFamily="18" charset="0"/>
                      </a:rPr>
                      <m:t>)</m:t>
                    </m:r>
                  </m:oMath>
                </a14:m>
                <a:r>
                  <a:rPr lang="zh-CN" altLang="zh-CN" sz="1600" dirty="0"/>
                  <a:t>称为</a:t>
                </a:r>
                <a:r>
                  <a:rPr lang="zh-CN" altLang="zh-CN" sz="1600" dirty="0">
                    <a:solidFill>
                      <a:srgbClr val="FF0000"/>
                    </a:solidFill>
                  </a:rPr>
                  <a:t>稀疏图</a:t>
                </a:r>
                <a:r>
                  <a:rPr lang="zh-CN" altLang="zh-CN" sz="1600" dirty="0"/>
                  <a:t>，反之称为</a:t>
                </a:r>
                <a:r>
                  <a:rPr lang="zh-CN" altLang="zh-CN" sz="1600" dirty="0">
                    <a:solidFill>
                      <a:srgbClr val="FF0000"/>
                    </a:solidFill>
                  </a:rPr>
                  <a:t>稠密图</a:t>
                </a:r>
                <a:r>
                  <a:rPr lang="zh-CN" altLang="zh-CN" sz="1600" dirty="0"/>
                  <a:t>。稀疏和稠密图是相对的概念。</a:t>
                </a:r>
              </a:p>
              <a:p>
                <a:pPr>
                  <a:lnSpc>
                    <a:spcPts val="2600"/>
                  </a:lnSpc>
                  <a:spcBef>
                    <a:spcPts val="0"/>
                  </a:spcBef>
                </a:pPr>
                <a:endParaRPr lang="zh-CN" altLang="en-US" sz="1800" dirty="0"/>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784976" cy="3507876"/>
              </a:xfrm>
              <a:blipFill>
                <a:blip r:embed="rId2"/>
                <a:stretch>
                  <a:fillRect l="-555" r="-2845"/>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1843693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928992" cy="3507876"/>
              </a:xfrm>
            </p:spPr>
            <p:txBody>
              <a:bodyPr/>
              <a:lstStyle/>
              <a:p>
                <a:pPr algn="just">
                  <a:lnSpc>
                    <a:spcPts val="2500"/>
                  </a:lnSpc>
                  <a:spcBef>
                    <a:spcPts val="0"/>
                  </a:spcBef>
                </a:pPr>
                <a:r>
                  <a:rPr lang="zh-CN" altLang="zh-CN" sz="1600" dirty="0">
                    <a:solidFill>
                      <a:srgbClr val="FF0000"/>
                    </a:solidFill>
                    <a:latin typeface="Times New Roman" panose="02020603050405020304" pitchFamily="18" charset="0"/>
                    <a:cs typeface="Times New Roman" panose="02020603050405020304" pitchFamily="18" charset="0"/>
                  </a:rPr>
                  <a:t>（</a:t>
                </a:r>
                <a:r>
                  <a:rPr lang="es-ES" altLang="zh-CN" sz="1600" dirty="0">
                    <a:solidFill>
                      <a:srgbClr val="FF0000"/>
                    </a:solidFill>
                    <a:latin typeface="Times New Roman" panose="02020603050405020304" pitchFamily="18" charset="0"/>
                    <a:cs typeface="Times New Roman" panose="02020603050405020304" pitchFamily="18" charset="0"/>
                  </a:rPr>
                  <a:t>4</a:t>
                </a:r>
                <a:r>
                  <a:rPr lang="zh-CN" altLang="zh-CN" sz="1600" dirty="0">
                    <a:solidFill>
                      <a:srgbClr val="FF0000"/>
                    </a:solidFill>
                    <a:latin typeface="Times New Roman" panose="02020603050405020304" pitchFamily="18" charset="0"/>
                    <a:cs typeface="Times New Roman" panose="02020603050405020304" pitchFamily="18" charset="0"/>
                  </a:rPr>
                  <a:t>）顶点的度、出度和入度</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在无向图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中，对于每一个</a:t>
                </a:r>
                <a14:m>
                  <m:oMath xmlns:m="http://schemas.openxmlformats.org/officeDocument/2006/math">
                    <m:r>
                      <a:rPr lang="en-US" altLang="zh-CN" sz="1600" i="1">
                        <a:latin typeface="Cambria Math" panose="02040503050406030204" pitchFamily="18" charset="0"/>
                      </a:rPr>
                      <m:t>𝑣</m:t>
                    </m:r>
                    <m:r>
                      <a:rPr lang="en-US" altLang="zh-CN" sz="1600" i="1">
                        <a:latin typeface="Cambria Math" panose="02040503050406030204" pitchFamily="18" charset="0"/>
                      </a:rPr>
                      <m:t>∈</m:t>
                    </m:r>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，称关联顶点</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的边数为顶点</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度数</a:t>
                </a:r>
                <a:r>
                  <a:rPr lang="zh-CN" altLang="zh-CN" sz="1600" dirty="0">
                    <a:latin typeface="Times New Roman" panose="02020603050405020304" pitchFamily="18" charset="0"/>
                    <a:cs typeface="Times New Roman" panose="02020603050405020304" pitchFamily="18" charset="0"/>
                  </a:rPr>
                  <a:t>，记为</a:t>
                </a:r>
                <a14:m>
                  <m:oMath xmlns:m="http://schemas.openxmlformats.org/officeDocument/2006/math">
                    <m:r>
                      <a:rPr lang="en-US" altLang="zh-CN" sz="1600" i="1">
                        <a:latin typeface="Cambria Math" panose="02040503050406030204" pitchFamily="18" charset="0"/>
                      </a:rPr>
                      <m:t>𝑑</m:t>
                    </m:r>
                    <m:r>
                      <a:rPr lang="en-US" altLang="zh-CN" sz="1600">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在有向图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中，对于每一个</a:t>
                </a:r>
                <a14:m>
                  <m:oMath xmlns:m="http://schemas.openxmlformats.org/officeDocument/2006/math">
                    <m:r>
                      <a:rPr lang="en-US" altLang="zh-CN" sz="1600" i="1">
                        <a:latin typeface="Cambria Math" panose="02040503050406030204" pitchFamily="18" charset="0"/>
                      </a:rPr>
                      <m:t>𝑣</m:t>
                    </m:r>
                    <m:r>
                      <a:rPr lang="en-US" altLang="zh-CN" sz="1600" i="1">
                        <a:latin typeface="Cambria Math" panose="02040503050406030204" pitchFamily="18" charset="0"/>
                      </a:rPr>
                      <m:t>∈</m:t>
                    </m:r>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，称以</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为始点的边的条数为</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出度</a:t>
                </a:r>
                <a:r>
                  <a:rPr lang="zh-CN" altLang="zh-CN" sz="1600" dirty="0">
                    <a:latin typeface="Times New Roman" panose="02020603050405020304" pitchFamily="18" charset="0"/>
                    <a:cs typeface="Times New Roman" panose="02020603050405020304" pitchFamily="18" charset="0"/>
                  </a:rPr>
                  <a:t>，记为</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𝑑</m:t>
                        </m:r>
                      </m:e>
                      <m:sub>
                        <m:r>
                          <a:rPr lang="zh-CN" altLang="zh-CN" sz="1600">
                            <a:latin typeface="Cambria Math" panose="02040503050406030204" pitchFamily="18" charset="0"/>
                          </a:rPr>
                          <m:t>出</m:t>
                        </m:r>
                      </m:sub>
                    </m:sSub>
                    <m:r>
                      <a:rPr lang="en-US" altLang="zh-CN" sz="1600" i="1">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；以</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为终点的边的条数为</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入度</a:t>
                </a:r>
                <a:r>
                  <a:rPr lang="zh-CN" altLang="zh-CN" sz="1600" dirty="0">
                    <a:latin typeface="Times New Roman" panose="02020603050405020304" pitchFamily="18" charset="0"/>
                    <a:cs typeface="Times New Roman" panose="02020603050405020304" pitchFamily="18" charset="0"/>
                  </a:rPr>
                  <a:t>，记为</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𝑑</m:t>
                        </m:r>
                      </m:e>
                      <m:sub>
                        <m:r>
                          <a:rPr lang="zh-CN" altLang="zh-CN" sz="1600">
                            <a:latin typeface="Cambria Math" panose="02040503050406030204" pitchFamily="18" charset="0"/>
                          </a:rPr>
                          <m:t>入</m:t>
                        </m:r>
                      </m:sub>
                    </m:sSub>
                    <m:r>
                      <a:rPr lang="en-US" altLang="zh-CN" sz="1600" i="1">
                        <a:latin typeface="Cambria Math" panose="02040503050406030204" pitchFamily="18" charset="0"/>
                      </a:rPr>
                      <m:t>(</m:t>
                    </m:r>
                    <m:r>
                      <a:rPr lang="en-US" altLang="zh-CN" sz="1600" i="1">
                        <a:latin typeface="Cambria Math" panose="02040503050406030204" pitchFamily="18" charset="0"/>
                      </a:rPr>
                      <m:t>𝑣</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。在无向图中，顶点的度数之和与边数有如下关系：</a:t>
                </a:r>
                <a:endParaRPr lang="en-US"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endParaRPr lang="zh-CN" altLang="zh-CN" sz="1600"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14:m>
                  <m:oMathPara xmlns:m="http://schemas.openxmlformats.org/officeDocument/2006/math">
                    <m:oMathParaPr>
                      <m:jc m:val="center"/>
                    </m:oMathParaPr>
                    <m:oMath xmlns:m="http://schemas.openxmlformats.org/officeDocument/2006/math">
                      <m:nary>
                        <m:naryPr>
                          <m:chr m:val="∑"/>
                          <m:limLoc m:val="undOvr"/>
                          <m:supHide m:val="on"/>
                          <m:ctrlPr>
                            <a:rPr lang="zh-CN" altLang="zh-CN" sz="1600" i="1">
                              <a:latin typeface="Cambria Math" panose="02040503050406030204" pitchFamily="18" charset="0"/>
                            </a:rPr>
                          </m:ctrlPr>
                        </m:naryPr>
                        <m:sub>
                          <m:r>
                            <a:rPr lang="en-US" altLang="zh-CN" sz="1600" i="1">
                              <a:latin typeface="Cambria Math" panose="02040503050406030204" pitchFamily="18" charset="0"/>
                            </a:rPr>
                            <m:t>𝑣</m:t>
                          </m:r>
                          <m:r>
                            <a:rPr lang="en-US" altLang="zh-CN" sz="1600" i="1">
                              <a:latin typeface="Cambria Math" panose="02040503050406030204" pitchFamily="18" charset="0"/>
                            </a:rPr>
                            <m:t>∈</m:t>
                          </m:r>
                          <m:r>
                            <a:rPr lang="en-US" altLang="zh-CN" sz="1600" i="1">
                              <a:latin typeface="Cambria Math" panose="02040503050406030204" pitchFamily="18" charset="0"/>
                            </a:rPr>
                            <m:t>𝑉</m:t>
                          </m:r>
                        </m:sub>
                        <m:sup/>
                        <m:e>
                          <m:r>
                            <a:rPr lang="en-US" altLang="zh-CN" sz="1600" i="1">
                              <a:latin typeface="Cambria Math" panose="02040503050406030204" pitchFamily="18" charset="0"/>
                            </a:rPr>
                            <m:t>𝑑</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𝑣</m:t>
                              </m:r>
                            </m:e>
                          </m:d>
                          <m:r>
                            <a:rPr lang="en-US" altLang="zh-CN" sz="1600" i="1">
                              <a:latin typeface="Cambria Math" panose="02040503050406030204" pitchFamily="18" charset="0"/>
                            </a:rPr>
                            <m:t>=2|</m:t>
                          </m:r>
                          <m:r>
                            <a:rPr lang="en-US" altLang="zh-CN" sz="1600" i="1">
                              <a:latin typeface="Cambria Math" panose="02040503050406030204" pitchFamily="18" charset="0"/>
                            </a:rPr>
                            <m:t>𝐸</m:t>
                          </m:r>
                          <m:r>
                            <a:rPr lang="en-US" altLang="zh-CN" sz="1600" i="1">
                              <a:latin typeface="Cambria Math" panose="02040503050406030204" pitchFamily="18" charset="0"/>
                            </a:rPr>
                            <m:t>|</m:t>
                          </m:r>
                        </m:e>
                      </m:nary>
                    </m:oMath>
                  </m:oMathPara>
                </a14:m>
                <a:endParaRPr lang="zh-CN"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endParaRPr lang="en-US"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在有向图中，顶点的度数之和与边数有如下关系：</a:t>
                </a:r>
              </a:p>
              <a:p>
                <a:pPr marL="0" indent="0" algn="just">
                  <a:lnSpc>
                    <a:spcPts val="2500"/>
                  </a:lnSpc>
                  <a:spcBef>
                    <a:spcPts val="0"/>
                  </a:spcBef>
                  <a:buNone/>
                </a:pPr>
                <a:endParaRPr lang="en-US" altLang="zh-CN" sz="1600" i="1" dirty="0">
                  <a:latin typeface="Times New Roman" panose="02020603050405020304" pitchFamily="18" charset="0"/>
                  <a:cs typeface="Times New Roman" panose="02020603050405020304" pitchFamily="18" charset="0"/>
                </a:endParaRPr>
              </a:p>
              <a:p>
                <a:pPr marL="0" indent="0" algn="just">
                  <a:lnSpc>
                    <a:spcPts val="2500"/>
                  </a:lnSpc>
                  <a:spcBef>
                    <a:spcPts val="0"/>
                  </a:spcBef>
                  <a:buNone/>
                </a:pPr>
                <a14:m>
                  <m:oMathPara xmlns:m="http://schemas.openxmlformats.org/officeDocument/2006/math">
                    <m:oMathParaPr>
                      <m:jc m:val="centerGroup"/>
                    </m:oMathParaPr>
                    <m:oMath xmlns:m="http://schemas.openxmlformats.org/officeDocument/2006/math">
                      <m:nary>
                        <m:naryPr>
                          <m:chr m:val="∑"/>
                          <m:limLoc m:val="undOvr"/>
                          <m:supHide m:val="on"/>
                          <m:ctrlPr>
                            <a:rPr lang="zh-CN" altLang="zh-CN" sz="1600" i="1">
                              <a:latin typeface="Cambria Math" panose="02040503050406030204" pitchFamily="18" charset="0"/>
                            </a:rPr>
                          </m:ctrlPr>
                        </m:naryPr>
                        <m:sub>
                          <m:r>
                            <a:rPr lang="en-US" altLang="zh-CN" sz="1600" i="1">
                              <a:latin typeface="Cambria Math" panose="02040503050406030204" pitchFamily="18" charset="0"/>
                            </a:rPr>
                            <m:t>𝑣</m:t>
                          </m:r>
                          <m:r>
                            <a:rPr lang="en-US" altLang="zh-CN" sz="1600" i="1">
                              <a:latin typeface="Cambria Math" panose="02040503050406030204" pitchFamily="18" charset="0"/>
                            </a:rPr>
                            <m:t>∈</m:t>
                          </m:r>
                          <m:r>
                            <a:rPr lang="en-US" altLang="zh-CN" sz="1600" i="1">
                              <a:latin typeface="Cambria Math" panose="02040503050406030204" pitchFamily="18" charset="0"/>
                            </a:rPr>
                            <m:t>𝑉</m:t>
                          </m:r>
                        </m:sub>
                        <m:sup/>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𝑑</m:t>
                              </m:r>
                            </m:e>
                            <m:sub>
                              <m:r>
                                <a:rPr lang="zh-CN" altLang="zh-CN" sz="1600">
                                  <a:latin typeface="Cambria Math" panose="02040503050406030204" pitchFamily="18" charset="0"/>
                                </a:rPr>
                                <m:t>出</m:t>
                              </m:r>
                            </m:sub>
                          </m:sSub>
                          <m:d>
                            <m:dPr>
                              <m:ctrlPr>
                                <a:rPr lang="zh-CN" altLang="zh-CN" sz="1600" i="1">
                                  <a:latin typeface="Cambria Math" panose="02040503050406030204" pitchFamily="18" charset="0"/>
                                </a:rPr>
                              </m:ctrlPr>
                            </m:dPr>
                            <m:e>
                              <m:r>
                                <a:rPr lang="en-US" altLang="zh-CN" sz="1600" i="1">
                                  <a:latin typeface="Cambria Math" panose="02040503050406030204" pitchFamily="18" charset="0"/>
                                </a:rPr>
                                <m:t>𝑣</m:t>
                              </m:r>
                            </m:e>
                          </m:d>
                          <m:r>
                            <a:rPr lang="en-US" altLang="zh-CN" sz="1600" i="1">
                              <a:latin typeface="Cambria Math" panose="02040503050406030204" pitchFamily="18" charset="0"/>
                            </a:rPr>
                            <m:t>=</m:t>
                          </m:r>
                        </m:e>
                      </m:nary>
                      <m:nary>
                        <m:naryPr>
                          <m:chr m:val="∑"/>
                          <m:limLoc m:val="undOvr"/>
                          <m:supHide m:val="on"/>
                          <m:ctrlPr>
                            <a:rPr lang="zh-CN" altLang="zh-CN" sz="1600" i="1">
                              <a:latin typeface="Cambria Math" panose="02040503050406030204" pitchFamily="18" charset="0"/>
                            </a:rPr>
                          </m:ctrlPr>
                        </m:naryPr>
                        <m:sub>
                          <m:r>
                            <a:rPr lang="en-US" altLang="zh-CN" sz="1600" i="1">
                              <a:latin typeface="Cambria Math" panose="02040503050406030204" pitchFamily="18" charset="0"/>
                            </a:rPr>
                            <m:t>𝑣</m:t>
                          </m:r>
                          <m:r>
                            <a:rPr lang="en-US" altLang="zh-CN" sz="1600" i="1">
                              <a:latin typeface="Cambria Math" panose="02040503050406030204" pitchFamily="18" charset="0"/>
                            </a:rPr>
                            <m:t>∈</m:t>
                          </m:r>
                          <m:r>
                            <a:rPr lang="en-US" altLang="zh-CN" sz="1600" i="1">
                              <a:latin typeface="Cambria Math" panose="02040503050406030204" pitchFamily="18" charset="0"/>
                            </a:rPr>
                            <m:t>𝑉</m:t>
                          </m:r>
                        </m:sub>
                        <m:sup/>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𝑑</m:t>
                              </m:r>
                            </m:e>
                            <m:sub>
                              <m:r>
                                <a:rPr lang="zh-CN" altLang="zh-CN" sz="1600">
                                  <a:latin typeface="Cambria Math" panose="02040503050406030204" pitchFamily="18" charset="0"/>
                                </a:rPr>
                                <m:t>入</m:t>
                              </m:r>
                            </m:sub>
                          </m:sSub>
                          <m:d>
                            <m:dPr>
                              <m:ctrlPr>
                                <a:rPr lang="zh-CN" altLang="zh-CN" sz="1600" i="1">
                                  <a:latin typeface="Cambria Math" panose="02040503050406030204" pitchFamily="18" charset="0"/>
                                </a:rPr>
                              </m:ctrlPr>
                            </m:dPr>
                            <m:e>
                              <m:r>
                                <a:rPr lang="en-US" altLang="zh-CN" sz="1600" i="1">
                                  <a:latin typeface="Cambria Math" panose="02040503050406030204" pitchFamily="18" charset="0"/>
                                </a:rPr>
                                <m:t>𝑣</m:t>
                              </m:r>
                            </m:e>
                          </m:d>
                          <m:r>
                            <a:rPr lang="en-US" altLang="zh-CN" sz="1600" i="1">
                              <a:latin typeface="Cambria Math" panose="02040503050406030204" pitchFamily="18" charset="0"/>
                            </a:rPr>
                            <m:t>=</m:t>
                          </m:r>
                          <m:d>
                            <m:dPr>
                              <m:begChr m:val="|"/>
                              <m:endChr m:val="|"/>
                              <m:ctrlPr>
                                <a:rPr lang="zh-CN" altLang="zh-CN" sz="1600" i="1">
                                  <a:latin typeface="Cambria Math" panose="02040503050406030204" pitchFamily="18" charset="0"/>
                                </a:rPr>
                              </m:ctrlPr>
                            </m:dPr>
                            <m:e>
                              <m:r>
                                <a:rPr lang="en-US" altLang="zh-CN" sz="1600" i="1">
                                  <a:latin typeface="Cambria Math" panose="02040503050406030204" pitchFamily="18" charset="0"/>
                                </a:rPr>
                                <m:t>𝐸</m:t>
                              </m:r>
                            </m:e>
                          </m:d>
                        </m:e>
                      </m:nary>
                    </m:oMath>
                  </m:oMathPara>
                </a14:m>
                <a:endParaRPr lang="zh-CN"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928992" cy="3507876"/>
              </a:xfrm>
              <a:blipFill>
                <a:blip r:embed="rId2"/>
                <a:stretch>
                  <a:fillRect l="-546" r="-2869" b="-28522"/>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4173326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anim calcmode="lin" valueType="num">
                                      <p:cBhvr additive="base">
                                        <p:cTn id="1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anim calcmode="lin" valueType="num">
                                      <p:cBhvr additive="base">
                                        <p:cTn id="25"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anim calcmode="lin" valueType="num">
                                      <p:cBhvr additive="base">
                                        <p:cTn id="31"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251520" y="1064124"/>
                <a:ext cx="8856984" cy="3507876"/>
              </a:xfrm>
            </p:spPr>
            <p:txBody>
              <a:bodyPr/>
              <a:lstStyle/>
              <a:p>
                <a:pPr>
                  <a:lnSpc>
                    <a:spcPts val="2400"/>
                  </a:lnSpc>
                  <a:spcBef>
                    <a:spcPts val="0"/>
                  </a:spcBef>
                </a:pPr>
                <a:r>
                  <a:rPr lang="zh-CN" altLang="zh-CN" sz="1600" dirty="0">
                    <a:solidFill>
                      <a:srgbClr val="FF0000"/>
                    </a:solidFill>
                    <a:latin typeface="Times New Roman" panose="02020603050405020304" pitchFamily="18" charset="0"/>
                    <a:cs typeface="Times New Roman" panose="02020603050405020304" pitchFamily="18" charset="0"/>
                  </a:rPr>
                  <a:t>（</a:t>
                </a:r>
                <a:r>
                  <a:rPr lang="en-US" altLang="zh-CN" sz="1600" dirty="0">
                    <a:solidFill>
                      <a:srgbClr val="FF0000"/>
                    </a:solidFill>
                    <a:latin typeface="Times New Roman" panose="02020603050405020304" pitchFamily="18" charset="0"/>
                    <a:cs typeface="Times New Roman" panose="02020603050405020304" pitchFamily="18" charset="0"/>
                  </a:rPr>
                  <a:t>5</a:t>
                </a:r>
                <a:r>
                  <a:rPr lang="zh-CN" altLang="zh-CN" sz="1600" dirty="0">
                    <a:solidFill>
                      <a:srgbClr val="FF0000"/>
                    </a:solidFill>
                    <a:latin typeface="Times New Roman" panose="02020603050405020304" pitchFamily="18" charset="0"/>
                    <a:cs typeface="Times New Roman" panose="02020603050405020304" pitchFamily="18" charset="0"/>
                  </a:rPr>
                  <a:t>）子图、真子图和生成子图</a:t>
                </a:r>
                <a:r>
                  <a:rPr lang="zh-CN" altLang="en-US" sz="1600" dirty="0">
                    <a:solidFill>
                      <a:srgbClr val="FF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zh-CN"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𝐻</m:t>
                    </m:r>
                    <m:r>
                      <a:rPr lang="en-US" altLang="zh-CN" sz="1600" i="1">
                        <a:latin typeface="Cambria Math" panose="02040503050406030204" pitchFamily="18" charset="0"/>
                      </a:rPr>
                      <m:t>=(</m:t>
                    </m:r>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𝑉</m:t>
                        </m:r>
                      </m:e>
                      <m:sup>
                        <m:r>
                          <a:rPr lang="en-US" altLang="zh-CN" sz="1600" i="1">
                            <a:latin typeface="Cambria Math" panose="02040503050406030204" pitchFamily="18" charset="0"/>
                          </a:rPr>
                          <m:t>′</m:t>
                        </m:r>
                      </m:sup>
                    </m:sSup>
                    <m:r>
                      <a:rPr lang="zh-CN" altLang="zh-CN" sz="1600">
                        <a:latin typeface="Cambria Math" panose="02040503050406030204" pitchFamily="18" charset="0"/>
                      </a:rPr>
                      <m:t>，</m:t>
                    </m:r>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𝐸</m:t>
                        </m:r>
                      </m:e>
                      <m:sup>
                        <m:r>
                          <a:rPr lang="en-US" altLang="zh-CN" sz="1600" i="1">
                            <a:latin typeface="Cambria Math" panose="02040503050406030204" pitchFamily="18" charset="0"/>
                          </a:rPr>
                          <m:t>′</m:t>
                        </m:r>
                      </m:sup>
                    </m:sSup>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是二个图。若</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𝑉</m:t>
                        </m:r>
                      </m:e>
                      <m:sup>
                        <m:r>
                          <a:rPr lang="en-US" altLang="zh-CN" sz="1600" i="1">
                            <a:latin typeface="Cambria Math" panose="02040503050406030204" pitchFamily="18" charset="0"/>
                          </a:rPr>
                          <m:t>′</m:t>
                        </m:r>
                      </m:sup>
                    </m:sSup>
                    <m:r>
                      <a:rPr lang="en-US" altLang="zh-CN" sz="1600" i="1">
                        <a:latin typeface="Cambria Math" panose="02040503050406030204" pitchFamily="18" charset="0"/>
                      </a:rPr>
                      <m:t>⊆</m:t>
                    </m:r>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且</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𝐸</m:t>
                        </m:r>
                      </m:e>
                      <m:sup>
                        <m:r>
                          <a:rPr lang="en-US" altLang="zh-CN" sz="1600" i="1">
                            <a:latin typeface="Cambria Math" panose="02040503050406030204" pitchFamily="18" charset="0"/>
                          </a:rPr>
                          <m:t>′</m:t>
                        </m:r>
                      </m:sup>
                    </m:sSup>
                    <m:r>
                      <a:rPr lang="en-US" altLang="zh-CN" sz="1600" i="1">
                        <a:latin typeface="Cambria Math" panose="02040503050406030204" pitchFamily="18" charset="0"/>
                      </a:rPr>
                      <m:t>⊆</m:t>
                    </m:r>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，则说</a:t>
                </a:r>
                <a14:m>
                  <m:oMath xmlns:m="http://schemas.openxmlformats.org/officeDocument/2006/math">
                    <m:r>
                      <a:rPr lang="en-US" altLang="zh-CN" sz="1600" i="1">
                        <a:latin typeface="Cambria Math" panose="02040503050406030204" pitchFamily="18" charset="0"/>
                      </a:rPr>
                      <m:t>𝐻</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子图</a:t>
                </a:r>
                <a:r>
                  <a:rPr lang="zh-CN" altLang="zh-CN" sz="1600" dirty="0">
                    <a:latin typeface="Times New Roman" panose="02020603050405020304" pitchFamily="18" charset="0"/>
                    <a:cs typeface="Times New Roman" panose="02020603050405020304" pitchFamily="18" charset="0"/>
                  </a:rPr>
                  <a:t>。若</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𝑉</m:t>
                        </m:r>
                      </m:e>
                      <m:sup>
                        <m:r>
                          <a:rPr lang="en-US" altLang="zh-CN" sz="1600" i="1">
                            <a:latin typeface="Cambria Math" panose="02040503050406030204" pitchFamily="18" charset="0"/>
                          </a:rPr>
                          <m:t>′</m:t>
                        </m:r>
                      </m:sup>
                    </m:sSup>
                    <m:r>
                      <a:rPr lang="en-US" altLang="zh-CN" sz="1600" i="1" smtClean="0">
                        <a:latin typeface="Cambria Math" panose="02040503050406030204" pitchFamily="18" charset="0"/>
                        <a:ea typeface="Cambria Math" panose="02040503050406030204" pitchFamily="18" charset="0"/>
                      </a:rPr>
                      <m:t>⊂</m:t>
                    </m:r>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或</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𝐸</m:t>
                        </m:r>
                      </m:e>
                      <m:sup>
                        <m:r>
                          <a:rPr lang="en-US" altLang="zh-CN" sz="1600" i="1">
                            <a:latin typeface="Cambria Math" panose="02040503050406030204" pitchFamily="18" charset="0"/>
                          </a:rPr>
                          <m:t>′</m:t>
                        </m:r>
                      </m:sup>
                    </m:sSup>
                    <m:r>
                      <a:rPr lang="en-US" altLang="zh-CN" sz="1600" i="1" smtClean="0">
                        <a:latin typeface="Cambria Math" panose="02040503050406030204" pitchFamily="18" charset="0"/>
                        <a:ea typeface="Cambria Math" panose="02040503050406030204" pitchFamily="18" charset="0"/>
                      </a:rPr>
                      <m:t>⊂</m:t>
                    </m:r>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，说</a:t>
                </a:r>
                <a14:m>
                  <m:oMath xmlns:m="http://schemas.openxmlformats.org/officeDocument/2006/math">
                    <m:r>
                      <a:rPr lang="en-US" altLang="zh-CN" sz="1600" i="1">
                        <a:latin typeface="Cambria Math" panose="02040503050406030204" pitchFamily="18" charset="0"/>
                      </a:rPr>
                      <m:t>𝐻</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真子图</a:t>
                </a:r>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nSpc>
                    <a:spcPts val="2400"/>
                  </a:lnSpc>
                  <a:spcBef>
                    <a:spcPts val="0"/>
                  </a:spcBef>
                </a:pPr>
                <a:r>
                  <a:rPr lang="zh-CN" altLang="zh-CN" sz="1600" dirty="0">
                    <a:latin typeface="Times New Roman" panose="02020603050405020304" pitchFamily="18" charset="0"/>
                    <a:cs typeface="Times New Roman" panose="02020603050405020304" pitchFamily="18" charset="0"/>
                  </a:rPr>
                  <a:t>若</a:t>
                </a:r>
                <a14:m>
                  <m:oMath xmlns:m="http://schemas.openxmlformats.org/officeDocument/2006/math">
                    <m:r>
                      <a:rPr lang="en-US" altLang="zh-CN" sz="1600" i="1">
                        <a:latin typeface="Cambria Math" panose="02040503050406030204" pitchFamily="18" charset="0"/>
                      </a:rPr>
                      <m:t>𝐻</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的子图且</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𝑉</m:t>
                        </m:r>
                      </m:e>
                      <m:sup>
                        <m:r>
                          <a:rPr lang="en-US" altLang="zh-CN" sz="1600" i="1">
                            <a:latin typeface="Cambria Math" panose="02040503050406030204" pitchFamily="18" charset="0"/>
                          </a:rPr>
                          <m:t>′</m:t>
                        </m:r>
                      </m:sup>
                    </m:sSup>
                    <m:r>
                      <a:rPr lang="en-US" altLang="zh-CN" sz="1600" i="1">
                        <a:latin typeface="Cambria Math" panose="02040503050406030204" pitchFamily="18" charset="0"/>
                      </a:rPr>
                      <m:t>=</m:t>
                    </m:r>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，说</a:t>
                </a:r>
                <a14:m>
                  <m:oMath xmlns:m="http://schemas.openxmlformats.org/officeDocument/2006/math">
                    <m:r>
                      <a:rPr lang="en-US" altLang="zh-CN" sz="1600" i="1">
                        <a:latin typeface="Cambria Math" panose="02040503050406030204" pitchFamily="18" charset="0"/>
                      </a:rPr>
                      <m:t>𝐻</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生成子图</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nSpc>
                    <a:spcPts val="2400"/>
                  </a:lnSpc>
                  <a:spcBef>
                    <a:spcPts val="0"/>
                  </a:spcBef>
                </a:pPr>
                <a:r>
                  <a:rPr lang="zh-CN" altLang="zh-CN"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(b)(c)(d)</a:t>
                </a:r>
                <a:r>
                  <a:rPr lang="zh-CN" altLang="zh-CN" sz="1600" dirty="0">
                    <a:latin typeface="Times New Roman" panose="02020603050405020304" pitchFamily="18" charset="0"/>
                    <a:cs typeface="Times New Roman" panose="02020603050405020304" pitchFamily="18" charset="0"/>
                  </a:rPr>
                  <a:t>是图（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）的子图，也是真子图；图</a:t>
                </a:r>
                <a:r>
                  <a:rPr lang="en-US" altLang="zh-CN" sz="1600" dirty="0">
                    <a:latin typeface="Times New Roman" panose="02020603050405020304" pitchFamily="18" charset="0"/>
                    <a:cs typeface="Times New Roman" panose="02020603050405020304" pitchFamily="18" charset="0"/>
                  </a:rPr>
                  <a:t>(d)</a:t>
                </a:r>
                <a:r>
                  <a:rPr lang="zh-CN" altLang="zh-CN" sz="1600" dirty="0">
                    <a:latin typeface="Times New Roman" panose="02020603050405020304" pitchFamily="18" charset="0"/>
                    <a:cs typeface="Times New Roman" panose="02020603050405020304" pitchFamily="18" charset="0"/>
                  </a:rPr>
                  <a:t>是图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的生成子图。</a:t>
                </a: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251520" y="1064124"/>
                <a:ext cx="8856984" cy="3507876"/>
              </a:xfrm>
              <a:blipFill>
                <a:blip r:embed="rId2"/>
                <a:stretch>
                  <a:fillRect l="-482" t="-174"/>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1151467" y="2643758"/>
            <a:ext cx="6127261" cy="1728192"/>
          </a:xfrm>
          <a:prstGeom prst="rect">
            <a:avLst/>
          </a:prstGeom>
        </p:spPr>
      </p:pic>
      <p:sp>
        <p:nvSpPr>
          <p:cNvPr id="5" name="文本框 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3403075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8784976" cy="3507876"/>
              </a:xfrm>
            </p:spPr>
            <p:txBody>
              <a:bodyPr/>
              <a:lstStyle/>
              <a:p>
                <a:pPr algn="just">
                  <a:lnSpc>
                    <a:spcPts val="2600"/>
                  </a:lnSpc>
                  <a:spcBef>
                    <a:spcPts val="0"/>
                  </a:spcBef>
                </a:pPr>
                <a:r>
                  <a:rPr lang="zh-CN" altLang="zh-CN" sz="1600" dirty="0">
                    <a:solidFill>
                      <a:srgbClr val="FF0000"/>
                    </a:solidFill>
                    <a:latin typeface="Times New Roman" panose="02020603050405020304" pitchFamily="18" charset="0"/>
                    <a:cs typeface="Times New Roman" panose="02020603050405020304" pitchFamily="18" charset="0"/>
                  </a:rPr>
                  <a:t>（</a:t>
                </a:r>
                <a:r>
                  <a:rPr lang="en-US" altLang="zh-CN" sz="1600" dirty="0">
                    <a:solidFill>
                      <a:srgbClr val="FF0000"/>
                    </a:solidFill>
                    <a:latin typeface="Times New Roman" panose="02020603050405020304" pitchFamily="18" charset="0"/>
                    <a:cs typeface="Times New Roman" panose="02020603050405020304" pitchFamily="18" charset="0"/>
                  </a:rPr>
                  <a:t>6</a:t>
                </a:r>
                <a:r>
                  <a:rPr lang="zh-CN" altLang="zh-CN" sz="1600" dirty="0">
                    <a:solidFill>
                      <a:srgbClr val="FF0000"/>
                    </a:solidFill>
                    <a:latin typeface="Times New Roman" panose="02020603050405020304" pitchFamily="18" charset="0"/>
                    <a:cs typeface="Times New Roman" panose="02020603050405020304" pitchFamily="18" charset="0"/>
                  </a:rPr>
                  <a:t>）路径、路径长度、简单路径和初等路径</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是一个无向图，一个顶点的序列</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m:t>
                        </m:r>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1</m:t>
                            </m:r>
                          </m:sub>
                        </m:sSub>
                      </m:sub>
                    </m:sSub>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2</m:t>
                            </m:r>
                          </m:sub>
                        </m:sSub>
                      </m:sub>
                    </m:sSub>
                    <m:r>
                      <a:rPr lang="zh-CN" altLang="zh-CN" sz="1600">
                        <a:latin typeface="Cambria Math" panose="02040503050406030204" pitchFamily="18" charset="0"/>
                      </a:rPr>
                      <m:t>，</m:t>
                    </m:r>
                    <m:r>
                      <a:rPr lang="en-US" altLang="zh-CN" sz="1600">
                        <a:latin typeface="Cambria Math" panose="02040503050406030204" pitchFamily="18" charset="0"/>
                      </a:rPr>
                      <m:t>⋯</m:t>
                    </m:r>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𝑠</m:t>
                            </m:r>
                          </m:sub>
                        </m:sSub>
                      </m:sub>
                    </m:sSub>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称为图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zh-CN"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中的一条</a:t>
                </a:r>
                <a:r>
                  <a:rPr lang="zh-CN" altLang="zh-CN" sz="1600" dirty="0">
                    <a:solidFill>
                      <a:srgbClr val="FF0000"/>
                    </a:solidFill>
                    <a:latin typeface="Times New Roman" panose="02020603050405020304" pitchFamily="18" charset="0"/>
                    <a:cs typeface="Times New Roman" panose="02020603050405020304" pitchFamily="18" charset="0"/>
                  </a:rPr>
                  <a:t>路径</a:t>
                </a:r>
                <a:r>
                  <a:rPr lang="zh-CN" altLang="zh-CN" sz="1600" dirty="0">
                    <a:latin typeface="Times New Roman" panose="02020603050405020304" pitchFamily="18" charset="0"/>
                    <a:cs typeface="Times New Roman" panose="02020603050405020304" pitchFamily="18" charset="0"/>
                  </a:rPr>
                  <a:t>，若</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𝑗</m:t>
                            </m:r>
                          </m:sub>
                        </m:sSub>
                      </m:sub>
                    </m:sSub>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i="1">
                        <a:latin typeface="Cambria Math" panose="02040503050406030204" pitchFamily="18" charset="0"/>
                      </a:rPr>
                      <m:t>(1≤</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𝑠</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，且</a:t>
                </a:r>
                <a14:m>
                  <m:oMath xmlns:m="http://schemas.openxmlformats.org/officeDocument/2006/math">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𝑗</m:t>
                            </m:r>
                          </m:sub>
                        </m:sSub>
                      </m:sub>
                    </m:sSub>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𝑗</m:t>
                            </m:r>
                            <m:r>
                              <a:rPr lang="en-US" altLang="zh-CN" sz="1600" i="1">
                                <a:latin typeface="Cambria Math" panose="02040503050406030204" pitchFamily="18" charset="0"/>
                              </a:rPr>
                              <m:t>+1</m:t>
                            </m:r>
                          </m:sub>
                        </m:sSub>
                      </m:sub>
                    </m:sSub>
                    <m:r>
                      <a:rPr lang="en-US" altLang="zh-CN" sz="1600">
                        <a:latin typeface="Cambria Math" panose="02040503050406030204" pitchFamily="18" charset="0"/>
                      </a:rPr>
                      <m:t>)∈</m:t>
                    </m:r>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，其中</a:t>
                </a:r>
                <a14:m>
                  <m:oMath xmlns:m="http://schemas.openxmlformats.org/officeDocument/2006/math">
                    <m:r>
                      <a:rPr lang="en-US" altLang="zh-CN" sz="1600" i="1">
                        <a:latin typeface="Cambria Math" panose="02040503050406030204" pitchFamily="18" charset="0"/>
                      </a:rPr>
                      <m:t>1≤</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𝑠</m:t>
                    </m:r>
                  </m:oMath>
                </a14:m>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6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称一条通路经过的边的条数为这条通路的路径长度。一条路径如果它的每一条边都不重复出现，则称它为</a:t>
                </a:r>
                <a:r>
                  <a:rPr lang="zh-CN" altLang="zh-CN" sz="1600" dirty="0">
                    <a:solidFill>
                      <a:srgbClr val="FF0000"/>
                    </a:solidFill>
                    <a:latin typeface="Times New Roman" panose="02020603050405020304" pitchFamily="18" charset="0"/>
                    <a:cs typeface="Times New Roman" panose="02020603050405020304" pitchFamily="18" charset="0"/>
                  </a:rPr>
                  <a:t>简单路径</a:t>
                </a:r>
                <a:r>
                  <a:rPr lang="zh-CN" altLang="zh-CN" sz="1600" dirty="0">
                    <a:latin typeface="Times New Roman" panose="02020603050405020304" pitchFamily="18" charset="0"/>
                    <a:cs typeface="Times New Roman" panose="02020603050405020304" pitchFamily="18" charset="0"/>
                  </a:rPr>
                  <a:t>；如果它的每一个顶点都不重复出现，则称它为</a:t>
                </a:r>
                <a:r>
                  <a:rPr lang="zh-CN" altLang="zh-CN" sz="1600" dirty="0">
                    <a:solidFill>
                      <a:srgbClr val="FF0000"/>
                    </a:solidFill>
                    <a:latin typeface="Times New Roman" panose="02020603050405020304" pitchFamily="18" charset="0"/>
                    <a:cs typeface="Times New Roman" panose="02020603050405020304" pitchFamily="18" charset="0"/>
                  </a:rPr>
                  <a:t>初等路径</a:t>
                </a:r>
                <a:r>
                  <a:rPr lang="zh-CN" altLang="zh-CN" sz="1600" dirty="0">
                    <a:latin typeface="Times New Roman" panose="02020603050405020304" pitchFamily="18" charset="0"/>
                    <a:cs typeface="Times New Roman" panose="02020603050405020304" pitchFamily="18" charset="0"/>
                  </a:rPr>
                  <a:t>。</a:t>
                </a:r>
              </a:p>
              <a:p>
                <a:pPr algn="just">
                  <a:lnSpc>
                    <a:spcPts val="2600"/>
                  </a:lnSpc>
                  <a:spcBef>
                    <a:spcPts val="0"/>
                  </a:spcBef>
                </a:pPr>
                <a:r>
                  <a:rPr lang="zh-CN" altLang="zh-CN" sz="1600" dirty="0">
                    <a:solidFill>
                      <a:srgbClr val="FF0000"/>
                    </a:solidFill>
                    <a:latin typeface="Times New Roman" panose="02020603050405020304" pitchFamily="18" charset="0"/>
                    <a:cs typeface="Times New Roman" panose="02020603050405020304" pitchFamily="18" charset="0"/>
                  </a:rPr>
                  <a:t>（</a:t>
                </a:r>
                <a:r>
                  <a:rPr lang="en-US" altLang="zh-CN" sz="1600" dirty="0">
                    <a:solidFill>
                      <a:srgbClr val="FF0000"/>
                    </a:solidFill>
                    <a:latin typeface="Times New Roman" panose="02020603050405020304" pitchFamily="18" charset="0"/>
                    <a:cs typeface="Times New Roman" panose="02020603050405020304" pitchFamily="18" charset="0"/>
                  </a:rPr>
                  <a:t>7</a:t>
                </a:r>
                <a:r>
                  <a:rPr lang="zh-CN" altLang="zh-CN" sz="1600" dirty="0">
                    <a:solidFill>
                      <a:srgbClr val="FF0000"/>
                    </a:solidFill>
                    <a:latin typeface="Times New Roman" panose="02020603050405020304" pitchFamily="18" charset="0"/>
                    <a:cs typeface="Times New Roman" panose="02020603050405020304" pitchFamily="18" charset="0"/>
                  </a:rPr>
                  <a:t>）回路、简单回路和初等回路</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m:t>
                        </m:r>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1</m:t>
                            </m:r>
                          </m:sub>
                        </m:sSub>
                      </m:sub>
                    </m:sSub>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2</m:t>
                            </m:r>
                          </m:sub>
                        </m:sSub>
                      </m:sub>
                    </m:sSub>
                    <m:r>
                      <a:rPr lang="zh-CN" altLang="zh-CN" sz="1600">
                        <a:latin typeface="Cambria Math" panose="02040503050406030204" pitchFamily="18" charset="0"/>
                      </a:rPr>
                      <m:t>，</m:t>
                    </m:r>
                    <m:r>
                      <a:rPr lang="en-US" altLang="zh-CN" sz="1600">
                        <a:latin typeface="Cambria Math" panose="02040503050406030204" pitchFamily="18" charset="0"/>
                      </a:rPr>
                      <m:t>⋯</m:t>
                    </m:r>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𝑠</m:t>
                            </m:r>
                          </m:sub>
                        </m:sSub>
                      </m:sub>
                    </m:sSub>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中的一条路径，若</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1</m:t>
                            </m:r>
                          </m:sub>
                        </m:sSub>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𝑖</m:t>
                            </m:r>
                          </m:e>
                          <m:sub>
                            <m:r>
                              <a:rPr lang="en-US" altLang="zh-CN" sz="1600" i="1">
                                <a:latin typeface="Cambria Math" panose="02040503050406030204" pitchFamily="18" charset="0"/>
                              </a:rPr>
                              <m:t>𝑠</m:t>
                            </m:r>
                          </m:sub>
                        </m:sSub>
                      </m:sub>
                    </m:sSub>
                  </m:oMath>
                </a14:m>
                <a:r>
                  <a:rPr lang="zh-CN" altLang="zh-CN" sz="1600" dirty="0">
                    <a:latin typeface="Times New Roman" panose="02020603050405020304" pitchFamily="18" charset="0"/>
                    <a:cs typeface="Times New Roman" panose="02020603050405020304" pitchFamily="18" charset="0"/>
                  </a:rPr>
                  <a:t>，则这条路径为</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中的一条</a:t>
                </a:r>
                <a:r>
                  <a:rPr lang="zh-CN" altLang="zh-CN" sz="1600" dirty="0">
                    <a:solidFill>
                      <a:srgbClr val="FF0000"/>
                    </a:solidFill>
                    <a:latin typeface="Times New Roman" panose="02020603050405020304" pitchFamily="18" charset="0"/>
                    <a:cs typeface="Times New Roman" panose="02020603050405020304" pitchFamily="18" charset="0"/>
                  </a:rPr>
                  <a:t>回路</a:t>
                </a:r>
                <a:r>
                  <a:rPr lang="zh-CN" altLang="zh-CN" sz="1600" dirty="0">
                    <a:latin typeface="Times New Roman" panose="02020603050405020304" pitchFamily="18" charset="0"/>
                    <a:cs typeface="Times New Roman" panose="02020603050405020304" pitchFamily="18" charset="0"/>
                  </a:rPr>
                  <a:t>，若一个回路中边不重复出现，则称为</a:t>
                </a:r>
                <a:r>
                  <a:rPr lang="zh-CN" altLang="zh-CN" sz="1600" dirty="0">
                    <a:solidFill>
                      <a:srgbClr val="FF0000"/>
                    </a:solidFill>
                    <a:latin typeface="Times New Roman" panose="02020603050405020304" pitchFamily="18" charset="0"/>
                    <a:cs typeface="Times New Roman" panose="02020603050405020304" pitchFamily="18" charset="0"/>
                  </a:rPr>
                  <a:t>简单回路</a:t>
                </a:r>
                <a:r>
                  <a:rPr lang="zh-CN" altLang="zh-CN" sz="1600" dirty="0">
                    <a:latin typeface="Times New Roman" panose="02020603050405020304" pitchFamily="18" charset="0"/>
                    <a:cs typeface="Times New Roman" panose="02020603050405020304" pitchFamily="18" charset="0"/>
                  </a:rPr>
                  <a:t>；若顶点不重复出现，则称为</a:t>
                </a:r>
                <a:r>
                  <a:rPr lang="zh-CN" altLang="zh-CN" sz="1600" dirty="0">
                    <a:solidFill>
                      <a:srgbClr val="FF0000"/>
                    </a:solidFill>
                    <a:latin typeface="Times New Roman" panose="02020603050405020304" pitchFamily="18" charset="0"/>
                    <a:cs typeface="Times New Roman" panose="02020603050405020304" pitchFamily="18" charset="0"/>
                  </a:rPr>
                  <a:t>初等回路</a:t>
                </a:r>
                <a:r>
                  <a:rPr lang="zh-CN" altLang="zh-CN" sz="1600" dirty="0">
                    <a:latin typeface="Times New Roman" panose="02020603050405020304" pitchFamily="18" charset="0"/>
                    <a:cs typeface="Times New Roman" panose="02020603050405020304" pitchFamily="18" charset="0"/>
                  </a:rPr>
                  <a:t>。</a:t>
                </a:r>
              </a:p>
              <a:p>
                <a:pPr algn="just">
                  <a:lnSpc>
                    <a:spcPts val="2600"/>
                  </a:lnSpc>
                  <a:spcBef>
                    <a:spcPts val="0"/>
                  </a:spcBef>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8784976" cy="3507876"/>
              </a:xfrm>
              <a:blipFill>
                <a:blip r:embed="rId2"/>
                <a:stretch>
                  <a:fillRect l="-485" r="-2913"/>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426110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8856984" cy="1867666"/>
              </a:xfrm>
            </p:spPr>
            <p:txBody>
              <a:bodyPr/>
              <a:lstStyle/>
              <a:p>
                <a:pPr marL="0" indent="0" algn="just">
                  <a:lnSpc>
                    <a:spcPts val="2500"/>
                  </a:lnSpc>
                  <a:spcBef>
                    <a:spcPts val="0"/>
                  </a:spcBef>
                  <a:buNone/>
                </a:pPr>
                <a:r>
                  <a:rPr lang="zh-CN" altLang="zh-CN" sz="1600" dirty="0">
                    <a:solidFill>
                      <a:srgbClr val="FF0000"/>
                    </a:solidFill>
                    <a:latin typeface="Times New Roman" panose="02020603050405020304" pitchFamily="18" charset="0"/>
                    <a:cs typeface="Times New Roman" panose="02020603050405020304" pitchFamily="18" charset="0"/>
                  </a:rPr>
                  <a:t>（</a:t>
                </a:r>
                <a:r>
                  <a:rPr lang="en-US" altLang="zh-CN" sz="1600" dirty="0">
                    <a:solidFill>
                      <a:srgbClr val="FF0000"/>
                    </a:solidFill>
                    <a:latin typeface="Times New Roman" panose="02020603050405020304" pitchFamily="18" charset="0"/>
                    <a:cs typeface="Times New Roman" panose="02020603050405020304" pitchFamily="18" charset="0"/>
                  </a:rPr>
                  <a:t>8</a:t>
                </a:r>
                <a:r>
                  <a:rPr lang="zh-CN" altLang="zh-CN" sz="1600" dirty="0">
                    <a:solidFill>
                      <a:srgbClr val="FF0000"/>
                    </a:solidFill>
                    <a:latin typeface="Times New Roman" panose="02020603050405020304" pitchFamily="18" charset="0"/>
                    <a:cs typeface="Times New Roman" panose="02020603050405020304" pitchFamily="18" charset="0"/>
                  </a:rPr>
                  <a:t>）连通、连通图和连通分量</a:t>
                </a:r>
                <a:r>
                  <a:rPr lang="zh-CN" altLang="en-US" sz="1600" dirty="0">
                    <a:solidFill>
                      <a:srgbClr val="FF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是一个无向图，若</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中二个顶点</a:t>
                </a:r>
                <a14:m>
                  <m:oMath xmlns:m="http://schemas.openxmlformats.org/officeDocument/2006/math">
                    <m:r>
                      <a:rPr lang="en-US" altLang="zh-CN" sz="1600" i="1">
                        <a:latin typeface="Cambria Math" panose="02040503050406030204" pitchFamily="18" charset="0"/>
                      </a:rPr>
                      <m:t>𝑢</m:t>
                    </m:r>
                    <m:r>
                      <a:rPr lang="zh-CN" altLang="zh-CN" sz="1600">
                        <a:latin typeface="Cambria Math" panose="02040503050406030204" pitchFamily="18" charset="0"/>
                      </a:rPr>
                      <m:t>和</m:t>
                    </m:r>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之间有路径存在，则称顶点</a:t>
                </a:r>
                <a14:m>
                  <m:oMath xmlns:m="http://schemas.openxmlformats.org/officeDocument/2006/math">
                    <m:r>
                      <a:rPr lang="en-US" altLang="zh-CN" sz="1600">
                        <a:latin typeface="Cambria Math" panose="02040503050406030204" pitchFamily="18" charset="0"/>
                        <a:ea typeface="隶书" panose="02010509060101010101" pitchFamily="49" charset="-122"/>
                      </a:rPr>
                      <m:t>𝑢</m:t>
                    </m:r>
                    <m:r>
                      <a:rPr lang="zh-CN" altLang="zh-CN" sz="1600">
                        <a:latin typeface="Cambria Math" panose="02040503050406030204" pitchFamily="18" charset="0"/>
                        <a:ea typeface="隶书" panose="02010509060101010101" pitchFamily="49" charset="-122"/>
                      </a:rPr>
                      <m:t>和</m:t>
                    </m:r>
                    <m:r>
                      <a:rPr lang="en-US" altLang="zh-CN" sz="1600">
                        <a:latin typeface="Cambria Math" panose="02040503050406030204" pitchFamily="18" charset="0"/>
                        <a:ea typeface="隶书" panose="02010509060101010101" pitchFamily="49" charset="-122"/>
                      </a:rPr>
                      <m:t>𝑣</m:t>
                    </m:r>
                  </m:oMath>
                </a14:m>
                <a:r>
                  <a:rPr lang="zh-CN" altLang="zh-CN" sz="1600" dirty="0">
                    <a:latin typeface="Times New Roman" panose="02020603050405020304" pitchFamily="18" charset="0"/>
                    <a:cs typeface="Times New Roman" panose="02020603050405020304" pitchFamily="18" charset="0"/>
                  </a:rPr>
                  <a:t>连通</a:t>
                </a:r>
                <a:r>
                  <a:rPr lang="zh-CN" altLang="en-US"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若</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中任意二个不同的顶点之间都有路径存在，则称</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是一个</a:t>
                </a:r>
                <a:r>
                  <a:rPr lang="zh-CN" altLang="zh-CN" sz="1600" dirty="0">
                    <a:solidFill>
                      <a:srgbClr val="FF0000"/>
                    </a:solidFill>
                    <a:latin typeface="Times New Roman" panose="02020603050405020304" pitchFamily="18" charset="0"/>
                    <a:cs typeface="Times New Roman" panose="02020603050405020304" pitchFamily="18" charset="0"/>
                  </a:rPr>
                  <a:t>连通图</a:t>
                </a:r>
                <a:r>
                  <a:rPr lang="zh-CN" altLang="zh-CN" sz="1600" dirty="0">
                    <a:latin typeface="Times New Roman" panose="02020603050405020304" pitchFamily="18" charset="0"/>
                    <a:cs typeface="Times New Roman" panose="02020603050405020304" pitchFamily="18" charset="0"/>
                  </a:rPr>
                  <a:t>，否则称</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为</a:t>
                </a:r>
                <a:r>
                  <a:rPr lang="zh-CN" altLang="zh-CN" sz="1600" dirty="0">
                    <a:solidFill>
                      <a:srgbClr val="FF0000"/>
                    </a:solidFill>
                    <a:latin typeface="Times New Roman" panose="02020603050405020304" pitchFamily="18" charset="0"/>
                    <a:cs typeface="Times New Roman" panose="02020603050405020304" pitchFamily="18" charset="0"/>
                  </a:rPr>
                  <a:t>不连通图</a:t>
                </a:r>
                <a:r>
                  <a:rPr lang="zh-CN" altLang="zh-CN" sz="1600" dirty="0">
                    <a:latin typeface="Times New Roman" panose="02020603050405020304" pitchFamily="18" charset="0"/>
                    <a:cs typeface="Times New Roman" panose="02020603050405020304" pitchFamily="18" charset="0"/>
                  </a:rPr>
                  <a:t>。无向图</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极大连通子图</a:t>
                </a:r>
                <a:r>
                  <a:rPr lang="zh-CN" altLang="zh-CN" sz="1600" dirty="0">
                    <a:latin typeface="Times New Roman" panose="02020603050405020304" pitchFamily="18" charset="0"/>
                    <a:cs typeface="Times New Roman" panose="02020603050405020304" pitchFamily="18" charset="0"/>
                  </a:rPr>
                  <a:t>称为</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r>
                  <a:rPr lang="zh-CN" altLang="zh-CN" sz="1600" dirty="0">
                    <a:solidFill>
                      <a:srgbClr val="FF0000"/>
                    </a:solidFill>
                    <a:latin typeface="Times New Roman" panose="02020603050405020304" pitchFamily="18" charset="0"/>
                    <a:cs typeface="Times New Roman" panose="02020603050405020304" pitchFamily="18" charset="0"/>
                  </a:rPr>
                  <a:t>连通分量</a:t>
                </a:r>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500"/>
                  </a:lnSpc>
                  <a:spcBef>
                    <a:spcPts val="0"/>
                  </a:spcBef>
                </a:pPr>
                <a:r>
                  <a:rPr lang="zh-CN" altLang="zh-CN"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是一个连通图</a:t>
                </a:r>
                <a:r>
                  <a:rPr lang="en-US" altLang="zh-CN" sz="1600" dirty="0">
                    <a:latin typeface="Times New Roman" panose="02020603050405020304" pitchFamily="18" charset="0"/>
                    <a:cs typeface="Times New Roman" panose="02020603050405020304" pitchFamily="18" charset="0"/>
                  </a:rPr>
                  <a:t>;</a:t>
                </a:r>
              </a:p>
              <a:p>
                <a:pPr algn="just">
                  <a:lnSpc>
                    <a:spcPts val="2500"/>
                  </a:lnSpc>
                  <a:spcBef>
                    <a:spcPts val="0"/>
                  </a:spcBef>
                </a:pPr>
                <a:r>
                  <a:rPr lang="zh-CN" altLang="en-US"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(b)</a:t>
                </a:r>
                <a:r>
                  <a:rPr lang="zh-CN" altLang="zh-CN" sz="1600" dirty="0">
                    <a:latin typeface="Times New Roman" panose="02020603050405020304" pitchFamily="18" charset="0"/>
                    <a:cs typeface="Times New Roman" panose="02020603050405020304" pitchFamily="18" charset="0"/>
                  </a:rPr>
                  <a:t>是一个非连通图</a:t>
                </a:r>
                <a:r>
                  <a:rPr lang="en-US" altLang="zh-CN" sz="1600" dirty="0">
                    <a:latin typeface="Times New Roman" panose="02020603050405020304" pitchFamily="18" charset="0"/>
                    <a:cs typeface="Times New Roman" panose="02020603050405020304" pitchFamily="18" charset="0"/>
                  </a:rPr>
                  <a:t>;</a:t>
                </a:r>
              </a:p>
              <a:p>
                <a:pPr algn="just">
                  <a:lnSpc>
                    <a:spcPts val="2500"/>
                  </a:lnSpc>
                  <a:spcBef>
                    <a:spcPts val="0"/>
                  </a:spcBef>
                </a:pPr>
                <a:r>
                  <a:rPr lang="zh-CN" altLang="zh-CN"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(c)</a:t>
                </a:r>
                <a:r>
                  <a:rPr lang="zh-CN" altLang="zh-CN" sz="1600" dirty="0">
                    <a:latin typeface="Times New Roman" panose="02020603050405020304" pitchFamily="18" charset="0"/>
                    <a:cs typeface="Times New Roman" panose="02020603050405020304" pitchFamily="18" charset="0"/>
                  </a:rPr>
                  <a:t>是图</a:t>
                </a:r>
                <a:r>
                  <a:rPr lang="en-US" altLang="zh-CN" sz="1600" dirty="0">
                    <a:latin typeface="Times New Roman" panose="02020603050405020304" pitchFamily="18" charset="0"/>
                    <a:cs typeface="Times New Roman" panose="02020603050405020304" pitchFamily="18" charset="0"/>
                  </a:rPr>
                  <a:t>(b)</a:t>
                </a:r>
                <a:r>
                  <a:rPr lang="zh-CN" altLang="zh-CN" sz="1600" dirty="0">
                    <a:latin typeface="Times New Roman" panose="02020603050405020304" pitchFamily="18" charset="0"/>
                    <a:cs typeface="Times New Roman" panose="02020603050405020304" pitchFamily="18" charset="0"/>
                  </a:rPr>
                  <a:t>的</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个连通分量。</a:t>
                </a:r>
              </a:p>
              <a:p>
                <a:pPr>
                  <a:lnSpc>
                    <a:spcPts val="2500"/>
                  </a:lnSpc>
                  <a:spcBef>
                    <a:spcPts val="0"/>
                  </a:spcBef>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8856984" cy="1867666"/>
              </a:xfrm>
              <a:blipFill>
                <a:blip r:embed="rId2"/>
                <a:stretch>
                  <a:fillRect l="-619" r="-619" b="-8824"/>
                </a:stretch>
              </a:blipFill>
            </p:spPr>
            <p:txBody>
              <a:bodyPr/>
              <a:lstStyle/>
              <a:p>
                <a:r>
                  <a:rPr lang="zh-CN" altLang="en-US">
                    <a:noFill/>
                  </a:rPr>
                  <a:t> </a:t>
                </a:r>
              </a:p>
            </p:txBody>
          </p:sp>
        </mc:Fallback>
      </mc:AlternateContent>
      <p:pic>
        <p:nvPicPr>
          <p:cNvPr id="5" name="图片 4"/>
          <p:cNvPicPr>
            <a:picLocks noChangeAspect="1"/>
          </p:cNvPicPr>
          <p:nvPr/>
        </p:nvPicPr>
        <p:blipFill>
          <a:blip r:embed="rId3"/>
          <a:stretch>
            <a:fillRect/>
          </a:stretch>
        </p:blipFill>
        <p:spPr>
          <a:xfrm>
            <a:off x="899592" y="3075806"/>
            <a:ext cx="1656184" cy="1998981"/>
          </a:xfrm>
          <a:prstGeom prst="rect">
            <a:avLst/>
          </a:prstGeom>
        </p:spPr>
      </p:pic>
      <p:pic>
        <p:nvPicPr>
          <p:cNvPr id="7" name="图片 6"/>
          <p:cNvPicPr>
            <a:picLocks noChangeAspect="1"/>
          </p:cNvPicPr>
          <p:nvPr/>
        </p:nvPicPr>
        <p:blipFill>
          <a:blip r:embed="rId4"/>
          <a:stretch>
            <a:fillRect/>
          </a:stretch>
        </p:blipFill>
        <p:spPr>
          <a:xfrm>
            <a:off x="3347864" y="3219822"/>
            <a:ext cx="1588358" cy="1800200"/>
          </a:xfrm>
          <a:prstGeom prst="rect">
            <a:avLst/>
          </a:prstGeom>
        </p:spPr>
      </p:pic>
      <p:pic>
        <p:nvPicPr>
          <p:cNvPr id="8" name="图片 7"/>
          <p:cNvPicPr>
            <a:picLocks noChangeAspect="1"/>
          </p:cNvPicPr>
          <p:nvPr/>
        </p:nvPicPr>
        <p:blipFill>
          <a:blip r:embed="rId5"/>
          <a:stretch>
            <a:fillRect/>
          </a:stretch>
        </p:blipFill>
        <p:spPr>
          <a:xfrm>
            <a:off x="5580112" y="3180895"/>
            <a:ext cx="2198669" cy="1808426"/>
          </a:xfrm>
          <a:prstGeom prst="rect">
            <a:avLst/>
          </a:prstGeom>
        </p:spPr>
      </p:pic>
      <p:sp>
        <p:nvSpPr>
          <p:cNvPr id="9" name="文本框 8"/>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373635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2" end="2"/>
                                            </p:txEl>
                                          </p:spTgt>
                                        </p:tgtEl>
                                        <p:attrNameLst>
                                          <p:attrName>style.visibility</p:attrName>
                                        </p:attrNameLst>
                                      </p:cBhvr>
                                      <p:to>
                                        <p:strVal val="visible"/>
                                      </p:to>
                                    </p:set>
                                    <p:anim calcmode="lin" valueType="num">
                                      <p:cBhvr additive="base">
                                        <p:cTn id="3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500" fill="hold"/>
                                        <p:tgtEl>
                                          <p:spTgt spid="8"/>
                                        </p:tgtEl>
                                        <p:attrNameLst>
                                          <p:attrName>ppt_x</p:attrName>
                                        </p:attrNameLst>
                                      </p:cBhvr>
                                      <p:tavLst>
                                        <p:tav tm="0">
                                          <p:val>
                                            <p:strVal val="#ppt_x"/>
                                          </p:val>
                                        </p:tav>
                                        <p:tav tm="100000">
                                          <p:val>
                                            <p:strVal val="#ppt_x"/>
                                          </p:val>
                                        </p:tav>
                                      </p:tavLst>
                                    </p:anim>
                                    <p:anim calcmode="lin" valueType="num">
                                      <p:cBhvr additive="base">
                                        <p:cTn id="3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3" end="3"/>
                                            </p:txEl>
                                          </p:spTgt>
                                        </p:tgtEl>
                                        <p:attrNameLst>
                                          <p:attrName>style.visibility</p:attrName>
                                        </p:attrNameLst>
                                      </p:cBhvr>
                                      <p:to>
                                        <p:strVal val="visible"/>
                                      </p:to>
                                    </p:set>
                                    <p:anim calcmode="lin" valueType="num">
                                      <p:cBhvr additive="base">
                                        <p:cTn id="43"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8856984" cy="3507876"/>
              </a:xfrm>
            </p:spPr>
            <p:txBody>
              <a:bodyPr/>
              <a:lstStyle/>
              <a:p>
                <a:pPr marL="0" indent="0">
                  <a:lnSpc>
                    <a:spcPts val="2500"/>
                  </a:lnSpc>
                  <a:spcBef>
                    <a:spcPts val="0"/>
                  </a:spcBef>
                  <a:buNone/>
                </a:pPr>
                <a:r>
                  <a:rPr lang="zh-CN" altLang="zh-CN" sz="1600" dirty="0">
                    <a:solidFill>
                      <a:srgbClr val="FF0000"/>
                    </a:solidFill>
                    <a:cs typeface="Times New Roman" panose="02020603050405020304" pitchFamily="18" charset="0"/>
                  </a:rPr>
                  <a:t>（</a:t>
                </a:r>
                <a:r>
                  <a:rPr lang="en-US" altLang="zh-CN" sz="1600" dirty="0">
                    <a:solidFill>
                      <a:srgbClr val="FF0000"/>
                    </a:solidFill>
                    <a:cs typeface="Times New Roman" panose="02020603050405020304" pitchFamily="18" charset="0"/>
                  </a:rPr>
                  <a:t>9</a:t>
                </a:r>
                <a:r>
                  <a:rPr lang="zh-CN" altLang="zh-CN" sz="1600" dirty="0">
                    <a:solidFill>
                      <a:srgbClr val="FF0000"/>
                    </a:solidFill>
                    <a:cs typeface="Times New Roman" panose="02020603050405020304" pitchFamily="18" charset="0"/>
                  </a:rPr>
                  <a:t>）连通、强连通图和强连通分量</a:t>
                </a:r>
                <a:r>
                  <a:rPr lang="zh-CN" altLang="en-US" sz="1600" dirty="0">
                    <a:solidFill>
                      <a:srgbClr val="FF0000"/>
                    </a:solidFill>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zh-CN"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cs typeface="Times New Roman" panose="02020603050405020304" pitchFamily="18" charset="0"/>
                  </a:rPr>
                  <a:t>是一个有向图，若</a:t>
                </a:r>
                <a14:m>
                  <m:oMath xmlns:m="http://schemas.openxmlformats.org/officeDocument/2006/math">
                    <m:r>
                      <a:rPr lang="en-US" altLang="zh-CN" sz="1600" i="1">
                        <a:latin typeface="Cambria Math" panose="02040503050406030204" pitchFamily="18" charset="0"/>
                      </a:rPr>
                      <m:t>𝐺</m:t>
                    </m:r>
                  </m:oMath>
                </a14:m>
                <a:r>
                  <a:rPr lang="zh-CN" altLang="zh-CN" sz="1600" dirty="0">
                    <a:cs typeface="Times New Roman" panose="02020603050405020304" pitchFamily="18" charset="0"/>
                  </a:rPr>
                  <a:t>中二个顶点</a:t>
                </a:r>
                <a14:m>
                  <m:oMath xmlns:m="http://schemas.openxmlformats.org/officeDocument/2006/math">
                    <m:r>
                      <a:rPr lang="en-US" altLang="zh-CN" sz="1600">
                        <a:latin typeface="Cambria Math" panose="02040503050406030204" pitchFamily="18" charset="0"/>
                        <a:ea typeface="隶书" panose="02010509060101010101" pitchFamily="49" charset="-122"/>
                      </a:rPr>
                      <m:t>𝑢</m:t>
                    </m:r>
                    <m:r>
                      <a:rPr lang="zh-CN" altLang="zh-CN" sz="1600">
                        <a:latin typeface="Cambria Math" panose="02040503050406030204" pitchFamily="18" charset="0"/>
                        <a:ea typeface="隶书" panose="02010509060101010101" pitchFamily="49" charset="-122"/>
                      </a:rPr>
                      <m:t>和</m:t>
                    </m:r>
                    <m:r>
                      <a:rPr lang="en-US" altLang="zh-CN" sz="1600">
                        <a:latin typeface="Cambria Math" panose="02040503050406030204" pitchFamily="18" charset="0"/>
                        <a:ea typeface="隶书" panose="02010509060101010101" pitchFamily="49" charset="-122"/>
                      </a:rPr>
                      <m:t>𝑣</m:t>
                    </m:r>
                  </m:oMath>
                </a14:m>
                <a:r>
                  <a:rPr lang="zh-CN" altLang="zh-CN" sz="1600" dirty="0">
                    <a:cs typeface="Times New Roman" panose="02020603050405020304" pitchFamily="18" charset="0"/>
                  </a:rPr>
                  <a:t>之间有路径存在，则称顶点</a:t>
                </a:r>
                <a14:m>
                  <m:oMath xmlns:m="http://schemas.openxmlformats.org/officeDocument/2006/math">
                    <m:r>
                      <a:rPr lang="en-US" altLang="zh-CN" sz="1600">
                        <a:latin typeface="Cambria Math" panose="02040503050406030204" pitchFamily="18" charset="0"/>
                        <a:ea typeface="隶书" panose="02010509060101010101" pitchFamily="49" charset="-122"/>
                      </a:rPr>
                      <m:t>𝑢</m:t>
                    </m:r>
                    <m:r>
                      <a:rPr lang="zh-CN" altLang="zh-CN" sz="1600">
                        <a:latin typeface="Cambria Math" panose="02040503050406030204" pitchFamily="18" charset="0"/>
                        <a:ea typeface="隶书" panose="02010509060101010101" pitchFamily="49" charset="-122"/>
                      </a:rPr>
                      <m:t>和</m:t>
                    </m:r>
                    <m:r>
                      <a:rPr lang="en-US" altLang="zh-CN" sz="1600">
                        <a:latin typeface="Cambria Math" panose="02040503050406030204" pitchFamily="18" charset="0"/>
                        <a:ea typeface="隶书" panose="02010509060101010101" pitchFamily="49" charset="-122"/>
                      </a:rPr>
                      <m:t>𝑣</m:t>
                    </m:r>
                    <m:r>
                      <a:rPr lang="en-US" altLang="zh-CN" sz="1600">
                        <a:latin typeface="Cambria Math" panose="02040503050406030204" pitchFamily="18" charset="0"/>
                        <a:ea typeface="隶书" panose="02010509060101010101" pitchFamily="49" charset="-122"/>
                      </a:rPr>
                      <m:t> </m:t>
                    </m:r>
                    <m:r>
                      <m:rPr>
                        <m:nor/>
                      </m:rPr>
                      <a:rPr lang="zh-CN" altLang="zh-CN" sz="1600" dirty="0">
                        <a:latin typeface="Times New Roman" panose="02020603050405020304" pitchFamily="18" charset="0"/>
                        <a:cs typeface="Times New Roman" panose="02020603050405020304" pitchFamily="18" charset="0"/>
                      </a:rPr>
                      <m:t>连通</m:t>
                    </m:r>
                    <m:r>
                      <m:rPr>
                        <m:nor/>
                      </m:rPr>
                      <a:rPr lang="zh-CN" altLang="en-US" sz="1600" dirty="0">
                        <a:latin typeface="Times New Roman" panose="02020603050405020304" pitchFamily="18" charset="0"/>
                        <a:cs typeface="Times New Roman" panose="02020603050405020304" pitchFamily="18" charset="0"/>
                      </a:rPr>
                      <m:t>。</m:t>
                    </m:r>
                  </m:oMath>
                </a14:m>
                <a:r>
                  <a:rPr lang="zh-CN" altLang="zh-CN" sz="1600" dirty="0">
                    <a:cs typeface="Times New Roman" panose="02020603050405020304" pitchFamily="18" charset="0"/>
                  </a:rPr>
                  <a:t>若在每一对顶点</a:t>
                </a:r>
                <a14:m>
                  <m:oMath xmlns:m="http://schemas.openxmlformats.org/officeDocument/2006/math">
                    <m:r>
                      <a:rPr lang="en-US" altLang="zh-CN" sz="1600">
                        <a:latin typeface="Cambria Math" panose="02040503050406030204" pitchFamily="18" charset="0"/>
                        <a:ea typeface="隶书" panose="02010509060101010101" pitchFamily="49" charset="-122"/>
                      </a:rPr>
                      <m:t>𝑢</m:t>
                    </m:r>
                    <m:r>
                      <a:rPr lang="zh-CN" altLang="zh-CN" sz="1600">
                        <a:latin typeface="Cambria Math" panose="02040503050406030204" pitchFamily="18" charset="0"/>
                        <a:ea typeface="隶书" panose="02010509060101010101" pitchFamily="49" charset="-122"/>
                      </a:rPr>
                      <m:t>和</m:t>
                    </m:r>
                    <m:r>
                      <a:rPr lang="en-US" altLang="zh-CN" sz="1600">
                        <a:latin typeface="Cambria Math" panose="02040503050406030204" pitchFamily="18" charset="0"/>
                        <a:ea typeface="隶书" panose="02010509060101010101" pitchFamily="49" charset="-122"/>
                      </a:rPr>
                      <m:t>𝑣</m:t>
                    </m:r>
                  </m:oMath>
                </a14:m>
                <a:r>
                  <a:rPr lang="zh-CN" altLang="zh-CN" sz="1600" dirty="0">
                    <a:cs typeface="Times New Roman" panose="02020603050405020304" pitchFamily="18" charset="0"/>
                  </a:rPr>
                  <a:t>之间都存在一条从</a:t>
                </a:r>
                <a14:m>
                  <m:oMath xmlns:m="http://schemas.openxmlformats.org/officeDocument/2006/math">
                    <m:r>
                      <a:rPr lang="en-US" altLang="zh-CN" sz="1600" i="1">
                        <a:latin typeface="Cambria Math" panose="02040503050406030204" pitchFamily="18" charset="0"/>
                      </a:rPr>
                      <m:t>𝑢</m:t>
                    </m:r>
                  </m:oMath>
                </a14:m>
                <a:r>
                  <a:rPr lang="zh-CN" altLang="zh-CN" sz="1600" dirty="0">
                    <a:cs typeface="Times New Roman" panose="02020603050405020304" pitchFamily="18" charset="0"/>
                  </a:rPr>
                  <a:t>到</a:t>
                </a:r>
                <a14:m>
                  <m:oMath xmlns:m="http://schemas.openxmlformats.org/officeDocument/2006/math">
                    <m:r>
                      <a:rPr lang="en-US" altLang="zh-CN" sz="1600" i="1">
                        <a:latin typeface="Cambria Math" panose="02040503050406030204" pitchFamily="18" charset="0"/>
                      </a:rPr>
                      <m:t>𝑣</m:t>
                    </m:r>
                  </m:oMath>
                </a14:m>
                <a:r>
                  <a:rPr lang="zh-CN" altLang="zh-CN" sz="1600" dirty="0">
                    <a:cs typeface="Times New Roman" panose="02020603050405020304" pitchFamily="18" charset="0"/>
                  </a:rPr>
                  <a:t>的路径，也存在一条从</a:t>
                </a:r>
                <a14:m>
                  <m:oMath xmlns:m="http://schemas.openxmlformats.org/officeDocument/2006/math">
                    <m:r>
                      <a:rPr lang="en-US" altLang="zh-CN" sz="1600" i="1">
                        <a:latin typeface="Cambria Math" panose="02040503050406030204" pitchFamily="18" charset="0"/>
                      </a:rPr>
                      <m:t>𝑣</m:t>
                    </m:r>
                  </m:oMath>
                </a14:m>
                <a:r>
                  <a:rPr lang="zh-CN" altLang="zh-CN" sz="1600" dirty="0">
                    <a:cs typeface="Times New Roman" panose="02020603050405020304" pitchFamily="18" charset="0"/>
                  </a:rPr>
                  <a:t>到</a:t>
                </a:r>
                <a14:m>
                  <m:oMath xmlns:m="http://schemas.openxmlformats.org/officeDocument/2006/math">
                    <m:r>
                      <a:rPr lang="en-US" altLang="zh-CN" sz="1600" i="1">
                        <a:latin typeface="Cambria Math" panose="02040503050406030204" pitchFamily="18" charset="0"/>
                      </a:rPr>
                      <m:t>𝑢</m:t>
                    </m:r>
                  </m:oMath>
                </a14:m>
                <a:r>
                  <a:rPr lang="zh-CN" altLang="zh-CN" sz="1600" dirty="0">
                    <a:cs typeface="Times New Roman" panose="02020603050405020304" pitchFamily="18" charset="0"/>
                  </a:rPr>
                  <a:t>的路径，则称此图是</a:t>
                </a:r>
                <a:r>
                  <a:rPr lang="zh-CN" altLang="zh-CN" sz="1600" dirty="0">
                    <a:solidFill>
                      <a:srgbClr val="FF0000"/>
                    </a:solidFill>
                    <a:cs typeface="Times New Roman" panose="02020603050405020304" pitchFamily="18" charset="0"/>
                  </a:rPr>
                  <a:t>强连通图</a:t>
                </a:r>
                <a:r>
                  <a:rPr lang="zh-CN" altLang="zh-CN" sz="1600" dirty="0">
                    <a:cs typeface="Times New Roman" panose="02020603050405020304" pitchFamily="18" charset="0"/>
                  </a:rPr>
                  <a:t>。有向图</a:t>
                </a:r>
                <a14:m>
                  <m:oMath xmlns:m="http://schemas.openxmlformats.org/officeDocument/2006/math">
                    <m:r>
                      <a:rPr lang="en-US" altLang="zh-CN" sz="1600" i="1">
                        <a:latin typeface="Cambria Math" panose="02040503050406030204" pitchFamily="18" charset="0"/>
                      </a:rPr>
                      <m:t>𝐺</m:t>
                    </m:r>
                  </m:oMath>
                </a14:m>
                <a:r>
                  <a:rPr lang="zh-CN" altLang="zh-CN" sz="1600" dirty="0">
                    <a:cs typeface="Times New Roman" panose="02020603050405020304" pitchFamily="18" charset="0"/>
                  </a:rPr>
                  <a:t>的极大强连通子图称为</a:t>
                </a:r>
                <a14:m>
                  <m:oMath xmlns:m="http://schemas.openxmlformats.org/officeDocument/2006/math">
                    <m:r>
                      <a:rPr lang="en-US" altLang="zh-CN" sz="1600" i="1">
                        <a:latin typeface="Cambria Math" panose="02040503050406030204" pitchFamily="18" charset="0"/>
                      </a:rPr>
                      <m:t>𝐺</m:t>
                    </m:r>
                  </m:oMath>
                </a14:m>
                <a:r>
                  <a:rPr lang="zh-CN" altLang="zh-CN" sz="1600" dirty="0">
                    <a:cs typeface="Times New Roman" panose="02020603050405020304" pitchFamily="18" charset="0"/>
                  </a:rPr>
                  <a:t>的</a:t>
                </a:r>
                <a:r>
                  <a:rPr lang="zh-CN" altLang="zh-CN" sz="1600" dirty="0">
                    <a:solidFill>
                      <a:srgbClr val="FF0000"/>
                    </a:solidFill>
                    <a:cs typeface="Times New Roman" panose="02020603050405020304" pitchFamily="18" charset="0"/>
                  </a:rPr>
                  <a:t>强连通分量</a:t>
                </a:r>
                <a:r>
                  <a:rPr lang="zh-CN" altLang="zh-CN" sz="1600" dirty="0">
                    <a:cs typeface="Times New Roman" panose="02020603050405020304" pitchFamily="18" charset="0"/>
                  </a:rPr>
                  <a:t>。</a:t>
                </a:r>
                <a:endParaRPr lang="en-US" altLang="zh-CN" sz="1600" dirty="0">
                  <a:cs typeface="Times New Roman" panose="02020603050405020304" pitchFamily="18" charset="0"/>
                </a:endParaRPr>
              </a:p>
              <a:p>
                <a:pPr>
                  <a:lnSpc>
                    <a:spcPts val="2500"/>
                  </a:lnSpc>
                  <a:spcBef>
                    <a:spcPts val="0"/>
                  </a:spcBef>
                </a:pPr>
                <a:r>
                  <a:rPr lang="zh-CN" altLang="zh-CN" sz="1600" dirty="0">
                    <a:cs typeface="Times New Roman" panose="02020603050405020304" pitchFamily="18" charset="0"/>
                  </a:rPr>
                  <a:t>图</a:t>
                </a:r>
                <a:r>
                  <a:rPr lang="en-US" altLang="zh-CN" sz="1600" dirty="0">
                    <a:cs typeface="Times New Roman" panose="02020603050405020304" pitchFamily="18" charset="0"/>
                  </a:rPr>
                  <a:t>(a)</a:t>
                </a:r>
                <a:r>
                  <a:rPr lang="zh-CN" altLang="zh-CN" sz="1600" dirty="0">
                    <a:cs typeface="Times New Roman" panose="02020603050405020304" pitchFamily="18" charset="0"/>
                  </a:rPr>
                  <a:t>不为强连通图</a:t>
                </a:r>
                <a:r>
                  <a:rPr lang="en-US" altLang="zh-CN" sz="1600" dirty="0">
                    <a:cs typeface="Times New Roman" panose="02020603050405020304" pitchFamily="18" charset="0"/>
                  </a:rPr>
                  <a:t>;</a:t>
                </a:r>
              </a:p>
              <a:p>
                <a:pPr>
                  <a:lnSpc>
                    <a:spcPts val="2500"/>
                  </a:lnSpc>
                  <a:spcBef>
                    <a:spcPts val="0"/>
                  </a:spcBef>
                </a:pPr>
                <a:r>
                  <a:rPr lang="zh-CN" altLang="zh-CN" sz="1600" dirty="0">
                    <a:cs typeface="Times New Roman" panose="02020603050405020304" pitchFamily="18" charset="0"/>
                  </a:rPr>
                  <a:t>图</a:t>
                </a:r>
                <a:r>
                  <a:rPr lang="en-US" altLang="zh-CN" sz="1600" dirty="0">
                    <a:cs typeface="Times New Roman" panose="02020603050405020304" pitchFamily="18" charset="0"/>
                  </a:rPr>
                  <a:t>(b)</a:t>
                </a:r>
                <a:r>
                  <a:rPr lang="zh-CN" altLang="zh-CN" sz="1600" dirty="0">
                    <a:cs typeface="Times New Roman" panose="02020603050405020304" pitchFamily="18" charset="0"/>
                  </a:rPr>
                  <a:t>是图</a:t>
                </a:r>
                <a:r>
                  <a:rPr lang="en-US" altLang="zh-CN" sz="1600" dirty="0">
                    <a:cs typeface="Times New Roman" panose="02020603050405020304" pitchFamily="18" charset="0"/>
                  </a:rPr>
                  <a:t>(a)</a:t>
                </a:r>
                <a:r>
                  <a:rPr lang="zh-CN" altLang="zh-CN" sz="1600" dirty="0">
                    <a:cs typeface="Times New Roman" panose="02020603050405020304" pitchFamily="18" charset="0"/>
                  </a:rPr>
                  <a:t>的</a:t>
                </a:r>
                <a:r>
                  <a:rPr lang="en-US" altLang="zh-CN" sz="1600" dirty="0">
                    <a:cs typeface="Times New Roman" panose="02020603050405020304" pitchFamily="18" charset="0"/>
                  </a:rPr>
                  <a:t>4</a:t>
                </a:r>
                <a:r>
                  <a:rPr lang="zh-CN" altLang="zh-CN" sz="1600" dirty="0">
                    <a:cs typeface="Times New Roman" panose="02020603050405020304" pitchFamily="18" charset="0"/>
                  </a:rPr>
                  <a:t>个强连通分量。</a:t>
                </a:r>
              </a:p>
              <a:p>
                <a:endParaRPr lang="zh-CN" altLang="en-US" sz="2000" dirty="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8856984" cy="3507876"/>
              </a:xfrm>
              <a:blipFill>
                <a:blip r:embed="rId2"/>
                <a:stretch>
                  <a:fillRect l="-619"/>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1835696" y="3022037"/>
            <a:ext cx="1764349" cy="1973351"/>
          </a:xfrm>
          <a:prstGeom prst="rect">
            <a:avLst/>
          </a:prstGeom>
        </p:spPr>
      </p:pic>
      <p:pic>
        <p:nvPicPr>
          <p:cNvPr id="6" name="图片 5"/>
          <p:cNvPicPr>
            <a:picLocks noChangeAspect="1"/>
          </p:cNvPicPr>
          <p:nvPr/>
        </p:nvPicPr>
        <p:blipFill>
          <a:blip r:embed="rId4"/>
          <a:stretch>
            <a:fillRect/>
          </a:stretch>
        </p:blipFill>
        <p:spPr>
          <a:xfrm>
            <a:off x="5148064" y="3144179"/>
            <a:ext cx="1519751" cy="1817560"/>
          </a:xfrm>
          <a:prstGeom prst="rect">
            <a:avLst/>
          </a:prstGeom>
        </p:spPr>
      </p:pic>
      <p:sp>
        <p:nvSpPr>
          <p:cNvPr id="7" name="文本框 6"/>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1671494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ppt_x"/>
                                          </p:val>
                                        </p:tav>
                                        <p:tav tm="100000">
                                          <p:val>
                                            <p:strVal val="#ppt_x"/>
                                          </p:val>
                                        </p:tav>
                                      </p:tavLst>
                                    </p:anim>
                                    <p:anim calcmode="lin" valueType="num">
                                      <p:cBhvr additive="base">
                                        <p:cTn id="2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2" end="2"/>
                                            </p:txEl>
                                          </p:spTgt>
                                        </p:tgtEl>
                                        <p:attrNameLst>
                                          <p:attrName>style.visibility</p:attrName>
                                        </p:attrNameLst>
                                      </p:cBhvr>
                                      <p:to>
                                        <p:strVal val="visible"/>
                                      </p:to>
                                    </p:set>
                                    <p:anim calcmode="lin" valueType="num">
                                      <p:cBhvr additive="base">
                                        <p:cTn id="3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784976" cy="3507876"/>
              </a:xfrm>
            </p:spPr>
            <p:txBody>
              <a:bodyPr/>
              <a:lstStyle/>
              <a:p>
                <a:pPr algn="just"/>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10</a:t>
                </a:r>
                <a:r>
                  <a:rPr lang="zh-CN" altLang="zh-CN" sz="1600" dirty="0">
                    <a:latin typeface="Times New Roman" panose="02020603050405020304" pitchFamily="18" charset="0"/>
                    <a:cs typeface="Times New Roman" panose="02020603050405020304" pitchFamily="18" charset="0"/>
                  </a:rPr>
                  <a:t>）</a:t>
                </a:r>
                <a:r>
                  <a:rPr lang="zh-CN" altLang="zh-CN" sz="1600" dirty="0">
                    <a:solidFill>
                      <a:srgbClr val="FF0000"/>
                    </a:solidFill>
                    <a:latin typeface="Times New Roman" panose="02020603050405020304" pitchFamily="18" charset="0"/>
                    <a:cs typeface="Times New Roman" panose="02020603050405020304" pitchFamily="18" charset="0"/>
                  </a:rPr>
                  <a:t>权和网</a:t>
                </a:r>
                <a:r>
                  <a:rPr lang="zh-CN" altLang="en-US"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在某些图中，边或弧上具有与它相关的数据信息称之为权。在实际应用中，权值可以有某种含义。例如，在城市交通线路的图中，边上的权值可以表示该线路的长度或交通费用等。边上带权的图称为带权图，也称网。</a:t>
                </a:r>
              </a:p>
              <a:p>
                <a:pPr algn="just"/>
                <a:r>
                  <a:rPr lang="zh-CN" altLang="zh-CN" sz="1600" dirty="0">
                    <a:latin typeface="Times New Roman" panose="02020603050405020304" pitchFamily="18" charset="0"/>
                    <a:cs typeface="Times New Roman" panose="02020603050405020304" pitchFamily="18" charset="0"/>
                  </a:rPr>
                  <a:t>（</a:t>
                </a:r>
                <a:r>
                  <a:rPr lang="es-ES" altLang="zh-CN" sz="1600" dirty="0">
                    <a:latin typeface="Times New Roman" panose="02020603050405020304" pitchFamily="18" charset="0"/>
                    <a:cs typeface="Times New Roman" panose="02020603050405020304" pitchFamily="18" charset="0"/>
                  </a:rPr>
                  <a:t>11</a:t>
                </a:r>
                <a:r>
                  <a:rPr lang="zh-CN" altLang="zh-CN" sz="1600" dirty="0">
                    <a:latin typeface="Times New Roman" panose="02020603050405020304" pitchFamily="18" charset="0"/>
                    <a:cs typeface="Times New Roman" panose="02020603050405020304" pitchFamily="18" charset="0"/>
                  </a:rPr>
                  <a:t>）</a:t>
                </a:r>
                <a:r>
                  <a:rPr lang="zh-CN" altLang="zh-CN" sz="1600" dirty="0">
                    <a:solidFill>
                      <a:srgbClr val="FF0000"/>
                    </a:solidFill>
                    <a:latin typeface="Times New Roman" panose="02020603050405020304" pitchFamily="18" charset="0"/>
                    <a:cs typeface="Times New Roman" panose="02020603050405020304" pitchFamily="18" charset="0"/>
                  </a:rPr>
                  <a:t>生成树</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包含</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个顶点的极小连通子图称为图</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的生成树。一棵具有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个顶点的生成树有且仅有</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−1</m:t>
                    </m:r>
                  </m:oMath>
                </a14:m>
                <a:r>
                  <a:rPr lang="zh-CN" altLang="zh-CN" sz="1600" dirty="0">
                    <a:latin typeface="Times New Roman" panose="02020603050405020304" pitchFamily="18" charset="0"/>
                    <a:cs typeface="Times New Roman" panose="02020603050405020304" pitchFamily="18" charset="0"/>
                  </a:rPr>
                  <a:t>条边。</a:t>
                </a:r>
              </a:p>
              <a:p>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784976" cy="3507876"/>
              </a:xfrm>
              <a:blipFill>
                <a:blip r:embed="rId2"/>
                <a:stretch>
                  <a:fillRect l="-555" r="-555"/>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图的基本术语</a:t>
            </a:r>
          </a:p>
        </p:txBody>
      </p:sp>
    </p:spTree>
    <p:extLst>
      <p:ext uri="{BB962C8B-B14F-4D97-AF65-F5344CB8AC3E}">
        <p14:creationId xmlns:p14="http://schemas.microsoft.com/office/powerpoint/2010/main" val="1830590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251520" y="1064124"/>
                <a:ext cx="8784976" cy="3507876"/>
              </a:xfrm>
            </p:spPr>
            <p:txBody>
              <a:bodyPr/>
              <a:lstStyle/>
              <a:p>
                <a:r>
                  <a:rPr lang="zh-CN" altLang="zh-CN" sz="1600" dirty="0">
                    <a:solidFill>
                      <a:srgbClr val="FF0000"/>
                    </a:solidFill>
                    <a:latin typeface="Times New Roman" panose="02020603050405020304" pitchFamily="18" charset="0"/>
                    <a:cs typeface="Times New Roman" panose="02020603050405020304" pitchFamily="18" charset="0"/>
                  </a:rPr>
                  <a:t>例</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solidFill>
                      <a:srgbClr val="FF0000"/>
                    </a:solidFill>
                    <a:latin typeface="Times New Roman" panose="02020603050405020304" pitchFamily="18" charset="0"/>
                    <a:cs typeface="Times New Roman" panose="02020603050405020304" pitchFamily="18" charset="0"/>
                  </a:rPr>
                  <a:t>图</a:t>
                </a:r>
                <a14:m>
                  <m:oMath xmlns:m="http://schemas.openxmlformats.org/officeDocument/2006/math">
                    <m:r>
                      <a:rPr lang="en-US" altLang="zh-CN" sz="1600" i="1">
                        <a:solidFill>
                          <a:srgbClr val="FF0000"/>
                        </a:solidFill>
                        <a:latin typeface="Cambria Math" panose="02040503050406030204" pitchFamily="18" charset="0"/>
                      </a:rPr>
                      <m:t>𝐺</m:t>
                    </m:r>
                    <m:r>
                      <a:rPr lang="en-US" altLang="zh-CN" sz="1600" i="1">
                        <a:solidFill>
                          <a:srgbClr val="FF0000"/>
                        </a:solidFill>
                        <a:latin typeface="Cambria Math" panose="02040503050406030204" pitchFamily="18" charset="0"/>
                      </a:rPr>
                      <m:t>=(</m:t>
                    </m:r>
                    <m:r>
                      <a:rPr lang="en-US" altLang="zh-CN" sz="1600" i="1">
                        <a:solidFill>
                          <a:srgbClr val="FF0000"/>
                        </a:solidFill>
                        <a:latin typeface="Cambria Math" panose="02040503050406030204" pitchFamily="18" charset="0"/>
                      </a:rPr>
                      <m:t>𝑉</m:t>
                    </m:r>
                    <m:r>
                      <a:rPr lang="en-US" altLang="zh-CN" sz="1600">
                        <a:solidFill>
                          <a:srgbClr val="FF0000"/>
                        </a:solidFill>
                        <a:latin typeface="Cambria Math" panose="02040503050406030204" pitchFamily="18" charset="0"/>
                      </a:rPr>
                      <m:t>,</m:t>
                    </m:r>
                    <m:r>
                      <a:rPr lang="en-US" altLang="zh-CN" sz="1600" i="1">
                        <a:solidFill>
                          <a:srgbClr val="FF0000"/>
                        </a:solidFill>
                        <a:latin typeface="Cambria Math" panose="02040503050406030204" pitchFamily="18" charset="0"/>
                      </a:rPr>
                      <m:t>𝐸</m:t>
                    </m:r>
                    <m:r>
                      <a:rPr lang="en-US" altLang="zh-CN" sz="1600" i="1">
                        <a:solidFill>
                          <a:srgbClr val="FF0000"/>
                        </a:solidFill>
                        <a:latin typeface="Cambria Math" panose="02040503050406030204" pitchFamily="18" charset="0"/>
                      </a:rPr>
                      <m:t>)</m:t>
                    </m:r>
                  </m:oMath>
                </a14:m>
                <a:r>
                  <a:rPr lang="zh-CN" altLang="zh-CN" sz="1600" dirty="0">
                    <a:solidFill>
                      <a:srgbClr val="FF0000"/>
                    </a:solidFill>
                    <a:latin typeface="Times New Roman" panose="02020603050405020304" pitchFamily="18" charset="0"/>
                    <a:cs typeface="Times New Roman" panose="02020603050405020304" pitchFamily="18" charset="0"/>
                  </a:rPr>
                  <a:t>是一个非连通无向图，共有</a:t>
                </a:r>
                <a:r>
                  <a:rPr lang="en-US" altLang="zh-CN" sz="1600" dirty="0">
                    <a:solidFill>
                      <a:srgbClr val="FF0000"/>
                    </a:solidFill>
                    <a:latin typeface="Times New Roman" panose="02020603050405020304" pitchFamily="18" charset="0"/>
                    <a:cs typeface="Times New Roman" panose="02020603050405020304" pitchFamily="18" charset="0"/>
                  </a:rPr>
                  <a:t>36</a:t>
                </a:r>
                <a:r>
                  <a:rPr lang="zh-CN" altLang="zh-CN" sz="1600" dirty="0">
                    <a:solidFill>
                      <a:srgbClr val="FF0000"/>
                    </a:solidFill>
                    <a:latin typeface="Times New Roman" panose="02020603050405020304" pitchFamily="18" charset="0"/>
                    <a:cs typeface="Times New Roman" panose="02020603050405020304" pitchFamily="18" charset="0"/>
                  </a:rPr>
                  <a:t>条边，则该图至少有多少个顶点？</a:t>
                </a:r>
              </a:p>
              <a:p>
                <a:r>
                  <a:rPr lang="zh-CN" altLang="zh-CN" sz="1600" dirty="0">
                    <a:latin typeface="Times New Roman" panose="02020603050405020304" pitchFamily="18" charset="0"/>
                    <a:cs typeface="Times New Roman" panose="02020603050405020304" pitchFamily="18" charset="0"/>
                  </a:rPr>
                  <a:t>解：根据图的定义，相同的边数完全图的顶点数最小，由于</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是一个非连通图，所以满足要求的图应该是由一个孤立点和一个完全图构成的非连通图。</a:t>
                </a:r>
                <a:endParaRPr lang="en-US" altLang="zh-CN" sz="1600" dirty="0">
                  <a:latin typeface="Times New Roman" panose="02020603050405020304" pitchFamily="18" charset="0"/>
                  <a:cs typeface="Times New Roman" panose="02020603050405020304" pitchFamily="18" charset="0"/>
                </a:endParaRPr>
              </a:p>
              <a:p>
                <a:r>
                  <a:rPr lang="zh-CN" altLang="zh-CN" sz="1600" dirty="0">
                    <a:latin typeface="Times New Roman" panose="02020603050405020304" pitchFamily="18" charset="0"/>
                    <a:cs typeface="Times New Roman" panose="02020603050405020304" pitchFamily="18" charset="0"/>
                  </a:rPr>
                  <a:t>设完全子图的顶点数为</a:t>
                </a:r>
                <a14:m>
                  <m:oMath xmlns:m="http://schemas.openxmlformats.org/officeDocument/2006/math">
                    <m:r>
                      <a:rPr lang="en-US" altLang="zh-CN" sz="1600" i="1">
                        <a:latin typeface="Cambria Math" panose="02040503050406030204" pitchFamily="18" charset="0"/>
                      </a:rPr>
                      <m:t>𝑚</m:t>
                    </m:r>
                  </m:oMath>
                </a14:m>
                <a:r>
                  <a:rPr lang="zh-CN" altLang="zh-CN" sz="1600" dirty="0">
                    <a:latin typeface="Times New Roman" panose="02020603050405020304" pitchFamily="18" charset="0"/>
                    <a:cs typeface="Times New Roman" panose="02020603050405020304" pitchFamily="18" charset="0"/>
                  </a:rPr>
                  <a:t>，根据完全图的定义知，</a:t>
                </a:r>
                <a14:m>
                  <m:oMath xmlns:m="http://schemas.openxmlformats.org/officeDocument/2006/math">
                    <m:f>
                      <m:fPr>
                        <m:ctrlPr>
                          <a:rPr lang="zh-CN" altLang="zh-CN" sz="1600" i="1">
                            <a:latin typeface="Cambria Math" panose="02040503050406030204" pitchFamily="18" charset="0"/>
                          </a:rPr>
                        </m:ctrlPr>
                      </m:fPr>
                      <m:num>
                        <m:r>
                          <a:rPr lang="en-US" altLang="zh-CN" sz="1600" i="1">
                            <a:latin typeface="Cambria Math" panose="02040503050406030204" pitchFamily="18" charset="0"/>
                          </a:rPr>
                          <m:t>𝑚</m:t>
                        </m:r>
                        <m:r>
                          <a:rPr lang="en-US" altLang="zh-CN" sz="1600" i="1">
                            <a:latin typeface="Cambria Math" panose="02040503050406030204" pitchFamily="18" charset="0"/>
                          </a:rPr>
                          <m:t>(</m:t>
                        </m:r>
                        <m:r>
                          <a:rPr lang="en-US" altLang="zh-CN" sz="1600" i="1">
                            <a:latin typeface="Cambria Math" panose="02040503050406030204" pitchFamily="18" charset="0"/>
                          </a:rPr>
                          <m:t>𝑚</m:t>
                        </m:r>
                        <m:r>
                          <a:rPr lang="en-US" altLang="zh-CN" sz="1600" i="1">
                            <a:latin typeface="Cambria Math" panose="02040503050406030204" pitchFamily="18" charset="0"/>
                          </a:rPr>
                          <m:t>−1)</m:t>
                        </m:r>
                      </m:num>
                      <m:den>
                        <m:r>
                          <a:rPr lang="en-US" altLang="zh-CN" sz="1600" i="1">
                            <a:latin typeface="Cambria Math" panose="02040503050406030204" pitchFamily="18" charset="0"/>
                          </a:rPr>
                          <m:t>2</m:t>
                        </m:r>
                      </m:den>
                    </m:f>
                    <m:r>
                      <a:rPr lang="en-US" altLang="zh-CN" sz="1600" i="1">
                        <a:latin typeface="Cambria Math" panose="02040503050406030204" pitchFamily="18" charset="0"/>
                      </a:rPr>
                      <m:t>=36</m:t>
                    </m:r>
                  </m:oMath>
                </a14:m>
                <a:r>
                  <a:rPr lang="zh-CN" altLang="zh-CN" sz="1600" dirty="0">
                    <a:latin typeface="Times New Roman" panose="02020603050405020304" pitchFamily="18" charset="0"/>
                    <a:cs typeface="Times New Roman" panose="02020603050405020304" pitchFamily="18" charset="0"/>
                  </a:rPr>
                  <a:t>，则</a:t>
                </a:r>
                <a14:m>
                  <m:oMath xmlns:m="http://schemas.openxmlformats.org/officeDocument/2006/math">
                    <m:r>
                      <a:rPr lang="en-US" altLang="zh-CN" sz="1600" i="1">
                        <a:latin typeface="Cambria Math" panose="02040503050406030204" pitchFamily="18" charset="0"/>
                      </a:rPr>
                      <m:t>𝑚</m:t>
                    </m:r>
                    <m:r>
                      <a:rPr lang="en-US" altLang="zh-CN" sz="1600" i="1">
                        <a:latin typeface="Cambria Math" panose="02040503050406030204" pitchFamily="18" charset="0"/>
                      </a:rPr>
                      <m:t>=9</m:t>
                    </m:r>
                  </m:oMath>
                </a14:m>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r>
                  <a:rPr lang="zh-CN" altLang="zh-CN" sz="1600" dirty="0">
                    <a:latin typeface="Times New Roman" panose="02020603050405020304" pitchFamily="18" charset="0"/>
                    <a:cs typeface="Times New Roman" panose="02020603050405020304" pitchFamily="18" charset="0"/>
                  </a:rPr>
                  <a:t>因此，该图至少有</a:t>
                </a:r>
                <a:r>
                  <a:rPr lang="en-US" altLang="zh-CN" sz="1600" dirty="0">
                    <a:latin typeface="Times New Roman" panose="02020603050405020304" pitchFamily="18" charset="0"/>
                    <a:cs typeface="Times New Roman" panose="02020603050405020304" pitchFamily="18" charset="0"/>
                  </a:rPr>
                  <a:t>10</a:t>
                </a:r>
                <a:r>
                  <a:rPr lang="zh-CN" altLang="zh-CN" sz="1600" dirty="0">
                    <a:latin typeface="Times New Roman" panose="02020603050405020304" pitchFamily="18" charset="0"/>
                    <a:cs typeface="Times New Roman" panose="02020603050405020304" pitchFamily="18" charset="0"/>
                  </a:rPr>
                  <a:t>个顶点。</a:t>
                </a:r>
              </a:p>
              <a:p>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251520" y="1064124"/>
                <a:ext cx="8784976" cy="3507876"/>
              </a:xfrm>
              <a:blipFill>
                <a:blip r:embed="rId2"/>
                <a:stretch>
                  <a:fillRect l="-486" r="-625"/>
                </a:stretch>
              </a:blipFill>
            </p:spPr>
            <p:txBody>
              <a:bodyPr/>
              <a:lstStyle/>
              <a:p>
                <a:r>
                  <a:rPr lang="zh-CN" altLang="en-US">
                    <a:noFill/>
                  </a:rPr>
                  <a:t> </a:t>
                </a:r>
              </a:p>
            </p:txBody>
          </p:sp>
        </mc:Fallback>
      </mc:AlternateContent>
      <p:sp>
        <p:nvSpPr>
          <p:cNvPr id="4" name="文本框 3"/>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例题</a:t>
            </a:r>
          </a:p>
        </p:txBody>
      </p:sp>
    </p:spTree>
    <p:extLst>
      <p:ext uri="{BB962C8B-B14F-4D97-AF65-F5344CB8AC3E}">
        <p14:creationId xmlns:p14="http://schemas.microsoft.com/office/powerpoint/2010/main" val="72107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28962" y="987574"/>
                <a:ext cx="5335125" cy="3507876"/>
              </a:xfrm>
            </p:spPr>
            <p:txBody>
              <a:bodyPr/>
              <a:lstStyle/>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ADT Graph{</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数据对象：</a:t>
                </a: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i="1" dirty="0">
                    <a:solidFill>
                      <a:srgbClr val="002060"/>
                    </a:solidFill>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solidFill>
                          <a:srgbClr val="002060"/>
                        </a:solidFill>
                        <a:latin typeface="Cambria Math" panose="02040503050406030204" pitchFamily="18" charset="0"/>
                      </a:rPr>
                      <m:t>𝐷</m:t>
                    </m:r>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𝑉</m:t>
                    </m:r>
                    <m:r>
                      <a:rPr lang="en-US" altLang="zh-CN" sz="1600" i="1">
                        <a:solidFill>
                          <a:srgbClr val="002060"/>
                        </a:solidFill>
                        <a:latin typeface="Cambria Math" panose="02040503050406030204" pitchFamily="18" charset="0"/>
                      </a:rPr>
                      <m:t>=</m:t>
                    </m:r>
                    <m:r>
                      <a:rPr lang="en-US" altLang="zh-CN" sz="1600">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𝑖</m:t>
                        </m:r>
                      </m:sub>
                    </m:sSub>
                    <m:r>
                      <a:rPr lang="en-US" altLang="zh-CN" sz="1600" i="1">
                        <a:solidFill>
                          <a:srgbClr val="002060"/>
                        </a:solidFill>
                        <a:latin typeface="Cambria Math" panose="02040503050406030204" pitchFamily="18" charset="0"/>
                      </a:rPr>
                      <m:t>|1≤</m:t>
                    </m:r>
                    <m:r>
                      <a:rPr lang="en-US" altLang="zh-CN" sz="1600" i="1">
                        <a:solidFill>
                          <a:srgbClr val="002060"/>
                        </a:solidFill>
                        <a:latin typeface="Cambria Math" panose="02040503050406030204" pitchFamily="18" charset="0"/>
                      </a:rPr>
                      <m:t>𝑖</m:t>
                    </m:r>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𝑛</m:t>
                    </m:r>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𝑖</m:t>
                        </m:r>
                      </m:sub>
                    </m:sSub>
                    <m:r>
                      <a:rPr lang="en-US" altLang="zh-CN" sz="1600" i="1">
                        <a:solidFill>
                          <a:srgbClr val="002060"/>
                        </a:solidFill>
                        <a:latin typeface="Cambria Math" panose="02040503050406030204" pitchFamily="18" charset="0"/>
                      </a:rPr>
                      <m:t>∈</m:t>
                    </m:r>
                    <m:r>
                      <m:rPr>
                        <m:sty m:val="p"/>
                      </m:rPr>
                      <a:rPr lang="en-US" altLang="zh-CN" sz="1600">
                        <a:solidFill>
                          <a:srgbClr val="002060"/>
                        </a:solidFill>
                        <a:latin typeface="Cambria Math" panose="02040503050406030204" pitchFamily="18" charset="0"/>
                      </a:rPr>
                      <m:t>Elemtype</m:t>
                    </m:r>
                    <m:r>
                      <a:rPr lang="en-US" altLang="zh-CN" sz="1600" i="1">
                        <a:solidFill>
                          <a:srgbClr val="002060"/>
                        </a:solidFill>
                        <a:latin typeface="Cambria Math" panose="02040503050406030204" pitchFamily="18" charset="0"/>
                      </a:rPr>
                      <m:t>}</m:t>
                    </m:r>
                  </m:oMath>
                </a14:m>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数据关系：</a:t>
                </a: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solidFill>
                          <a:srgbClr val="002060"/>
                        </a:solidFill>
                        <a:latin typeface="Cambria Math" panose="02040503050406030204" pitchFamily="18" charset="0"/>
                      </a:rPr>
                      <m:t>𝑅</m:t>
                    </m:r>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𝐸</m:t>
                    </m:r>
                    <m:r>
                      <a:rPr lang="en-US" altLang="zh-CN" sz="1600" i="1">
                        <a:solidFill>
                          <a:srgbClr val="002060"/>
                        </a:solidFill>
                        <a:latin typeface="Cambria Math" panose="02040503050406030204" pitchFamily="18" charset="0"/>
                      </a:rPr>
                      <m:t>=</m:t>
                    </m:r>
                    <m:r>
                      <a:rPr lang="en-US" altLang="zh-CN" sz="1600">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𝑖</m:t>
                        </m:r>
                      </m:sub>
                    </m:sSub>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𝑗</m:t>
                        </m:r>
                      </m:sub>
                    </m:sSub>
                    <m:r>
                      <a:rPr lang="en-US" altLang="zh-CN" sz="1600" i="1">
                        <a:solidFill>
                          <a:srgbClr val="002060"/>
                        </a:solidFill>
                        <a:latin typeface="Cambria Math" panose="02040503050406030204" pitchFamily="18" charset="0"/>
                      </a:rPr>
                      <m:t>)|1≤</m:t>
                    </m:r>
                    <m:r>
                      <a:rPr lang="en-US" altLang="zh-CN" sz="1600" i="1">
                        <a:solidFill>
                          <a:srgbClr val="002060"/>
                        </a:solidFill>
                        <a:latin typeface="Cambria Math" panose="02040503050406030204" pitchFamily="18" charset="0"/>
                      </a:rPr>
                      <m:t>𝑖</m:t>
                    </m:r>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𝑛</m:t>
                    </m:r>
                    <m:r>
                      <a:rPr lang="en-US" altLang="zh-CN" sz="1600" i="1">
                        <a:solidFill>
                          <a:srgbClr val="002060"/>
                        </a:solidFill>
                        <a:latin typeface="Cambria Math" panose="02040503050406030204" pitchFamily="18" charset="0"/>
                      </a:rPr>
                      <m:t>,1≤</m:t>
                    </m:r>
                    <m:r>
                      <a:rPr lang="en-US" altLang="zh-CN" sz="1600" i="1">
                        <a:solidFill>
                          <a:srgbClr val="002060"/>
                        </a:solidFill>
                        <a:latin typeface="Cambria Math" panose="02040503050406030204" pitchFamily="18" charset="0"/>
                      </a:rPr>
                      <m:t>𝑗</m:t>
                    </m:r>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𝑛</m:t>
                    </m:r>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𝑖</m:t>
                        </m:r>
                      </m:sub>
                    </m:sSub>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𝑎</m:t>
                        </m:r>
                      </m:e>
                      <m:sub>
                        <m:r>
                          <a:rPr lang="en-US" altLang="zh-CN" sz="1600" i="1">
                            <a:solidFill>
                              <a:srgbClr val="002060"/>
                            </a:solidFill>
                            <a:latin typeface="Cambria Math" panose="02040503050406030204" pitchFamily="18" charset="0"/>
                          </a:rPr>
                          <m:t>𝑗</m:t>
                        </m:r>
                      </m:sub>
                    </m:sSub>
                    <m:r>
                      <a:rPr lang="en-US" altLang="zh-CN" sz="1600" i="1">
                        <a:solidFill>
                          <a:srgbClr val="002060"/>
                        </a:solidFill>
                        <a:latin typeface="Cambria Math" panose="02040503050406030204" pitchFamily="18" charset="0"/>
                      </a:rPr>
                      <m:t>∈</m:t>
                    </m:r>
                    <m:r>
                      <a:rPr lang="en-US" altLang="zh-CN" sz="1600" i="1">
                        <a:solidFill>
                          <a:srgbClr val="002060"/>
                        </a:solidFill>
                        <a:latin typeface="Cambria Math" panose="02040503050406030204" pitchFamily="18" charset="0"/>
                      </a:rPr>
                      <m:t>𝐷</m:t>
                    </m:r>
                    <m:r>
                      <a:rPr lang="en-US" altLang="zh-CN" sz="1600" i="1">
                        <a:solidFill>
                          <a:srgbClr val="002060"/>
                        </a:solidFill>
                        <a:latin typeface="Cambria Math" panose="02040503050406030204" pitchFamily="18" charset="0"/>
                      </a:rPr>
                      <m:t>}</m:t>
                    </m:r>
                  </m:oMath>
                </a14:m>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基本操作：</a:t>
                </a: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InitGraph</a:t>
                </a:r>
                <a:r>
                  <a:rPr lang="en-US" altLang="zh-CN" sz="1600" dirty="0">
                    <a:solidFill>
                      <a:srgbClr val="002060"/>
                    </a:solidFill>
                    <a:latin typeface="Times New Roman" panose="02020603050405020304" pitchFamily="18" charset="0"/>
                    <a:cs typeface="Times New Roman" panose="02020603050405020304" pitchFamily="18" charset="0"/>
                  </a:rPr>
                  <a:t>(&amp;</a:t>
                </a:r>
                <a:r>
                  <a:rPr lang="en-US" altLang="zh-CN" sz="1600" dirty="0" err="1">
                    <a:solidFill>
                      <a:srgbClr val="002060"/>
                    </a:solidFill>
                    <a:latin typeface="Times New Roman" panose="02020603050405020304" pitchFamily="18" charset="0"/>
                    <a:cs typeface="Times New Roman" panose="02020603050405020304" pitchFamily="18" charset="0"/>
                  </a:rPr>
                  <a:t>g,V,E</a:t>
                </a:r>
                <a:r>
                  <a:rPr lang="en-US" altLang="zh-CN" sz="1600" dirty="0">
                    <a:solidFill>
                      <a:srgbClr val="002060"/>
                    </a:solidFill>
                    <a:latin typeface="Times New Roman" panose="02020603050405020304" pitchFamily="18" charset="0"/>
                    <a:cs typeface="Times New Roman" panose="02020603050405020304" pitchFamily="18" charset="0"/>
                  </a:rPr>
                  <a:t>)</a:t>
                </a:r>
                <a:r>
                  <a:rPr lang="zh-CN" altLang="zh-CN" sz="1600" dirty="0">
                    <a:solidFill>
                      <a:srgbClr val="002060"/>
                    </a:solidFill>
                    <a:latin typeface="Times New Roman" panose="02020603050405020304" pitchFamily="18" charset="0"/>
                    <a:cs typeface="Times New Roman" panose="02020603050405020304" pitchFamily="18" charset="0"/>
                  </a:rPr>
                  <a:t>：初始化创建一个图</a:t>
                </a: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DestroyGraph</a:t>
                </a:r>
                <a:r>
                  <a:rPr lang="en-US" altLang="zh-CN" sz="1600" dirty="0">
                    <a:solidFill>
                      <a:srgbClr val="002060"/>
                    </a:solidFill>
                    <a:latin typeface="Times New Roman" panose="02020603050405020304" pitchFamily="18" charset="0"/>
                    <a:cs typeface="Times New Roman" panose="02020603050405020304" pitchFamily="18" charset="0"/>
                  </a:rPr>
                  <a:t>(&amp;g)</a:t>
                </a:r>
                <a:r>
                  <a:rPr lang="zh-CN" altLang="zh-CN" sz="1600" dirty="0">
                    <a:solidFill>
                      <a:srgbClr val="002060"/>
                    </a:solidFill>
                    <a:latin typeface="Times New Roman" panose="02020603050405020304" pitchFamily="18" charset="0"/>
                    <a:cs typeface="Times New Roman" panose="02020603050405020304" pitchFamily="18" charset="0"/>
                  </a:rPr>
                  <a:t>：销毁图，释放图占用的存储空间；</a:t>
                </a:r>
              </a:p>
              <a:p>
                <a:pPr marL="0" indent="0">
                  <a:lnSpc>
                    <a:spcPts val="26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LoctaeVex</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g,v</a:t>
                </a:r>
                <a:r>
                  <a:rPr lang="en-US" altLang="zh-CN" sz="1600" dirty="0">
                    <a:solidFill>
                      <a:srgbClr val="002060"/>
                    </a:solidFill>
                    <a:latin typeface="Times New Roman" panose="02020603050405020304" pitchFamily="18" charset="0"/>
                    <a:cs typeface="Times New Roman" panose="02020603050405020304" pitchFamily="18" charset="0"/>
                  </a:rPr>
                  <a:t>)</a:t>
                </a:r>
                <a:r>
                  <a:rPr lang="zh-CN" altLang="zh-CN" sz="1600" dirty="0">
                    <a:solidFill>
                      <a:srgbClr val="002060"/>
                    </a:solidFill>
                    <a:latin typeface="Times New Roman" panose="02020603050405020304" pitchFamily="18" charset="0"/>
                    <a:cs typeface="Times New Roman" panose="02020603050405020304" pitchFamily="18" charset="0"/>
                  </a:rPr>
                  <a:t>：查找顶点</a:t>
                </a:r>
                <a:r>
                  <a:rPr lang="en-US" altLang="zh-CN" sz="1600" dirty="0">
                    <a:solidFill>
                      <a:srgbClr val="002060"/>
                    </a:solidFill>
                    <a:latin typeface="Times New Roman" panose="02020603050405020304" pitchFamily="18" charset="0"/>
                    <a:cs typeface="Times New Roman" panose="02020603050405020304" pitchFamily="18" charset="0"/>
                  </a:rPr>
                  <a:t>v</a:t>
                </a:r>
                <a:r>
                  <a:rPr lang="zh-CN" altLang="zh-CN" sz="1600" dirty="0">
                    <a:solidFill>
                      <a:srgbClr val="002060"/>
                    </a:solidFill>
                    <a:latin typeface="Times New Roman" panose="02020603050405020304" pitchFamily="18" charset="0"/>
                    <a:cs typeface="Times New Roman" panose="02020603050405020304" pitchFamily="18" charset="0"/>
                  </a:rPr>
                  <a:t>在图中的位置</a:t>
                </a:r>
              </a:p>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28962" y="987574"/>
                <a:ext cx="5335125" cy="3507876"/>
              </a:xfrm>
              <a:blipFill>
                <a:blip r:embed="rId2"/>
                <a:stretch>
                  <a:fillRect l="-1029"/>
                </a:stretch>
              </a:blipFill>
            </p:spPr>
            <p:txBody>
              <a:bodyPr/>
              <a:lstStyle/>
              <a:p>
                <a:r>
                  <a:rPr lang="zh-CN" altLang="en-US">
                    <a:noFill/>
                  </a:rPr>
                  <a:t> </a:t>
                </a:r>
              </a:p>
            </p:txBody>
          </p:sp>
        </mc:Fallback>
      </mc:AlternateContent>
      <p:sp>
        <p:nvSpPr>
          <p:cNvPr id="4" name="文本框 3"/>
          <p:cNvSpPr txBox="1"/>
          <p:nvPr/>
        </p:nvSpPr>
        <p:spPr>
          <a:xfrm>
            <a:off x="3851920" y="988921"/>
            <a:ext cx="5292080" cy="3005951"/>
          </a:xfrm>
          <a:prstGeom prst="rect">
            <a:avLst/>
          </a:prstGeom>
          <a:solidFill>
            <a:schemeClr val="accent2">
              <a:lumMod val="60000"/>
              <a:lumOff val="40000"/>
            </a:schemeClr>
          </a:solidFill>
        </p:spPr>
        <p:txBody>
          <a:bodyPr wrap="square" rtlCol="0">
            <a:spAutoFit/>
          </a:bodyPr>
          <a:lstStyle/>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InsertVex</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(&amp;</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：在图中插入一个顶点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DeleteVex</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(&amp;</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：在图中删除一个顶点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InsertArc</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(&amp;</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g,u,v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：在图中增加一条边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u,v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DeleteArc</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(&amp;</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g,u,v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：在图中删除一条边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u,v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Degree(</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：计算顶点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v</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的度数</a:t>
            </a: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DFSTraverse</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：从顶点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v</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出发对图进行深度优先遍历</a:t>
            </a: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BFSTraverse</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002060"/>
                </a:solidFill>
                <a:latin typeface="Times New Roman" panose="02020603050405020304" pitchFamily="18" charset="0"/>
                <a:ea typeface="黑体" panose="02010609060101010101" pitchFamily="49" charset="-122"/>
                <a:cs typeface="Times New Roman" panose="02020603050405020304" pitchFamily="18" charset="0"/>
              </a:rPr>
              <a:t>g,v</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：从顶点</a:t>
            </a: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v</a:t>
            </a:r>
            <a:r>
              <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出发对图进行广度优先遍历</a:t>
            </a:r>
          </a:p>
          <a:p>
            <a:pPr>
              <a:lnSpc>
                <a:spcPts val="2600"/>
              </a:lnSpc>
              <a:spcBef>
                <a:spcPts val="0"/>
              </a:spcBef>
            </a:pPr>
            <a:r>
              <a:rPr lang="en-US"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rPr>
              <a:t>}ADT Graph</a:t>
            </a:r>
            <a:endParaRPr lang="zh-CN" altLang="zh-CN"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a:p>
            <a:endParaRPr lang="zh-CN" altLang="en-US" sz="1600" dirty="0">
              <a:solidFill>
                <a:srgbClr val="002060"/>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611380" y="115457"/>
            <a:ext cx="273648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图的抽象数据类型定义</a:t>
            </a:r>
          </a:p>
        </p:txBody>
      </p:sp>
    </p:spTree>
    <p:extLst>
      <p:ext uri="{BB962C8B-B14F-4D97-AF65-F5344CB8AC3E}">
        <p14:creationId xmlns:p14="http://schemas.microsoft.com/office/powerpoint/2010/main" val="4248778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4"/>
                                        </p:tgtEl>
                                        <p:attrNameLst>
                                          <p:attrName>style.visibility</p:attrName>
                                        </p:attrNameLst>
                                      </p:cBhvr>
                                      <p:to>
                                        <p:strVal val="visible"/>
                                      </p:to>
                                    </p:set>
                                    <p:animEffect transition="in" filter="fade">
                                      <p:cBhvr>
                                        <p:cTn id="67" dur="1000"/>
                                        <p:tgtEl>
                                          <p:spTgt spid="4"/>
                                        </p:tgtEl>
                                      </p:cBhvr>
                                    </p:animEffect>
                                    <p:anim calcmode="lin" valueType="num">
                                      <p:cBhvr>
                                        <p:cTn id="68" dur="1000" fill="hold"/>
                                        <p:tgtEl>
                                          <p:spTgt spid="4"/>
                                        </p:tgtEl>
                                        <p:attrNameLst>
                                          <p:attrName>ppt_x</p:attrName>
                                        </p:attrNameLst>
                                      </p:cBhvr>
                                      <p:tavLst>
                                        <p:tav tm="0">
                                          <p:val>
                                            <p:strVal val="#ppt_x"/>
                                          </p:val>
                                        </p:tav>
                                        <p:tav tm="100000">
                                          <p:val>
                                            <p:strVal val="#ppt_x"/>
                                          </p:val>
                                        </p:tav>
                                      </p:tavLst>
                                    </p:anim>
                                    <p:anim calcmode="lin" valueType="num">
                                      <p:cBhvr>
                                        <p:cTn id="6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4">
                                            <p:txEl>
                                              <p:pRg st="0" end="0"/>
                                            </p:txEl>
                                          </p:spTgt>
                                        </p:tgtEl>
                                        <p:attrNameLst>
                                          <p:attrName>style.visibility</p:attrName>
                                        </p:attrNameLst>
                                      </p:cBhvr>
                                      <p:to>
                                        <p:strVal val="visible"/>
                                      </p:to>
                                    </p:set>
                                    <p:animEffect transition="in" filter="fade">
                                      <p:cBhvr>
                                        <p:cTn id="74" dur="1000"/>
                                        <p:tgtEl>
                                          <p:spTgt spid="4">
                                            <p:txEl>
                                              <p:pRg st="0" end="0"/>
                                            </p:txEl>
                                          </p:spTgt>
                                        </p:tgtEl>
                                      </p:cBhvr>
                                    </p:animEffect>
                                    <p:anim calcmode="lin" valueType="num">
                                      <p:cBhvr>
                                        <p:cTn id="7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7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nodeType="clickEffect">
                                  <p:stCondLst>
                                    <p:cond delay="0"/>
                                  </p:stCondLst>
                                  <p:childTnLst>
                                    <p:set>
                                      <p:cBhvr>
                                        <p:cTn id="80" dur="1" fill="hold">
                                          <p:stCondLst>
                                            <p:cond delay="0"/>
                                          </p:stCondLst>
                                        </p:cTn>
                                        <p:tgtEl>
                                          <p:spTgt spid="4">
                                            <p:txEl>
                                              <p:pRg st="1" end="1"/>
                                            </p:txEl>
                                          </p:spTgt>
                                        </p:tgtEl>
                                        <p:attrNameLst>
                                          <p:attrName>style.visibility</p:attrName>
                                        </p:attrNameLst>
                                      </p:cBhvr>
                                      <p:to>
                                        <p:strVal val="visible"/>
                                      </p:to>
                                    </p:set>
                                    <p:animEffect transition="in" filter="fade">
                                      <p:cBhvr>
                                        <p:cTn id="81" dur="1000"/>
                                        <p:tgtEl>
                                          <p:spTgt spid="4">
                                            <p:txEl>
                                              <p:pRg st="1" end="1"/>
                                            </p:txEl>
                                          </p:spTgt>
                                        </p:tgtEl>
                                      </p:cBhvr>
                                    </p:animEffect>
                                    <p:anim calcmode="lin" valueType="num">
                                      <p:cBhvr>
                                        <p:cTn id="82"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83"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2" presetClass="entr" presetSubtype="0" fill="hold" nodeType="clickEffect">
                                  <p:stCondLst>
                                    <p:cond delay="0"/>
                                  </p:stCondLst>
                                  <p:childTnLst>
                                    <p:set>
                                      <p:cBhvr>
                                        <p:cTn id="87" dur="1" fill="hold">
                                          <p:stCondLst>
                                            <p:cond delay="0"/>
                                          </p:stCondLst>
                                        </p:cTn>
                                        <p:tgtEl>
                                          <p:spTgt spid="4">
                                            <p:txEl>
                                              <p:pRg st="2" end="2"/>
                                            </p:txEl>
                                          </p:spTgt>
                                        </p:tgtEl>
                                        <p:attrNameLst>
                                          <p:attrName>style.visibility</p:attrName>
                                        </p:attrNameLst>
                                      </p:cBhvr>
                                      <p:to>
                                        <p:strVal val="visible"/>
                                      </p:to>
                                    </p:set>
                                    <p:animEffect transition="in" filter="fade">
                                      <p:cBhvr>
                                        <p:cTn id="88" dur="1000"/>
                                        <p:tgtEl>
                                          <p:spTgt spid="4">
                                            <p:txEl>
                                              <p:pRg st="2" end="2"/>
                                            </p:txEl>
                                          </p:spTgt>
                                        </p:tgtEl>
                                      </p:cBhvr>
                                    </p:animEffect>
                                    <p:anim calcmode="lin" valueType="num">
                                      <p:cBhvr>
                                        <p:cTn id="89"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90"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nodeType="clickEffect">
                                  <p:stCondLst>
                                    <p:cond delay="0"/>
                                  </p:stCondLst>
                                  <p:childTnLst>
                                    <p:set>
                                      <p:cBhvr>
                                        <p:cTn id="94" dur="1" fill="hold">
                                          <p:stCondLst>
                                            <p:cond delay="0"/>
                                          </p:stCondLst>
                                        </p:cTn>
                                        <p:tgtEl>
                                          <p:spTgt spid="4">
                                            <p:txEl>
                                              <p:pRg st="3" end="3"/>
                                            </p:txEl>
                                          </p:spTgt>
                                        </p:tgtEl>
                                        <p:attrNameLst>
                                          <p:attrName>style.visibility</p:attrName>
                                        </p:attrNameLst>
                                      </p:cBhvr>
                                      <p:to>
                                        <p:strVal val="visible"/>
                                      </p:to>
                                    </p:set>
                                    <p:animEffect transition="in" filter="fade">
                                      <p:cBhvr>
                                        <p:cTn id="95" dur="1000"/>
                                        <p:tgtEl>
                                          <p:spTgt spid="4">
                                            <p:txEl>
                                              <p:pRg st="3" end="3"/>
                                            </p:txEl>
                                          </p:spTgt>
                                        </p:tgtEl>
                                      </p:cBhvr>
                                    </p:animEffect>
                                    <p:anim calcmode="lin" valueType="num">
                                      <p:cBhvr>
                                        <p:cTn id="96"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97"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42" presetClass="entr" presetSubtype="0" fill="hold" nodeType="clickEffect">
                                  <p:stCondLst>
                                    <p:cond delay="0"/>
                                  </p:stCondLst>
                                  <p:childTnLst>
                                    <p:set>
                                      <p:cBhvr>
                                        <p:cTn id="101" dur="1" fill="hold">
                                          <p:stCondLst>
                                            <p:cond delay="0"/>
                                          </p:stCondLst>
                                        </p:cTn>
                                        <p:tgtEl>
                                          <p:spTgt spid="4">
                                            <p:txEl>
                                              <p:pRg st="4" end="4"/>
                                            </p:txEl>
                                          </p:spTgt>
                                        </p:tgtEl>
                                        <p:attrNameLst>
                                          <p:attrName>style.visibility</p:attrName>
                                        </p:attrNameLst>
                                      </p:cBhvr>
                                      <p:to>
                                        <p:strVal val="visible"/>
                                      </p:to>
                                    </p:set>
                                    <p:animEffect transition="in" filter="fade">
                                      <p:cBhvr>
                                        <p:cTn id="102" dur="1000"/>
                                        <p:tgtEl>
                                          <p:spTgt spid="4">
                                            <p:txEl>
                                              <p:pRg st="4" end="4"/>
                                            </p:txEl>
                                          </p:spTgt>
                                        </p:tgtEl>
                                      </p:cBhvr>
                                    </p:animEffect>
                                    <p:anim calcmode="lin" valueType="num">
                                      <p:cBhvr>
                                        <p:cTn id="103"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104"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nodeType="clickEffect">
                                  <p:stCondLst>
                                    <p:cond delay="0"/>
                                  </p:stCondLst>
                                  <p:childTnLst>
                                    <p:set>
                                      <p:cBhvr>
                                        <p:cTn id="108" dur="1" fill="hold">
                                          <p:stCondLst>
                                            <p:cond delay="0"/>
                                          </p:stCondLst>
                                        </p:cTn>
                                        <p:tgtEl>
                                          <p:spTgt spid="4">
                                            <p:txEl>
                                              <p:pRg st="5" end="5"/>
                                            </p:txEl>
                                          </p:spTgt>
                                        </p:tgtEl>
                                        <p:attrNameLst>
                                          <p:attrName>style.visibility</p:attrName>
                                        </p:attrNameLst>
                                      </p:cBhvr>
                                      <p:to>
                                        <p:strVal val="visible"/>
                                      </p:to>
                                    </p:set>
                                    <p:animEffect transition="in" filter="fade">
                                      <p:cBhvr>
                                        <p:cTn id="109" dur="1000"/>
                                        <p:tgtEl>
                                          <p:spTgt spid="4">
                                            <p:txEl>
                                              <p:pRg st="5" end="5"/>
                                            </p:txEl>
                                          </p:spTgt>
                                        </p:tgtEl>
                                      </p:cBhvr>
                                    </p:animEffect>
                                    <p:anim calcmode="lin" valueType="num">
                                      <p:cBhvr>
                                        <p:cTn id="110"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111"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42" presetClass="entr" presetSubtype="0" fill="hold" nodeType="clickEffect">
                                  <p:stCondLst>
                                    <p:cond delay="0"/>
                                  </p:stCondLst>
                                  <p:childTnLst>
                                    <p:set>
                                      <p:cBhvr>
                                        <p:cTn id="115" dur="1" fill="hold">
                                          <p:stCondLst>
                                            <p:cond delay="0"/>
                                          </p:stCondLst>
                                        </p:cTn>
                                        <p:tgtEl>
                                          <p:spTgt spid="4">
                                            <p:txEl>
                                              <p:pRg st="6" end="6"/>
                                            </p:txEl>
                                          </p:spTgt>
                                        </p:tgtEl>
                                        <p:attrNameLst>
                                          <p:attrName>style.visibility</p:attrName>
                                        </p:attrNameLst>
                                      </p:cBhvr>
                                      <p:to>
                                        <p:strVal val="visible"/>
                                      </p:to>
                                    </p:set>
                                    <p:animEffect transition="in" filter="fade">
                                      <p:cBhvr>
                                        <p:cTn id="116" dur="1000"/>
                                        <p:tgtEl>
                                          <p:spTgt spid="4">
                                            <p:txEl>
                                              <p:pRg st="6" end="6"/>
                                            </p:txEl>
                                          </p:spTgt>
                                        </p:tgtEl>
                                      </p:cBhvr>
                                    </p:animEffect>
                                    <p:anim calcmode="lin" valueType="num">
                                      <p:cBhvr>
                                        <p:cTn id="117"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118" dur="1000" fill="hold"/>
                                        <p:tgtEl>
                                          <p:spTgt spid="4">
                                            <p:txEl>
                                              <p:pRg st="6" end="6"/>
                                            </p:txEl>
                                          </p:spTgt>
                                        </p:tgtEl>
                                        <p:attrNameLst>
                                          <p:attrName>ppt_y</p:attrName>
                                        </p:attrNameLst>
                                      </p:cBhvr>
                                      <p:tavLst>
                                        <p:tav tm="0">
                                          <p:val>
                                            <p:strVal val="#ppt_y+.1"/>
                                          </p:val>
                                        </p:tav>
                                        <p:tav tm="100000">
                                          <p:val>
                                            <p:strVal val="#ppt_y"/>
                                          </p:val>
                                        </p:tav>
                                      </p:tavLst>
                                    </p:anim>
                                  </p:childTnLst>
                                </p:cTn>
                              </p:par>
                              <p:par>
                                <p:cTn id="119" presetID="42" presetClass="entr" presetSubtype="0" fill="hold" nodeType="withEffect">
                                  <p:stCondLst>
                                    <p:cond delay="0"/>
                                  </p:stCondLst>
                                  <p:childTnLst>
                                    <p:set>
                                      <p:cBhvr>
                                        <p:cTn id="120" dur="1" fill="hold">
                                          <p:stCondLst>
                                            <p:cond delay="0"/>
                                          </p:stCondLst>
                                        </p:cTn>
                                        <p:tgtEl>
                                          <p:spTgt spid="4">
                                            <p:txEl>
                                              <p:pRg st="7" end="7"/>
                                            </p:txEl>
                                          </p:spTgt>
                                        </p:tgtEl>
                                        <p:attrNameLst>
                                          <p:attrName>style.visibility</p:attrName>
                                        </p:attrNameLst>
                                      </p:cBhvr>
                                      <p:to>
                                        <p:strVal val="visible"/>
                                      </p:to>
                                    </p:set>
                                    <p:animEffect transition="in" filter="fade">
                                      <p:cBhvr>
                                        <p:cTn id="121" dur="1000"/>
                                        <p:tgtEl>
                                          <p:spTgt spid="4">
                                            <p:txEl>
                                              <p:pRg st="7" end="7"/>
                                            </p:txEl>
                                          </p:spTgt>
                                        </p:tgtEl>
                                      </p:cBhvr>
                                    </p:animEffect>
                                    <p:anim calcmode="lin" valueType="num">
                                      <p:cBhvr>
                                        <p:cTn id="122" dur="10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123" dur="1000" fill="hold"/>
                                        <p:tgtEl>
                                          <p:spTgt spid="4">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3261152" y="1794391"/>
            <a:ext cx="4479200" cy="800930"/>
          </a:xfrm>
        </p:spPr>
        <p:txBody>
          <a:bodyPr/>
          <a:lstStyle/>
          <a:p>
            <a:r>
              <a:rPr lang="zh-CN" altLang="en-US" dirty="0"/>
              <a:t>图的存储结构</a:t>
            </a:r>
          </a:p>
        </p:txBody>
      </p:sp>
      <p:sp>
        <p:nvSpPr>
          <p:cNvPr id="5" name="文本占位符 4"/>
          <p:cNvSpPr>
            <a:spLocks noGrp="1"/>
          </p:cNvSpPr>
          <p:nvPr>
            <p:ph type="body" sz="quarter" idx="11"/>
          </p:nvPr>
        </p:nvSpPr>
        <p:spPr/>
        <p:txBody>
          <a:bodyPr/>
          <a:lstStyle/>
          <a:p>
            <a:r>
              <a:rPr lang="en-US" altLang="zh-CN" dirty="0"/>
              <a:t>02</a:t>
            </a:r>
            <a:endParaRPr lang="zh-CN" altLang="en-US" dirty="0"/>
          </a:p>
        </p:txBody>
      </p:sp>
      <p:sp>
        <p:nvSpPr>
          <p:cNvPr id="2" name="矩形 1"/>
          <p:cNvSpPr/>
          <p:nvPr/>
        </p:nvSpPr>
        <p:spPr>
          <a:xfrm>
            <a:off x="179512" y="437195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86228650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0" y="1064124"/>
                <a:ext cx="9144000" cy="3507876"/>
              </a:xfrm>
            </p:spPr>
            <p:txBody>
              <a:bodyPr/>
              <a:lstStyle/>
              <a:p>
                <a:pPr algn="just">
                  <a:lnSpc>
                    <a:spcPts val="2600"/>
                  </a:lnSpc>
                  <a:spcBef>
                    <a:spcPts val="0"/>
                  </a:spcBef>
                </a:pPr>
                <a:r>
                  <a:rPr lang="zh-CN" altLang="zh-CN" sz="1600" dirty="0"/>
                  <a:t>图形表示是图的一种表示方法，它的优点是直观易于理解，图也可以用邻接矩阵来存储。</a:t>
                </a:r>
              </a:p>
              <a:p>
                <a:pPr algn="just">
                  <a:lnSpc>
                    <a:spcPts val="2600"/>
                  </a:lnSpc>
                  <a:spcBef>
                    <a:spcPts val="0"/>
                  </a:spcBef>
                </a:pPr>
                <a:r>
                  <a:rPr lang="zh-CN" altLang="zh-CN" sz="1600" dirty="0"/>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t>是一个图，</a:t>
                </a:r>
                <a14:m>
                  <m:oMath xmlns:m="http://schemas.openxmlformats.org/officeDocument/2006/math">
                    <m:d>
                      <m:dPr>
                        <m:begChr m:val="|"/>
                        <m:endChr m:val="|"/>
                        <m:ctrlPr>
                          <a:rPr lang="zh-CN" altLang="zh-CN" sz="1600" i="1">
                            <a:latin typeface="Cambria Math" panose="02040503050406030204" pitchFamily="18" charset="0"/>
                          </a:rPr>
                        </m:ctrlPr>
                      </m:dPr>
                      <m:e>
                        <m:r>
                          <a:rPr lang="en-US" altLang="zh-CN" sz="1600" i="1">
                            <a:latin typeface="Cambria Math" panose="02040503050406030204" pitchFamily="18" charset="0"/>
                          </a:rPr>
                          <m:t>𝑉</m:t>
                        </m:r>
                      </m:e>
                    </m:d>
                    <m:r>
                      <a:rPr lang="en-US" altLang="zh-CN" sz="1600" i="1">
                        <a:latin typeface="Cambria Math" panose="02040503050406030204" pitchFamily="18" charset="0"/>
                      </a:rPr>
                      <m:t>=</m:t>
                    </m:r>
                    <m:r>
                      <a:rPr lang="en-US" altLang="zh-CN" sz="1600" i="1">
                        <a:latin typeface="Cambria Math" panose="02040503050406030204" pitchFamily="18" charset="0"/>
                      </a:rPr>
                      <m:t>𝑛</m:t>
                    </m:r>
                  </m:oMath>
                </a14:m>
                <a:r>
                  <a:rPr lang="zh-CN" altLang="zh-CN" sz="1600" dirty="0"/>
                  <a:t>，</a:t>
                </a:r>
                <a14:m>
                  <m:oMath xmlns:m="http://schemas.openxmlformats.org/officeDocument/2006/math">
                    <m:r>
                      <a:rPr lang="en-US" altLang="zh-CN" sz="1600" i="1">
                        <a:latin typeface="Cambria Math" panose="02040503050406030204" pitchFamily="18" charset="0"/>
                      </a:rPr>
                      <m:t>𝑉</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r>
                      <a:rPr lang="zh-CN" altLang="zh-CN" sz="1600">
                        <a:latin typeface="Cambria Math" panose="02040503050406030204" pitchFamily="18" charset="0"/>
                      </a:rPr>
                      <m:t>，</m:t>
                    </m:r>
                    <m:r>
                      <a:rPr lang="en-US" altLang="zh-CN" sz="1600">
                        <a:latin typeface="Cambria Math" panose="02040503050406030204" pitchFamily="18" charset="0"/>
                      </a:rPr>
                      <m:t>⋯</m:t>
                    </m:r>
                    <m:r>
                      <a:rPr lang="zh-CN"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𝑛</m:t>
                        </m:r>
                      </m:sub>
                    </m:sSub>
                    <m:r>
                      <a:rPr lang="en-US" altLang="zh-CN" sz="1600">
                        <a:latin typeface="Cambria Math" panose="02040503050406030204" pitchFamily="18" charset="0"/>
                      </a:rPr>
                      <m:t>}</m:t>
                    </m:r>
                  </m:oMath>
                </a14:m>
                <a:r>
                  <a:rPr lang="zh-CN" altLang="zh-CN" sz="1600" dirty="0"/>
                  <a:t>，则称</a:t>
                </a:r>
                <a14:m>
                  <m:oMath xmlns:m="http://schemas.openxmlformats.org/officeDocument/2006/math">
                    <m:r>
                      <a:rPr lang="en-US" altLang="zh-CN" sz="1600" i="1">
                        <a:latin typeface="Cambria Math" panose="02040503050406030204" pitchFamily="18" charset="0"/>
                      </a:rPr>
                      <m:t>𝑛</m:t>
                    </m:r>
                  </m:oMath>
                </a14:m>
                <a:r>
                  <a:rPr lang="zh-CN" altLang="zh-CN" sz="1600" dirty="0"/>
                  <a:t>阶矩阵</a:t>
                </a:r>
                <a14:m>
                  <m:oMath xmlns:m="http://schemas.openxmlformats.org/officeDocument/2006/math">
                    <m:r>
                      <a:rPr lang="en-US" altLang="zh-CN" sz="1600" i="1">
                        <a:latin typeface="Cambria Math" panose="02040503050406030204" pitchFamily="18" charset="0"/>
                      </a:rPr>
                      <m:t>𝐴</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𝐺</m:t>
                        </m:r>
                      </m:e>
                    </m:d>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𝛼</m:t>
                        </m:r>
                      </m:e>
                      <m:sub>
                        <m:r>
                          <a:rPr lang="en-US" altLang="zh-CN" sz="1600" i="1">
                            <a:latin typeface="Cambria Math" panose="02040503050406030204" pitchFamily="18" charset="0"/>
                          </a:rPr>
                          <m:t>𝑖𝑗</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m:t>
                        </m:r>
                      </m:e>
                      <m:sub>
                        <m:r>
                          <a:rPr lang="en-US" altLang="zh-CN" sz="1600" i="1">
                            <a:latin typeface="Cambria Math" panose="02040503050406030204" pitchFamily="18" charset="0"/>
                          </a:rPr>
                          <m:t>𝑛</m:t>
                        </m:r>
                        <m:r>
                          <a:rPr lang="en-US" altLang="zh-CN" sz="1600" i="1">
                            <a:latin typeface="Cambria Math" panose="02040503050406030204" pitchFamily="18" charset="0"/>
                          </a:rPr>
                          <m:t>×</m:t>
                        </m:r>
                        <m:r>
                          <a:rPr lang="en-US" altLang="zh-CN" sz="1600" i="1">
                            <a:latin typeface="Cambria Math" panose="02040503050406030204" pitchFamily="18" charset="0"/>
                          </a:rPr>
                          <m:t>𝑛</m:t>
                        </m:r>
                      </m:sub>
                    </m:sSub>
                  </m:oMath>
                </a14:m>
                <a:r>
                  <a:rPr lang="zh-CN" altLang="zh-CN" sz="1600" dirty="0"/>
                  <a:t>为图</a:t>
                </a:r>
                <a14:m>
                  <m:oMath xmlns:m="http://schemas.openxmlformats.org/officeDocument/2006/math">
                    <m:r>
                      <a:rPr lang="en-US" altLang="zh-CN" sz="1600" i="1">
                        <a:latin typeface="Cambria Math" panose="02040503050406030204" pitchFamily="18" charset="0"/>
                      </a:rPr>
                      <m:t>𝐺</m:t>
                    </m:r>
                  </m:oMath>
                </a14:m>
                <a:r>
                  <a:rPr lang="zh-CN" altLang="zh-CN" sz="1600" dirty="0"/>
                  <a:t>的邻接矩阵表示，简称为</a:t>
                </a:r>
                <a14:m>
                  <m:oMath xmlns:m="http://schemas.openxmlformats.org/officeDocument/2006/math">
                    <m:r>
                      <a:rPr lang="en-US" altLang="zh-CN" sz="1600" i="1">
                        <a:latin typeface="Cambria Math" panose="02040503050406030204" pitchFamily="18" charset="0"/>
                      </a:rPr>
                      <m:t>𝐴</m:t>
                    </m:r>
                  </m:oMath>
                </a14:m>
                <a:r>
                  <a:rPr lang="zh-CN" altLang="zh-CN" sz="1600" dirty="0"/>
                  <a:t>。</a:t>
                </a:r>
                <a:r>
                  <a:rPr lang="zh-CN" altLang="en-US" sz="1600" dirty="0"/>
                  <a:t>其中，</a:t>
                </a:r>
                <a:endParaRPr lang="zh-CN" altLang="zh-CN" sz="1600" dirty="0"/>
              </a:p>
              <a:p>
                <a:pPr marL="0" indent="0">
                  <a:lnSpc>
                    <a:spcPts val="2500"/>
                  </a:lnSpc>
                  <a:spcBef>
                    <a:spcPts val="0"/>
                  </a:spcBef>
                  <a:buNone/>
                </a:pPr>
                <a:r>
                  <a:rPr lang="en-US" altLang="zh-CN" sz="1600" dirty="0"/>
                  <a:t> </a:t>
                </a:r>
                <a:r>
                  <a:rPr lang="zh-CN" altLang="zh-CN" sz="1600" dirty="0"/>
                  <a:t>（</a:t>
                </a:r>
                <a:r>
                  <a:rPr lang="en-US" altLang="zh-CN" sz="1600" dirty="0"/>
                  <a:t>1</a:t>
                </a:r>
                <a:r>
                  <a:rPr lang="zh-CN" altLang="zh-CN" sz="1600" dirty="0"/>
                  <a:t>）若</a:t>
                </a:r>
                <a14:m>
                  <m:oMath xmlns:m="http://schemas.openxmlformats.org/officeDocument/2006/math">
                    <m:r>
                      <a:rPr lang="en-US" altLang="zh-CN" sz="1600" i="1">
                        <a:latin typeface="Cambria Math" panose="02040503050406030204" pitchFamily="18" charset="0"/>
                      </a:rPr>
                      <m:t>𝐺</m:t>
                    </m:r>
                  </m:oMath>
                </a14:m>
                <a:r>
                  <a:rPr lang="zh-CN" altLang="zh-CN" sz="1600" dirty="0"/>
                  <a:t>是一个无权图，则</a:t>
                </a:r>
                <a:endParaRPr lang="en-US" altLang="zh-CN" sz="1600" i="1" dirty="0"/>
              </a:p>
              <a:p>
                <a:pPr>
                  <a:lnSpc>
                    <a:spcPts val="2500"/>
                  </a:lnSpc>
                  <a:spcBef>
                    <a:spcPts val="0"/>
                  </a:spcBef>
                </a:pPr>
                <a:endParaRPr lang="en-US" altLang="zh-CN" sz="1600" i="1" dirty="0"/>
              </a:p>
              <a:p>
                <a:pPr marL="0" indent="0">
                  <a:lnSpc>
                    <a:spcPts val="2500"/>
                  </a:lnSpc>
                  <a:spcBef>
                    <a:spcPts val="0"/>
                  </a:spcBef>
                  <a:buNone/>
                </a:pPr>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𝛼</m:t>
                          </m:r>
                        </m:e>
                        <m:sub>
                          <m:r>
                            <a:rPr lang="en-US" altLang="zh-CN" sz="1600" i="1">
                              <a:latin typeface="Cambria Math" panose="02040503050406030204" pitchFamily="18" charset="0"/>
                            </a:rPr>
                            <m:t>𝑖𝑗</m:t>
                          </m:r>
                        </m:sub>
                      </m:sSub>
                      <m:r>
                        <a:rPr lang="en-US" altLang="zh-CN" sz="1600" i="1">
                          <a:latin typeface="Cambria Math" panose="02040503050406030204" pitchFamily="18" charset="0"/>
                        </a:rPr>
                        <m:t>=</m:t>
                      </m:r>
                      <m:d>
                        <m:dPr>
                          <m:begChr m:val="{"/>
                          <m:endChr m:val=""/>
                          <m:ctrlPr>
                            <a:rPr lang="zh-CN" altLang="zh-CN" sz="1600" i="1">
                              <a:latin typeface="Cambria Math" panose="02040503050406030204" pitchFamily="18" charset="0"/>
                            </a:rPr>
                          </m:ctrlPr>
                        </m:dPr>
                        <m:e>
                          <m:eqArr>
                            <m:eqArrPr>
                              <m:ctrlPr>
                                <a:rPr lang="zh-CN" altLang="zh-CN" sz="1600" i="1">
                                  <a:latin typeface="Cambria Math" panose="02040503050406030204" pitchFamily="18" charset="0"/>
                                </a:rPr>
                              </m:ctrlPr>
                            </m:eqArrPr>
                            <m:e>
                              <m:r>
                                <a:rPr lang="en-US" altLang="zh-CN" sz="1600" i="1">
                                  <a:latin typeface="Cambria Math" panose="02040503050406030204" pitchFamily="18" charset="0"/>
                                </a:rPr>
                                <m:t>1                     </m:t>
                              </m:r>
                              <m:r>
                                <a:rPr lang="zh-CN" altLang="zh-CN" sz="1600">
                                  <a:latin typeface="Cambria Math" panose="02040503050406030204" pitchFamily="18" charset="0"/>
                                </a:rPr>
                                <m:t>当</m:t>
                              </m:r>
                              <m:r>
                                <a:rPr lang="en-US" altLang="zh-CN" sz="1600" i="1">
                                  <a:latin typeface="Cambria Math" panose="02040503050406030204" pitchFamily="18" charset="0"/>
                                </a:rPr>
                                <m:t>𝑖</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m:t>
                                  </m:r>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sSub>
                                <m:sSubPr>
                                  <m:ctrlPr>
                                    <a:rPr lang="zh-CN" altLang="zh-CN" sz="1600" i="1">
                                      <a:latin typeface="Cambria Math" panose="02040503050406030204" pitchFamily="18" charset="0"/>
                                    </a:rPr>
                                  </m:ctrlPr>
                                </m:sSubPr>
                                <m:e>
                                  <m:r>
                                    <a:rPr lang="en-US" altLang="zh-CN" sz="1600">
                                      <a:latin typeface="Cambria Math" panose="02040503050406030204" pitchFamily="18" charset="0"/>
                                    </a:rPr>
                                    <m:t>,</m:t>
                                  </m:r>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 </m:t>
                              </m:r>
                            </m:e>
                            <m:e>
                              <m:r>
                                <a:rPr lang="en-US" altLang="zh-CN" sz="1600" i="1">
                                  <a:latin typeface="Cambria Math" panose="02040503050406030204" pitchFamily="18" charset="0"/>
                                </a:rPr>
                                <m:t>0                     </m:t>
                              </m:r>
                              <m:r>
                                <a:rPr lang="zh-CN" altLang="zh-CN" sz="1600">
                                  <a:latin typeface="Cambria Math" panose="02040503050406030204" pitchFamily="18" charset="0"/>
                                </a:rPr>
                                <m:t>其它</m:t>
                              </m:r>
                              <m:r>
                                <a:rPr lang="en-US" altLang="zh-CN" sz="1600">
                                  <a:latin typeface="Cambria Math" panose="02040503050406030204" pitchFamily="18" charset="0"/>
                                </a:rPr>
                                <m:t>                            </m:t>
                              </m:r>
                            </m:e>
                          </m:eqArr>
                        </m:e>
                      </m:d>
                    </m:oMath>
                  </m:oMathPara>
                </a14:m>
                <a:endParaRPr lang="zh-CN" altLang="zh-CN" sz="1600" dirty="0"/>
              </a:p>
              <a:p>
                <a:pPr marL="0" indent="0">
                  <a:buNone/>
                </a:pPr>
                <a:r>
                  <a:rPr lang="zh-CN" altLang="zh-CN" sz="1600" dirty="0"/>
                  <a:t>（</a:t>
                </a:r>
                <a:r>
                  <a:rPr lang="en-US" altLang="zh-CN" sz="1600" dirty="0"/>
                  <a:t>2</a:t>
                </a:r>
                <a:r>
                  <a:rPr lang="zh-CN" altLang="zh-CN" sz="1600" dirty="0"/>
                  <a:t>）若</a:t>
                </a:r>
                <a14:m>
                  <m:oMath xmlns:m="http://schemas.openxmlformats.org/officeDocument/2006/math">
                    <m:r>
                      <a:rPr lang="en-US" altLang="zh-CN" sz="1600" i="1">
                        <a:latin typeface="Cambria Math" panose="02040503050406030204" pitchFamily="18" charset="0"/>
                      </a:rPr>
                      <m:t>𝐺</m:t>
                    </m:r>
                  </m:oMath>
                </a14:m>
                <a:r>
                  <a:rPr lang="zh-CN" altLang="zh-CN" sz="1600" dirty="0"/>
                  <a:t>是一个带权图（或称网），则</a:t>
                </a:r>
              </a:p>
              <a:p>
                <a:pPr marL="0" indent="0">
                  <a:lnSpc>
                    <a:spcPct val="100000"/>
                  </a:lnSpc>
                  <a:spcBef>
                    <a:spcPts val="0"/>
                  </a:spcBef>
                  <a:buNone/>
                </a:pPr>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𝛼</m:t>
                          </m:r>
                        </m:e>
                        <m:sub>
                          <m:r>
                            <a:rPr lang="en-US" altLang="zh-CN" sz="1600" i="1">
                              <a:latin typeface="Cambria Math" panose="02040503050406030204" pitchFamily="18" charset="0"/>
                            </a:rPr>
                            <m:t>𝑖𝑗</m:t>
                          </m:r>
                        </m:sub>
                      </m:sSub>
                      <m:r>
                        <a:rPr lang="en-US" altLang="zh-CN" sz="1600">
                          <a:latin typeface="Cambria Math" panose="02040503050406030204" pitchFamily="18" charset="0"/>
                        </a:rPr>
                        <m:t>=</m:t>
                      </m:r>
                      <m:d>
                        <m:dPr>
                          <m:begChr m:val="{"/>
                          <m:endChr m:val=""/>
                          <m:ctrlPr>
                            <a:rPr lang="zh-CN" altLang="zh-CN" sz="1600" i="1">
                              <a:latin typeface="Cambria Math" panose="02040503050406030204" pitchFamily="18" charset="0"/>
                            </a:rPr>
                          </m:ctrlPr>
                        </m:dPr>
                        <m:e>
                          <m:eqArr>
                            <m:eqArrPr>
                              <m:ctrlPr>
                                <a:rPr lang="zh-CN" altLang="zh-CN" sz="1600" i="1">
                                  <a:latin typeface="Cambria Math" panose="02040503050406030204" pitchFamily="18" charset="0"/>
                                </a:rPr>
                              </m:ctrlPr>
                            </m:eqArr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𝑤</m:t>
                                  </m:r>
                                </m:e>
                                <m:sub>
                                  <m:r>
                                    <a:rPr lang="en-US" altLang="zh-CN" sz="1600" i="1">
                                      <a:latin typeface="Cambria Math" panose="02040503050406030204" pitchFamily="18" charset="0"/>
                                    </a:rPr>
                                    <m:t>𝑖𝑗</m:t>
                                  </m:r>
                                </m:sub>
                              </m:sSub>
                              <m:r>
                                <a:rPr lang="en-US" altLang="zh-CN" sz="1600">
                                  <a:latin typeface="Cambria Math" panose="02040503050406030204" pitchFamily="18" charset="0"/>
                                </a:rPr>
                                <m:t>                      </m:t>
                              </m:r>
                              <m:r>
                                <a:rPr lang="zh-CN" altLang="zh-CN" sz="1600">
                                  <a:latin typeface="Cambria Math" panose="02040503050406030204" pitchFamily="18" charset="0"/>
                                </a:rPr>
                                <m:t>当</m:t>
                              </m:r>
                              <m:r>
                                <a:rPr lang="en-US" altLang="zh-CN" sz="1600" i="1">
                                  <a:latin typeface="Cambria Math" panose="02040503050406030204" pitchFamily="18" charset="0"/>
                                </a:rPr>
                                <m:t>𝑖</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m:t>
                                  </m:r>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sSub>
                                <m:sSubPr>
                                  <m:ctrlPr>
                                    <a:rPr lang="zh-CN" altLang="zh-CN" sz="1600" i="1">
                                      <a:latin typeface="Cambria Math" panose="02040503050406030204" pitchFamily="18" charset="0"/>
                                    </a:rPr>
                                  </m:ctrlPr>
                                </m:sSubPr>
                                <m:e>
                                  <m:r>
                                    <a:rPr lang="en-US" altLang="zh-CN" sz="1600">
                                      <a:latin typeface="Cambria Math" panose="02040503050406030204" pitchFamily="18" charset="0"/>
                                    </a:rPr>
                                    <m:t>,</m:t>
                                  </m:r>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r>
                                <a:rPr lang="en-US" altLang="zh-CN" sz="1600">
                                  <a:latin typeface="Cambria Math" panose="02040503050406030204" pitchFamily="18" charset="0"/>
                                </a:rPr>
                                <m:t>}∈</m:t>
                              </m:r>
                              <m:r>
                                <a:rPr lang="en-US" altLang="zh-CN" sz="1600" i="1">
                                  <a:latin typeface="Cambria Math" panose="02040503050406030204" pitchFamily="18" charset="0"/>
                                </a:rPr>
                                <m:t>𝐸</m:t>
                              </m:r>
                            </m:e>
                            <m:e>
                              <m:r>
                                <a:rPr lang="en-US" altLang="zh-CN" sz="1600" i="1">
                                  <a:latin typeface="Cambria Math" panose="02040503050406030204" pitchFamily="18" charset="0"/>
                                </a:rPr>
                                <m:t>0                         </m:t>
                              </m:r>
                              <m:r>
                                <a:rPr lang="zh-CN" altLang="zh-CN" sz="1600">
                                  <a:latin typeface="Cambria Math" panose="02040503050406030204" pitchFamily="18" charset="0"/>
                                </a:rPr>
                                <m:t>当</m:t>
                              </m:r>
                              <m:r>
                                <a:rPr lang="en-US" altLang="zh-CN" sz="1600" i="1">
                                  <a:latin typeface="Cambria Math" panose="02040503050406030204" pitchFamily="18" charset="0"/>
                                </a:rPr>
                                <m:t>𝑖</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                       </m:t>
                              </m:r>
                            </m:e>
                            <m:e>
                              <m:r>
                                <a:rPr lang="en-US" altLang="zh-CN" sz="1600" i="1">
                                  <a:latin typeface="Cambria Math" panose="02040503050406030204" pitchFamily="18" charset="0"/>
                                </a:rPr>
                                <m:t>∞                        </m:t>
                              </m:r>
                              <m:r>
                                <a:rPr lang="zh-CN" altLang="zh-CN" sz="1600">
                                  <a:latin typeface="Cambria Math" panose="02040503050406030204" pitchFamily="18" charset="0"/>
                                </a:rPr>
                                <m:t>其它</m:t>
                              </m:r>
                              <m:r>
                                <a:rPr lang="en-US" altLang="zh-CN" sz="1600" i="1">
                                  <a:latin typeface="Cambria Math" panose="02040503050406030204" pitchFamily="18" charset="0"/>
                                </a:rPr>
                                <m:t>                            </m:t>
                              </m:r>
                            </m:e>
                          </m:eqArr>
                        </m:e>
                      </m:d>
                    </m:oMath>
                  </m:oMathPara>
                </a14:m>
                <a:endParaRPr lang="zh-CN" altLang="zh-CN" sz="1600" dirty="0"/>
              </a:p>
              <a:p>
                <a:pPr>
                  <a:lnSpc>
                    <a:spcPts val="2600"/>
                  </a:lnSpc>
                  <a:spcBef>
                    <a:spcPts val="0"/>
                  </a:spcBef>
                </a:pPr>
                <a:endParaRPr lang="zh-CN" altLang="zh-CN" sz="1600" dirty="0"/>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0" y="1064124"/>
                <a:ext cx="9144000" cy="3507876"/>
              </a:xfrm>
              <a:blipFill>
                <a:blip r:embed="rId2"/>
                <a:stretch>
                  <a:fillRect l="-600" t="-1043" r="-600" b="-18435"/>
                </a:stretch>
              </a:blipFill>
            </p:spPr>
            <p:txBody>
              <a:bodyPr/>
              <a:lstStyle/>
              <a:p>
                <a:r>
                  <a:rPr lang="zh-CN" altLang="en-US">
                    <a:noFill/>
                  </a:rPr>
                  <a:t> </a:t>
                </a:r>
              </a:p>
            </p:txBody>
          </p:sp>
        </mc:Fallback>
      </mc:AlternateContent>
      <p:sp>
        <p:nvSpPr>
          <p:cNvPr id="5" name="文本框 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邻接矩阵存储</a:t>
            </a:r>
          </a:p>
        </p:txBody>
      </p:sp>
    </p:spTree>
    <p:extLst>
      <p:ext uri="{BB962C8B-B14F-4D97-AF65-F5344CB8AC3E}">
        <p14:creationId xmlns:p14="http://schemas.microsoft.com/office/powerpoint/2010/main" val="2804326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4" end="4"/>
                                            </p:txEl>
                                          </p:spTgt>
                                        </p:tgtEl>
                                        <p:attrNameLst>
                                          <p:attrName>style.visibility</p:attrName>
                                        </p:attrNameLst>
                                      </p:cBhvr>
                                      <p:to>
                                        <p:strVal val="visible"/>
                                      </p:to>
                                    </p:set>
                                    <p:anim calcmode="lin" valueType="num">
                                      <p:cBhvr additive="base">
                                        <p:cTn id="25"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5" end="5"/>
                                            </p:txEl>
                                          </p:spTgt>
                                        </p:tgtEl>
                                        <p:attrNameLst>
                                          <p:attrName>style.visibility</p:attrName>
                                        </p:attrNameLst>
                                      </p:cBhvr>
                                      <p:to>
                                        <p:strVal val="visible"/>
                                      </p:to>
                                    </p:set>
                                    <p:anim calcmode="lin" valueType="num">
                                      <p:cBhvr additive="base">
                                        <p:cTn id="31"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 calcmode="lin" valueType="num">
                                      <p:cBhvr additive="base">
                                        <p:cTn id="37"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2736304" cy="1075578"/>
              </a:xfrm>
            </p:spPr>
            <p:txBody>
              <a:bodyPr/>
              <a:lstStyle/>
              <a:p>
                <a:pPr algn="just"/>
                <a:r>
                  <a:rPr lang="zh-CN" altLang="zh-CN" sz="1600" dirty="0">
                    <a:solidFill>
                      <a:srgbClr val="002060"/>
                    </a:solidFill>
                    <a:latin typeface="Times New Roman" panose="02020603050405020304" pitchFamily="18" charset="0"/>
                    <a:cs typeface="Times New Roman" panose="02020603050405020304" pitchFamily="18" charset="0"/>
                  </a:rPr>
                  <a:t>例如，图</a:t>
                </a:r>
                <a:r>
                  <a:rPr lang="en-US" altLang="zh-CN" sz="1600" dirty="0">
                    <a:solidFill>
                      <a:srgbClr val="002060"/>
                    </a:solidFill>
                    <a:latin typeface="Times New Roman" panose="02020603050405020304" pitchFamily="18" charset="0"/>
                    <a:cs typeface="Times New Roman" panose="02020603050405020304" pitchFamily="18" charset="0"/>
                  </a:rPr>
                  <a:t>(a)</a:t>
                </a:r>
                <a:r>
                  <a:rPr lang="zh-CN" altLang="zh-CN" sz="1600" dirty="0">
                    <a:solidFill>
                      <a:srgbClr val="002060"/>
                    </a:solidFill>
                    <a:latin typeface="Times New Roman" panose="02020603050405020304" pitchFamily="18" charset="0"/>
                    <a:cs typeface="Times New Roman" panose="02020603050405020304" pitchFamily="18" charset="0"/>
                  </a:rPr>
                  <a:t>中的无向图</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𝐺</m:t>
                        </m:r>
                      </m:e>
                      <m:sub>
                        <m:r>
                          <a:rPr lang="en-US" altLang="zh-CN" sz="1600" i="1">
                            <a:solidFill>
                              <a:srgbClr val="002060"/>
                            </a:solidFill>
                            <a:latin typeface="Cambria Math" panose="02040503050406030204" pitchFamily="18" charset="0"/>
                          </a:rPr>
                          <m:t>1</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、图</a:t>
                </a:r>
                <a:r>
                  <a:rPr lang="en-US" altLang="zh-CN" sz="1600" dirty="0">
                    <a:solidFill>
                      <a:srgbClr val="002060"/>
                    </a:solidFill>
                    <a:latin typeface="Times New Roman" panose="02020603050405020304" pitchFamily="18" charset="0"/>
                    <a:cs typeface="Times New Roman" panose="02020603050405020304" pitchFamily="18" charset="0"/>
                  </a:rPr>
                  <a:t>(b)</a:t>
                </a:r>
                <a:r>
                  <a:rPr lang="zh-CN" altLang="zh-CN" sz="1600" dirty="0">
                    <a:solidFill>
                      <a:srgbClr val="002060"/>
                    </a:solidFill>
                    <a:latin typeface="Times New Roman" panose="02020603050405020304" pitchFamily="18" charset="0"/>
                    <a:cs typeface="Times New Roman" panose="02020603050405020304" pitchFamily="18" charset="0"/>
                  </a:rPr>
                  <a:t>中的有向图</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𝐺</m:t>
                        </m:r>
                      </m:e>
                      <m:sub>
                        <m:r>
                          <a:rPr lang="en-US" altLang="zh-CN" sz="1600" i="1">
                            <a:solidFill>
                              <a:srgbClr val="002060"/>
                            </a:solidFill>
                            <a:latin typeface="Cambria Math" panose="02040503050406030204" pitchFamily="18" charset="0"/>
                          </a:rPr>
                          <m:t>2</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和图</a:t>
                </a:r>
                <a:r>
                  <a:rPr lang="en-US" altLang="zh-CN" sz="1600" dirty="0">
                    <a:solidFill>
                      <a:srgbClr val="002060"/>
                    </a:solidFill>
                    <a:latin typeface="Times New Roman" panose="02020603050405020304" pitchFamily="18" charset="0"/>
                    <a:cs typeface="Times New Roman" panose="02020603050405020304" pitchFamily="18" charset="0"/>
                  </a:rPr>
                  <a:t>(c)</a:t>
                </a:r>
                <a:r>
                  <a:rPr lang="zh-CN" altLang="zh-CN" sz="1600" dirty="0">
                    <a:solidFill>
                      <a:srgbClr val="002060"/>
                    </a:solidFill>
                    <a:latin typeface="Times New Roman" panose="02020603050405020304" pitchFamily="18" charset="0"/>
                    <a:cs typeface="Times New Roman" panose="02020603050405020304" pitchFamily="18" charset="0"/>
                  </a:rPr>
                  <a:t>中的带权无向图</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𝐺</m:t>
                        </m:r>
                      </m:e>
                      <m:sub>
                        <m:r>
                          <a:rPr lang="en-US" altLang="zh-CN" sz="1600" i="1">
                            <a:solidFill>
                              <a:srgbClr val="002060"/>
                            </a:solidFill>
                            <a:latin typeface="Cambria Math" panose="02040503050406030204" pitchFamily="18" charset="0"/>
                          </a:rPr>
                          <m:t>3</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分别对应的邻接矩阵</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𝐴</m:t>
                        </m:r>
                      </m:e>
                      <m:sub>
                        <m:r>
                          <a:rPr lang="en-US" altLang="zh-CN" sz="1600" i="1">
                            <a:solidFill>
                              <a:srgbClr val="002060"/>
                            </a:solidFill>
                            <a:latin typeface="Cambria Math" panose="02040503050406030204" pitchFamily="18" charset="0"/>
                          </a:rPr>
                          <m:t>1</m:t>
                        </m:r>
                      </m:sub>
                    </m:sSub>
                  </m:oMath>
                </a14:m>
                <a:r>
                  <a:rPr lang="zh-CN" altLang="zh-CN" sz="1600" dirty="0">
                    <a:solidFill>
                      <a:srgbClr val="002060"/>
                    </a:solidFill>
                    <a:latin typeface="Times New Roman" panose="02020603050405020304" pitchFamily="18" charset="0"/>
                    <a:cs typeface="Times New Roman" panose="02020603050405020304" pitchFamily="18" charset="0"/>
                  </a:rPr>
                  <a:t>、</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𝐴</m:t>
                        </m:r>
                      </m:e>
                      <m:sub>
                        <m:r>
                          <a:rPr lang="en-US" altLang="zh-CN" sz="1600" i="1">
                            <a:solidFill>
                              <a:srgbClr val="002060"/>
                            </a:solidFill>
                            <a:latin typeface="Cambria Math" panose="02040503050406030204" pitchFamily="18" charset="0"/>
                          </a:rPr>
                          <m:t>2</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和</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𝐴</m:t>
                        </m:r>
                      </m:e>
                      <m:sub>
                        <m:r>
                          <a:rPr lang="en-US" altLang="zh-CN" sz="1600" i="1">
                            <a:solidFill>
                              <a:srgbClr val="002060"/>
                            </a:solidFill>
                            <a:latin typeface="Cambria Math" panose="02040503050406030204" pitchFamily="18" charset="0"/>
                          </a:rPr>
                          <m:t>3</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如下：</a:t>
                </a: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2736304" cy="1075578"/>
              </a:xfrm>
              <a:blipFill>
                <a:blip r:embed="rId2"/>
                <a:stretch>
                  <a:fillRect l="-1782" r="-9131" b="-80114"/>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2915816" y="596829"/>
            <a:ext cx="5993972" cy="2010168"/>
          </a:xfrm>
          <a:prstGeom prst="rect">
            <a:avLst/>
          </a:prstGeom>
        </p:spPr>
      </p:pic>
      <mc:AlternateContent xmlns:mc="http://schemas.openxmlformats.org/markup-compatibility/2006" xmlns:a14="http://schemas.microsoft.com/office/drawing/2010/main">
        <mc:Choice Requires="a14">
          <p:sp>
            <p:nvSpPr>
              <p:cNvPr id="5" name="矩形 4"/>
              <p:cNvSpPr/>
              <p:nvPr/>
            </p:nvSpPr>
            <p:spPr>
              <a:xfrm>
                <a:off x="1880354" y="2715766"/>
                <a:ext cx="8064896" cy="1366208"/>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i="1">
                              <a:latin typeface="Cambria Math" panose="02040503050406030204" pitchFamily="18" charset="0"/>
                            </a:rPr>
                          </m:ctrlPr>
                        </m:sSubPr>
                        <m:e>
                          <m:r>
                            <a:rPr lang="zh-CN" altLang="en-US" i="1">
                              <a:latin typeface="Cambria Math" panose="02040503050406030204" pitchFamily="18" charset="0"/>
                            </a:rPr>
                            <m:t>𝐴</m:t>
                          </m:r>
                        </m:e>
                        <m:sub>
                          <m:r>
                            <a:rPr lang="zh-CN" altLang="en-US">
                              <a:latin typeface="Cambria Math" panose="02040503050406030204" pitchFamily="18" charset="0"/>
                            </a:rPr>
                            <m:t>1</m:t>
                          </m:r>
                        </m:sub>
                      </m:sSub>
                      <m:r>
                        <a:rPr lang="zh-CN" altLang="en-US">
                          <a:latin typeface="Cambria Math" panose="02040503050406030204" pitchFamily="18" charset="0"/>
                        </a:rPr>
                        <m:t>=</m:t>
                      </m:r>
                      <m:d>
                        <m:dPr>
                          <m:begChr m:val="["/>
                          <m:endChr m:val="]"/>
                          <m:ctrlPr>
                            <a:rPr lang="zh-CN" altLang="en-US" i="1">
                              <a:latin typeface="Cambria Math" panose="02040503050406030204" pitchFamily="18" charset="0"/>
                            </a:rPr>
                          </m:ctrlPr>
                        </m:dPr>
                        <m:e>
                          <m:eqArr>
                            <m:eqArrPr>
                              <m:ctrlPr>
                                <a:rPr lang="zh-CN" altLang="en-US" i="1">
                                  <a:latin typeface="Cambria Math" panose="02040503050406030204" pitchFamily="18" charset="0"/>
                                </a:rPr>
                              </m:ctrlPr>
                            </m:eqArrPr>
                            <m:e>
                              <m:r>
                                <a:rPr lang="zh-CN" altLang="en-US">
                                  <a:latin typeface="Cambria Math" panose="02040503050406030204" pitchFamily="18" charset="0"/>
                                </a:rPr>
                                <m:t>&amp;0  1  1  1  0</m:t>
                              </m:r>
                            </m:e>
                            <m:e>
                              <m:r>
                                <a:rPr lang="zh-CN" altLang="en-US">
                                  <a:latin typeface="Cambria Math" panose="02040503050406030204" pitchFamily="18" charset="0"/>
                                </a:rPr>
                                <m:t>&amp;1  0  1  1  1</m:t>
                              </m:r>
                            </m:e>
                            <m:e>
                              <m:r>
                                <a:rPr lang="zh-CN" altLang="en-US">
                                  <a:latin typeface="Cambria Math" panose="02040503050406030204" pitchFamily="18" charset="0"/>
                                </a:rPr>
                                <m:t>&amp;1  1  0  0  1</m:t>
                              </m:r>
                            </m:e>
                            <m:e>
                              <m:r>
                                <a:rPr lang="zh-CN" altLang="en-US">
                                  <a:latin typeface="Cambria Math" panose="02040503050406030204" pitchFamily="18" charset="0"/>
                                </a:rPr>
                                <m:t>&amp;1  1  0  0  1</m:t>
                              </m:r>
                            </m:e>
                            <m:e>
                              <m:r>
                                <a:rPr lang="zh-CN" altLang="en-US">
                                  <a:latin typeface="Cambria Math" panose="02040503050406030204" pitchFamily="18" charset="0"/>
                                </a:rPr>
                                <m:t>&amp;0  1  1  1  0</m:t>
                              </m:r>
                            </m:e>
                          </m:eqArr>
                        </m:e>
                      </m:d>
                      <m:r>
                        <a:rPr lang="zh-CN" altLang="en-US">
                          <a:latin typeface="Cambria Math" panose="02040503050406030204" pitchFamily="18" charset="0"/>
                        </a:rPr>
                        <m:t>      </m:t>
                      </m:r>
                      <m:sSub>
                        <m:sSubPr>
                          <m:ctrlPr>
                            <a:rPr lang="zh-CN" altLang="en-US" i="1">
                              <a:latin typeface="Cambria Math" panose="02040503050406030204" pitchFamily="18" charset="0"/>
                            </a:rPr>
                          </m:ctrlPr>
                        </m:sSubPr>
                        <m:e>
                          <m:r>
                            <a:rPr lang="zh-CN" altLang="en-US" i="1">
                              <a:latin typeface="Cambria Math" panose="02040503050406030204" pitchFamily="18" charset="0"/>
                            </a:rPr>
                            <m:t>𝐴</m:t>
                          </m:r>
                        </m:e>
                        <m:sub>
                          <m:r>
                            <a:rPr lang="zh-CN" altLang="en-US">
                              <a:latin typeface="Cambria Math" panose="02040503050406030204" pitchFamily="18" charset="0"/>
                            </a:rPr>
                            <m:t>2</m:t>
                          </m:r>
                        </m:sub>
                      </m:sSub>
                      <m:r>
                        <a:rPr lang="zh-CN" altLang="en-US">
                          <a:latin typeface="Cambria Math" panose="02040503050406030204" pitchFamily="18" charset="0"/>
                        </a:rPr>
                        <m:t>=</m:t>
                      </m:r>
                      <m:d>
                        <m:dPr>
                          <m:begChr m:val="["/>
                          <m:endChr m:val="]"/>
                          <m:ctrlPr>
                            <a:rPr lang="zh-CN" altLang="en-US" i="1">
                              <a:latin typeface="Cambria Math" panose="02040503050406030204" pitchFamily="18" charset="0"/>
                            </a:rPr>
                          </m:ctrlPr>
                        </m:dPr>
                        <m:e>
                          <m:eqArr>
                            <m:eqArrPr>
                              <m:ctrlPr>
                                <a:rPr lang="zh-CN" altLang="en-US" i="1">
                                  <a:latin typeface="Cambria Math" panose="02040503050406030204" pitchFamily="18" charset="0"/>
                                </a:rPr>
                              </m:ctrlPr>
                            </m:eqArrPr>
                            <m:e>
                              <m:r>
                                <a:rPr lang="zh-CN" altLang="en-US">
                                  <a:latin typeface="Cambria Math" panose="02040503050406030204" pitchFamily="18" charset="0"/>
                                </a:rPr>
                                <m:t>&amp;0  0  1  1  0</m:t>
                              </m:r>
                            </m:e>
                            <m:e>
                              <m:r>
                                <a:rPr lang="zh-CN" altLang="en-US">
                                  <a:latin typeface="Cambria Math" panose="02040503050406030204" pitchFamily="18" charset="0"/>
                                </a:rPr>
                                <m:t>&amp;1  0  1  1  1</m:t>
                              </m:r>
                            </m:e>
                            <m:e>
                              <m:r>
                                <a:rPr lang="zh-CN" altLang="en-US">
                                  <a:latin typeface="Cambria Math" panose="02040503050406030204" pitchFamily="18" charset="0"/>
                                </a:rPr>
                                <m:t>&amp;0  0  0  0  1</m:t>
                              </m:r>
                            </m:e>
                            <m:e>
                              <m:r>
                                <a:rPr lang="zh-CN" altLang="en-US">
                                  <a:latin typeface="Cambria Math" panose="02040503050406030204" pitchFamily="18" charset="0"/>
                                </a:rPr>
                                <m:t>&amp;0  0  0  0  1</m:t>
                              </m:r>
                            </m:e>
                            <m:e>
                              <m:r>
                                <a:rPr lang="zh-CN" altLang="en-US">
                                  <a:latin typeface="Cambria Math" panose="02040503050406030204" pitchFamily="18" charset="0"/>
                                </a:rPr>
                                <m:t>&amp;0  0  0  0  0</m:t>
                              </m:r>
                            </m:e>
                          </m:eqArr>
                        </m:e>
                      </m:d>
                      <m:r>
                        <a:rPr lang="zh-CN" altLang="en-US">
                          <a:latin typeface="Cambria Math" panose="02040503050406030204" pitchFamily="18" charset="0"/>
                        </a:rPr>
                        <m:t>     </m:t>
                      </m:r>
                      <m:sSub>
                        <m:sSubPr>
                          <m:ctrlPr>
                            <a:rPr lang="zh-CN" altLang="en-US" i="1">
                              <a:latin typeface="Cambria Math" panose="02040503050406030204" pitchFamily="18" charset="0"/>
                            </a:rPr>
                          </m:ctrlPr>
                        </m:sSubPr>
                        <m:e>
                          <m:r>
                            <a:rPr lang="zh-CN" altLang="en-US" i="1">
                              <a:latin typeface="Cambria Math" panose="02040503050406030204" pitchFamily="18" charset="0"/>
                            </a:rPr>
                            <m:t>𝐴</m:t>
                          </m:r>
                        </m:e>
                        <m:sub>
                          <m:r>
                            <a:rPr lang="zh-CN" altLang="en-US">
                              <a:latin typeface="Cambria Math" panose="02040503050406030204" pitchFamily="18" charset="0"/>
                            </a:rPr>
                            <m:t>3</m:t>
                          </m:r>
                        </m:sub>
                      </m:sSub>
                      <m:r>
                        <a:rPr lang="zh-CN" altLang="en-US">
                          <a:latin typeface="Cambria Math" panose="02040503050406030204" pitchFamily="18" charset="0"/>
                        </a:rPr>
                        <m:t>=</m:t>
                      </m:r>
                      <m:d>
                        <m:dPr>
                          <m:begChr m:val="["/>
                          <m:endChr m:val="]"/>
                          <m:ctrlPr>
                            <a:rPr lang="zh-CN" altLang="en-US" i="1">
                              <a:latin typeface="Cambria Math" panose="02040503050406030204" pitchFamily="18" charset="0"/>
                            </a:rPr>
                          </m:ctrlPr>
                        </m:dPr>
                        <m:e>
                          <m:eqArr>
                            <m:eqArrPr>
                              <m:ctrlPr>
                                <a:rPr lang="zh-CN" altLang="en-US" i="1">
                                  <a:latin typeface="Cambria Math" panose="02040503050406030204" pitchFamily="18" charset="0"/>
                                </a:rPr>
                              </m:ctrlPr>
                            </m:eqArrPr>
                            <m:e>
                              <m:r>
                                <a:rPr lang="zh-CN" altLang="en-US">
                                  <a:latin typeface="Cambria Math" panose="02040503050406030204" pitchFamily="18" charset="0"/>
                                </a:rPr>
                                <m:t>&amp;0  2  3  6  ∞</m:t>
                              </m:r>
                            </m:e>
                            <m:e>
                              <m:r>
                                <a:rPr lang="zh-CN" altLang="en-US">
                                  <a:latin typeface="Cambria Math" panose="02040503050406030204" pitchFamily="18" charset="0"/>
                                </a:rPr>
                                <m:t>&amp; 2  0  1  2 10</m:t>
                              </m:r>
                            </m:e>
                            <m:e>
                              <m:r>
                                <a:rPr lang="zh-CN" altLang="en-US">
                                  <a:latin typeface="Cambria Math" panose="02040503050406030204" pitchFamily="18" charset="0"/>
                                </a:rPr>
                                <m:t>&amp;3  1  0  ∞  7</m:t>
                              </m:r>
                            </m:e>
                            <m:e>
                              <m:r>
                                <a:rPr lang="zh-CN" altLang="en-US">
                                  <a:latin typeface="Cambria Math" panose="02040503050406030204" pitchFamily="18" charset="0"/>
                                </a:rPr>
                                <m:t>&amp;6  2  ∞  0  4</m:t>
                              </m:r>
                            </m:e>
                            <m:e>
                              <m:r>
                                <a:rPr lang="zh-CN" altLang="en-US">
                                  <a:latin typeface="Cambria Math" panose="02040503050406030204" pitchFamily="18" charset="0"/>
                                </a:rPr>
                                <m:t>&amp;∞ 10 7  4  0</m:t>
                              </m:r>
                            </m:e>
                          </m:eqArr>
                        </m:e>
                      </m:d>
                    </m:oMath>
                  </m:oMathPara>
                </a14:m>
                <a:endParaRPr lang="zh-CN" altLang="en-US" dirty="0"/>
              </a:p>
            </p:txBody>
          </p:sp>
        </mc:Choice>
        <mc:Fallback xmlns="">
          <p:sp>
            <p:nvSpPr>
              <p:cNvPr id="5" name="矩形 4"/>
              <p:cNvSpPr>
                <a:spLocks noRot="1" noChangeAspect="1" noMove="1" noResize="1" noEditPoints="1" noAdjustHandles="1" noChangeArrowheads="1" noChangeShapeType="1" noTextEdit="1"/>
              </p:cNvSpPr>
              <p:nvPr/>
            </p:nvSpPr>
            <p:spPr>
              <a:xfrm>
                <a:off x="1880354" y="2715766"/>
                <a:ext cx="8064896" cy="1366208"/>
              </a:xfrm>
              <a:prstGeom prst="rect">
                <a:avLst/>
              </a:prstGeom>
              <a:blipFill rotWithShape="0">
                <a:blip r:embed="rId4"/>
                <a:stretch>
                  <a:fillRect/>
                </a:stretch>
              </a:blipFill>
            </p:spPr>
            <p:txBody>
              <a:bodyPr/>
              <a:lstStyle/>
              <a:p>
                <a:r>
                  <a:rPr lang="zh-CN" altLang="en-US">
                    <a:noFill/>
                  </a:rPr>
                  <a:t> </a:t>
                </a:r>
              </a:p>
            </p:txBody>
          </p:sp>
        </mc:Fallback>
      </mc:AlternateContent>
      <p:sp>
        <p:nvSpPr>
          <p:cNvPr id="6" name="文本框 5"/>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邻接矩阵存储</a:t>
            </a:r>
          </a:p>
        </p:txBody>
      </p:sp>
    </p:spTree>
    <p:extLst>
      <p:ext uri="{BB962C8B-B14F-4D97-AF65-F5344CB8AC3E}">
        <p14:creationId xmlns:p14="http://schemas.microsoft.com/office/powerpoint/2010/main" val="3280522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31531" y="1059582"/>
                <a:ext cx="8832957" cy="3507876"/>
              </a:xfrm>
            </p:spPr>
            <p:txBody>
              <a:bodyPr/>
              <a:lstStyle/>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图的邻接矩阵存储结构具有如下特点：</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）无向图的邻接矩阵是对称矩阵，实际存储时可以采用压缩矩阵存储。</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）有向图的邻接矩阵不一定对称，因此采用邻接矩阵存储具有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个顶点的有向图时，其存储结构的空</a:t>
                </a:r>
                <a:r>
                  <a:rPr lang="zh-CN" altLang="en-US" sz="1600" dirty="0">
                    <a:latin typeface="Times New Roman" panose="02020603050405020304" pitchFamily="18" charset="0"/>
                    <a:cs typeface="Times New Roman" panose="02020603050405020304" pitchFamily="18" charset="0"/>
                  </a:rPr>
                  <a:t>间</a:t>
                </a:r>
                <a:r>
                  <a:rPr lang="zh-CN" altLang="zh-CN" sz="1600" dirty="0">
                    <a:latin typeface="Times New Roman" panose="02020603050405020304" pitchFamily="18" charset="0"/>
                    <a:cs typeface="Times New Roman" panose="02020603050405020304" pitchFamily="18" charset="0"/>
                  </a:rPr>
                  <a:t>复杂度为</a:t>
                </a:r>
                <a14:m>
                  <m:oMath xmlns:m="http://schemas.openxmlformats.org/officeDocument/2006/math">
                    <m:r>
                      <m:rPr>
                        <m:sty m:val="p"/>
                      </m:rPr>
                      <a:rPr lang="en-US" altLang="zh-CN" sz="1600">
                        <a:latin typeface="Cambria Math" panose="02040503050406030204" pitchFamily="18" charset="0"/>
                      </a:rPr>
                      <m:t>O</m:t>
                    </m:r>
                    <m:r>
                      <a:rPr lang="en-US" altLang="zh-CN" sz="1600">
                        <a:latin typeface="Cambria Math" panose="02040503050406030204" pitchFamily="18" charset="0"/>
                      </a:rPr>
                      <m:t>(</m:t>
                    </m:r>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𝑛</m:t>
                        </m:r>
                      </m:e>
                      <m:sup>
                        <m:r>
                          <a:rPr lang="en-US" altLang="zh-CN" sz="1600" i="1">
                            <a:latin typeface="Cambria Math" panose="02040503050406030204" pitchFamily="18" charset="0"/>
                          </a:rPr>
                          <m:t>2</m:t>
                        </m:r>
                      </m:sup>
                    </m:sSup>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）无向图邻接矩阵的第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行（或第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列）中非零元素的个数，就是顶点</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的度。</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4</a:t>
                </a:r>
                <a:r>
                  <a:rPr lang="zh-CN" altLang="zh-CN" sz="1600" dirty="0">
                    <a:latin typeface="Times New Roman" panose="02020603050405020304" pitchFamily="18" charset="0"/>
                    <a:cs typeface="Times New Roman" panose="02020603050405020304" pitchFamily="18" charset="0"/>
                  </a:rPr>
                  <a:t>）有向图邻接矩阵的第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行中非零元素的个数，就是顶点</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的出度，第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列中非零元素的个数，就是顶点</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的入度。</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5</a:t>
                </a:r>
                <a:r>
                  <a:rPr lang="zh-CN" altLang="zh-CN" sz="1600" dirty="0">
                    <a:latin typeface="Times New Roman" panose="02020603050405020304" pitchFamily="18" charset="0"/>
                    <a:cs typeface="Times New Roman" panose="02020603050405020304" pitchFamily="18" charset="0"/>
                  </a:rPr>
                  <a:t>）利用邻接矩阵可以较容易地确定图中两顶点之间是否有边。但若要确定图的总边数，则要按行按列进行查询，耗费的时间代价较大。另外，邻接矩阵用数组表示时，静态数组的局限性不便于图的插入和删除操作，它们是邻接矩阵存储结构的局限性。</a:t>
                </a:r>
              </a:p>
              <a:p>
                <a:pPr marL="0" indent="0">
                  <a:lnSpc>
                    <a:spcPts val="2600"/>
                  </a:lnSpc>
                  <a:spcBef>
                    <a:spcPts val="0"/>
                  </a:spcBef>
                  <a:buNone/>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31531" y="1059582"/>
                <a:ext cx="8832957" cy="3507876"/>
              </a:xfrm>
              <a:blipFill>
                <a:blip r:embed="rId2"/>
                <a:stretch>
                  <a:fillRect l="-690" r="-552"/>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邻接矩阵存储</a:t>
            </a:r>
          </a:p>
        </p:txBody>
      </p:sp>
    </p:spTree>
    <p:extLst>
      <p:ext uri="{BB962C8B-B14F-4D97-AF65-F5344CB8AC3E}">
        <p14:creationId xmlns:p14="http://schemas.microsoft.com/office/powerpoint/2010/main" val="2012934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20942" y="843558"/>
            <a:ext cx="7431378" cy="3507876"/>
          </a:xfrm>
        </p:spPr>
        <p:txBody>
          <a:bodyPr/>
          <a:lstStyle/>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#define </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 20     //</a:t>
            </a:r>
            <a:r>
              <a:rPr lang="zh-CN" altLang="zh-CN" sz="1600" dirty="0">
                <a:solidFill>
                  <a:srgbClr val="002060"/>
                </a:solidFill>
                <a:latin typeface="Times New Roman" panose="02020603050405020304" pitchFamily="18" charset="0"/>
                <a:cs typeface="Times New Roman" panose="02020603050405020304" pitchFamily="18" charset="0"/>
              </a:rPr>
              <a:t>预设最大顶点数</a:t>
            </a:r>
          </a:p>
          <a:p>
            <a:pPr marL="0" indent="0">
              <a:lnSpc>
                <a:spcPts val="20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const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MAXINT=0xfffffff;//</a:t>
            </a:r>
            <a:r>
              <a:rPr lang="zh-CN" altLang="zh-CN" sz="1600" dirty="0">
                <a:solidFill>
                  <a:srgbClr val="002060"/>
                </a:solidFill>
                <a:latin typeface="Times New Roman" panose="02020603050405020304" pitchFamily="18" charset="0"/>
                <a:cs typeface="Times New Roman" panose="02020603050405020304" pitchFamily="18" charset="0"/>
              </a:rPr>
              <a:t>最大整数，表示无穷大</a:t>
            </a:r>
          </a:p>
          <a:p>
            <a:pPr marL="0" indent="0">
              <a:lnSpc>
                <a:spcPts val="20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typedef</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struct</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VRType</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adj</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VRType</a:t>
            </a:r>
            <a:r>
              <a:rPr lang="zh-CN" altLang="zh-CN" sz="1600" dirty="0">
                <a:solidFill>
                  <a:srgbClr val="002060"/>
                </a:solidFill>
                <a:latin typeface="Times New Roman" panose="02020603050405020304" pitchFamily="18" charset="0"/>
                <a:cs typeface="Times New Roman" panose="02020603050405020304" pitchFamily="18" charset="0"/>
              </a:rPr>
              <a:t>为顶点关系类型，对无权图值为</a:t>
            </a:r>
            <a:r>
              <a:rPr lang="en-US" altLang="zh-CN" sz="1600" dirty="0">
                <a:solidFill>
                  <a:srgbClr val="002060"/>
                </a:solidFill>
                <a:latin typeface="Times New Roman" panose="02020603050405020304" pitchFamily="18" charset="0"/>
                <a:cs typeface="Times New Roman" panose="02020603050405020304" pitchFamily="18" charset="0"/>
              </a:rPr>
              <a:t>0</a:t>
            </a:r>
            <a:r>
              <a:rPr lang="zh-CN" altLang="zh-CN" sz="1600" dirty="0">
                <a:solidFill>
                  <a:srgbClr val="002060"/>
                </a:solidFill>
                <a:latin typeface="Times New Roman" panose="02020603050405020304" pitchFamily="18" charset="0"/>
                <a:cs typeface="Times New Roman" panose="02020603050405020304" pitchFamily="18" charset="0"/>
              </a:rPr>
              <a:t>或</a:t>
            </a:r>
            <a:r>
              <a:rPr lang="en-US" altLang="zh-CN" sz="1600" dirty="0">
                <a:solidFill>
                  <a:srgbClr val="002060"/>
                </a:solidFill>
                <a:latin typeface="Times New Roman" panose="02020603050405020304" pitchFamily="18" charset="0"/>
                <a:cs typeface="Times New Roman" panose="02020603050405020304" pitchFamily="18" charset="0"/>
              </a:rPr>
              <a:t>1</a:t>
            </a:r>
            <a:r>
              <a:rPr lang="zh-CN" altLang="zh-CN" sz="1600" dirty="0">
                <a:solidFill>
                  <a:srgbClr val="002060"/>
                </a:solidFill>
                <a:latin typeface="Times New Roman" panose="02020603050405020304" pitchFamily="18" charset="0"/>
                <a:cs typeface="Times New Roman" panose="02020603050405020304" pitchFamily="18" charset="0"/>
              </a:rPr>
              <a:t>，表示相</a:t>
            </a:r>
            <a:r>
              <a:rPr lang="zh-CN" altLang="en-US" sz="1600" dirty="0">
                <a:solidFill>
                  <a:srgbClr val="002060"/>
                </a:solidFill>
                <a:latin typeface="Times New Roman" panose="02020603050405020304" pitchFamily="18" charset="0"/>
                <a:cs typeface="Times New Roman" panose="02020603050405020304" pitchFamily="18" charset="0"/>
              </a:rPr>
              <a:t>邻</a:t>
            </a:r>
            <a:r>
              <a:rPr lang="zh-CN" altLang="zh-CN" sz="1600" dirty="0">
                <a:solidFill>
                  <a:srgbClr val="002060"/>
                </a:solidFill>
                <a:latin typeface="Times New Roman" panose="02020603050405020304" pitchFamily="18" charset="0"/>
                <a:cs typeface="Times New Roman" panose="02020603050405020304" pitchFamily="18" charset="0"/>
              </a:rPr>
              <a:t>与否；对于带权图，则为其权值</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InfoType</a:t>
            </a:r>
            <a:r>
              <a:rPr lang="en-US" altLang="zh-CN" sz="1600" dirty="0">
                <a:solidFill>
                  <a:srgbClr val="002060"/>
                </a:solidFill>
                <a:latin typeface="Times New Roman" panose="02020603050405020304" pitchFamily="18" charset="0"/>
                <a:cs typeface="Times New Roman" panose="02020603050405020304" pitchFamily="18" charset="0"/>
              </a:rPr>
              <a:t> *info;       //</a:t>
            </a:r>
            <a:r>
              <a:rPr lang="zh-CN" altLang="zh-CN" sz="1600" dirty="0">
                <a:solidFill>
                  <a:srgbClr val="002060"/>
                </a:solidFill>
                <a:latin typeface="Times New Roman" panose="02020603050405020304" pitchFamily="18" charset="0"/>
                <a:cs typeface="Times New Roman" panose="02020603050405020304" pitchFamily="18" charset="0"/>
              </a:rPr>
              <a:t>该弧相关信息指针</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ArcBox</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typedef</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struct</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VElemType</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vexs</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 // </a:t>
            </a:r>
            <a:r>
              <a:rPr lang="en-US" altLang="zh-CN" sz="1600" dirty="0" err="1">
                <a:solidFill>
                  <a:srgbClr val="002060"/>
                </a:solidFill>
                <a:latin typeface="Times New Roman" panose="02020603050405020304" pitchFamily="18" charset="0"/>
                <a:cs typeface="Times New Roman" panose="02020603050405020304" pitchFamily="18" charset="0"/>
              </a:rPr>
              <a:t>VElemType</a:t>
            </a:r>
            <a:r>
              <a:rPr lang="zh-CN" altLang="zh-CN" sz="1600" dirty="0">
                <a:solidFill>
                  <a:srgbClr val="002060"/>
                </a:solidFill>
                <a:latin typeface="Times New Roman" panose="02020603050405020304" pitchFamily="18" charset="0"/>
                <a:cs typeface="Times New Roman" panose="02020603050405020304" pitchFamily="18" charset="0"/>
              </a:rPr>
              <a:t>为顶点信息类型</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ArcBox</a:t>
            </a:r>
            <a:r>
              <a:rPr lang="en-US" altLang="zh-CN" sz="1600" dirty="0">
                <a:solidFill>
                  <a:srgbClr val="002060"/>
                </a:solidFill>
                <a:latin typeface="Times New Roman" panose="02020603050405020304" pitchFamily="18" charset="0"/>
                <a:cs typeface="Times New Roman" panose="02020603050405020304" pitchFamily="18" charset="0"/>
              </a:rPr>
              <a:t> arcs[</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邻接矩阵，即边表</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vexnum</a:t>
            </a: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顶点数</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arcnum</a:t>
            </a: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边数</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kind;  //</a:t>
            </a:r>
            <a:r>
              <a:rPr lang="zh-CN" altLang="zh-CN" sz="1600" dirty="0">
                <a:solidFill>
                  <a:srgbClr val="002060"/>
                </a:solidFill>
                <a:latin typeface="Times New Roman" panose="02020603050405020304" pitchFamily="18" charset="0"/>
                <a:cs typeface="Times New Roman" panose="02020603050405020304" pitchFamily="18" charset="0"/>
              </a:rPr>
              <a:t>邻接矩阵存储的图的种类</a:t>
            </a:r>
            <a:r>
              <a:rPr lang="en-US" altLang="zh-CN" sz="1600" dirty="0">
                <a:solidFill>
                  <a:srgbClr val="002060"/>
                </a:solidFill>
                <a:latin typeface="Times New Roman" panose="02020603050405020304" pitchFamily="18" charset="0"/>
                <a:cs typeface="Times New Roman" panose="02020603050405020304" pitchFamily="18" charset="0"/>
              </a:rPr>
              <a:t>1:</a:t>
            </a:r>
            <a:r>
              <a:rPr lang="zh-CN" altLang="zh-CN" sz="1600" dirty="0">
                <a:solidFill>
                  <a:srgbClr val="002060"/>
                </a:solidFill>
                <a:latin typeface="Times New Roman" panose="02020603050405020304" pitchFamily="18" charset="0"/>
                <a:cs typeface="Times New Roman" panose="02020603050405020304" pitchFamily="18" charset="0"/>
              </a:rPr>
              <a:t>有向图</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2:</a:t>
            </a:r>
            <a:r>
              <a:rPr lang="zh-CN" altLang="zh-CN" sz="1600" dirty="0">
                <a:solidFill>
                  <a:srgbClr val="002060"/>
                </a:solidFill>
                <a:latin typeface="Times New Roman" panose="02020603050405020304" pitchFamily="18" charset="0"/>
                <a:cs typeface="Times New Roman" panose="02020603050405020304" pitchFamily="18" charset="0"/>
              </a:rPr>
              <a:t>无向图</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3</a:t>
            </a:r>
            <a:r>
              <a:rPr lang="zh-CN" altLang="zh-CN" sz="1600" dirty="0">
                <a:solidFill>
                  <a:srgbClr val="002060"/>
                </a:solidFill>
                <a:latin typeface="Times New Roman" panose="02020603050405020304" pitchFamily="18" charset="0"/>
                <a:cs typeface="Times New Roman" panose="02020603050405020304" pitchFamily="18" charset="0"/>
              </a:rPr>
              <a:t>：有向网</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 4</a:t>
            </a:r>
            <a:r>
              <a:rPr lang="zh-CN" altLang="zh-CN" sz="1600" dirty="0">
                <a:solidFill>
                  <a:srgbClr val="002060"/>
                </a:solidFill>
                <a:latin typeface="Times New Roman" panose="02020603050405020304" pitchFamily="18" charset="0"/>
                <a:cs typeface="Times New Roman" panose="02020603050405020304" pitchFamily="18" charset="0"/>
              </a:rPr>
              <a:t>：无向网</a:t>
            </a: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MGraph</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a:lnSpc>
                <a:spcPts val="2500"/>
              </a:lnSpc>
              <a:spcBef>
                <a:spcPts val="0"/>
              </a:spcBef>
            </a:pPr>
            <a:endParaRPr lang="zh-CN" altLang="en-US" sz="1600" dirty="0">
              <a:solidFill>
                <a:srgbClr val="002060"/>
              </a:solidFill>
              <a:latin typeface="Times New Roman" panose="02020603050405020304" pitchFamily="18" charset="0"/>
              <a:cs typeface="Times New Roman" panose="02020603050405020304" pitchFamily="18" charset="0"/>
            </a:endParaRPr>
          </a:p>
        </p:txBody>
      </p:sp>
      <p:sp>
        <p:nvSpPr>
          <p:cNvPr id="4" name="文本框 3"/>
          <p:cNvSpPr txBox="1"/>
          <p:nvPr/>
        </p:nvSpPr>
        <p:spPr>
          <a:xfrm>
            <a:off x="3779912" y="344025"/>
            <a:ext cx="5256584" cy="4770537"/>
          </a:xfrm>
          <a:prstGeom prst="rect">
            <a:avLst/>
          </a:prstGeom>
          <a:solidFill>
            <a:schemeClr val="accent2">
              <a:lumMod val="60000"/>
              <a:lumOff val="40000"/>
            </a:schemeClr>
          </a:solidFill>
        </p:spPr>
        <p:txBody>
          <a:bodyPr wrap="square" rtlCol="0">
            <a:spAutoFit/>
          </a:bodyPr>
          <a:lstStyle/>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class Graph{</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private:</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mg;</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public:</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创建图</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x);      </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返回图中顶点</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x</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在顶点数组中的下标</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CreateDG</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构造有向图</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CreateUDG</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构造无向图</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CreateDN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构造有向网</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CreateUDN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构造无向网</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DegreeGraph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x);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计算顶点的度数</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void </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ShortPath_DIJ</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v);      //</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求最短路径</a:t>
            </a: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Dispath</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dist</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path[],</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s[],</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x);</a:t>
            </a: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  </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输出最短路</a:t>
            </a:r>
            <a:r>
              <a:rPr lang="zh-CN" altLang="en-US"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径</a:t>
            </a:r>
            <a:endPar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void Floyd();  //Floyd</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算法求最短路径</a:t>
            </a:r>
            <a:endPar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Dispath</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(int </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dist</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MaxVex</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MaxVex</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a:t>
            </a: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int path[</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MaxVex</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solidFill>
                  <a:srgbClr val="C00000"/>
                </a:solidFill>
                <a:latin typeface="Times New Roman" panose="02020603050405020304" pitchFamily="18" charset="0"/>
                <a:ea typeface="黑体" panose="02010609060101010101" pitchFamily="49" charset="-122"/>
                <a:cs typeface="Times New Roman" panose="02020603050405020304" pitchFamily="18" charset="0"/>
              </a:rPr>
              <a:t>MaxVex</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输出最短路径</a:t>
            </a:r>
          </a:p>
          <a:p>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611380" y="115457"/>
            <a:ext cx="25204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邻接矩阵表示类定义</a:t>
            </a:r>
          </a:p>
        </p:txBody>
      </p:sp>
    </p:spTree>
    <p:extLst>
      <p:ext uri="{BB962C8B-B14F-4D97-AF65-F5344CB8AC3E}">
        <p14:creationId xmlns:p14="http://schemas.microsoft.com/office/powerpoint/2010/main" val="2050190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539552" y="915566"/>
            <a:ext cx="7776864" cy="3507876"/>
          </a:xfrm>
        </p:spPr>
        <p:txBody>
          <a:bodyPr/>
          <a:lstStyle/>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void Graph:: </a:t>
            </a:r>
            <a:r>
              <a:rPr lang="en-US" altLang="zh-CN" sz="1600" dirty="0" err="1">
                <a:solidFill>
                  <a:srgbClr val="002060"/>
                </a:solidFill>
                <a:latin typeface="Times New Roman" panose="02020603050405020304" pitchFamily="18" charset="0"/>
                <a:cs typeface="Times New Roman" panose="02020603050405020304" pitchFamily="18" charset="0"/>
              </a:rPr>
              <a:t>CreateGraph</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cout</a:t>
            </a:r>
            <a:r>
              <a:rPr lang="en-US" altLang="zh-CN" sz="1600" dirty="0">
                <a:solidFill>
                  <a:srgbClr val="002060"/>
                </a:solidFill>
                <a:latin typeface="Times New Roman" panose="02020603050405020304" pitchFamily="18" charset="0"/>
                <a:cs typeface="Times New Roman" panose="02020603050405020304" pitchFamily="18" charset="0"/>
              </a:rPr>
              <a:t>&lt;&lt;”</a:t>
            </a:r>
            <a:r>
              <a:rPr lang="zh-CN" altLang="zh-CN" sz="1600" dirty="0">
                <a:solidFill>
                  <a:srgbClr val="002060"/>
                </a:solidFill>
                <a:latin typeface="Times New Roman" panose="02020603050405020304" pitchFamily="18" charset="0"/>
                <a:cs typeface="Times New Roman" panose="02020603050405020304" pitchFamily="18" charset="0"/>
              </a:rPr>
              <a:t>输入图的种类</a:t>
            </a:r>
            <a:r>
              <a:rPr lang="en-US" altLang="zh-CN" sz="1600" dirty="0">
                <a:solidFill>
                  <a:srgbClr val="002060"/>
                </a:solidFill>
                <a:latin typeface="Times New Roman" panose="02020603050405020304" pitchFamily="18" charset="0"/>
                <a:cs typeface="Times New Roman" panose="02020603050405020304" pitchFamily="18" charset="0"/>
              </a:rPr>
              <a:t>: 1:</a:t>
            </a:r>
            <a:r>
              <a:rPr lang="zh-CN" altLang="zh-CN" sz="1600" dirty="0">
                <a:solidFill>
                  <a:srgbClr val="002060"/>
                </a:solidFill>
                <a:latin typeface="Times New Roman" panose="02020603050405020304" pitchFamily="18" charset="0"/>
                <a:cs typeface="Times New Roman" panose="02020603050405020304" pitchFamily="18" charset="0"/>
              </a:rPr>
              <a:t>有向图</a:t>
            </a: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2:</a:t>
            </a:r>
            <a:r>
              <a:rPr lang="zh-CN" altLang="zh-CN" sz="1600" dirty="0">
                <a:solidFill>
                  <a:srgbClr val="002060"/>
                </a:solidFill>
                <a:latin typeface="Times New Roman" panose="02020603050405020304" pitchFamily="18" charset="0"/>
                <a:cs typeface="Times New Roman" panose="02020603050405020304" pitchFamily="18" charset="0"/>
              </a:rPr>
              <a:t>无向图</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 3</a:t>
            </a:r>
            <a:r>
              <a:rPr lang="zh-CN" altLang="zh-CN" sz="1600" dirty="0">
                <a:solidFill>
                  <a:srgbClr val="002060"/>
                </a:solidFill>
                <a:latin typeface="Times New Roman" panose="02020603050405020304" pitchFamily="18" charset="0"/>
                <a:cs typeface="Times New Roman" panose="02020603050405020304" pitchFamily="18" charset="0"/>
              </a:rPr>
              <a:t>：有向网</a:t>
            </a:r>
            <a:r>
              <a:rPr lang="zh-CN" altLang="en-US" sz="1600" dirty="0">
                <a:solidFill>
                  <a:srgbClr val="002060"/>
                </a:solidFill>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 4</a:t>
            </a:r>
            <a:r>
              <a:rPr lang="zh-CN" altLang="zh-CN" sz="1600" dirty="0">
                <a:solidFill>
                  <a:srgbClr val="002060"/>
                </a:solidFill>
                <a:latin typeface="Times New Roman" panose="02020603050405020304" pitchFamily="18" charset="0"/>
                <a:cs typeface="Times New Roman" panose="02020603050405020304" pitchFamily="18" charset="0"/>
              </a:rPr>
              <a:t>：无向网</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cin</a:t>
            </a:r>
            <a:r>
              <a:rPr lang="en-US" altLang="zh-CN" sz="1600" dirty="0">
                <a:solidFill>
                  <a:srgbClr val="002060"/>
                </a:solidFill>
                <a:latin typeface="Times New Roman" panose="02020603050405020304" pitchFamily="18" charset="0"/>
                <a:cs typeface="Times New Roman" panose="02020603050405020304" pitchFamily="18" charset="0"/>
              </a:rPr>
              <a:t>&gt;&gt;</a:t>
            </a:r>
            <a:r>
              <a:rPr lang="en-US" altLang="zh-CN" sz="1600" dirty="0" err="1">
                <a:solidFill>
                  <a:srgbClr val="002060"/>
                </a:solidFill>
                <a:latin typeface="Times New Roman" panose="02020603050405020304" pitchFamily="18" charset="0"/>
                <a:cs typeface="Times New Roman" panose="02020603050405020304" pitchFamily="18" charset="0"/>
              </a:rPr>
              <a:t>mg.kind</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switch(</a:t>
            </a:r>
            <a:r>
              <a:rPr lang="en-US" altLang="zh-CN" sz="1600" dirty="0" err="1">
                <a:solidFill>
                  <a:srgbClr val="002060"/>
                </a:solidFill>
                <a:latin typeface="Times New Roman" panose="02020603050405020304" pitchFamily="18" charset="0"/>
                <a:cs typeface="Times New Roman" panose="02020603050405020304" pitchFamily="18" charset="0"/>
              </a:rPr>
              <a:t>mg.kind</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case 1: </a:t>
            </a:r>
            <a:r>
              <a:rPr lang="en-US" altLang="zh-CN" sz="1600" dirty="0" err="1">
                <a:solidFill>
                  <a:srgbClr val="002060"/>
                </a:solidFill>
                <a:latin typeface="Times New Roman" panose="02020603050405020304" pitchFamily="18" charset="0"/>
                <a:cs typeface="Times New Roman" panose="02020603050405020304" pitchFamily="18" charset="0"/>
              </a:rPr>
              <a:t>CreateDG</a:t>
            </a:r>
            <a:r>
              <a:rPr lang="en-US" altLang="zh-CN" sz="1600" dirty="0">
                <a:solidFill>
                  <a:srgbClr val="002060"/>
                </a:solidFill>
                <a:latin typeface="Times New Roman" panose="02020603050405020304" pitchFamily="18" charset="0"/>
                <a:cs typeface="Times New Roman" panose="02020603050405020304" pitchFamily="18" charset="0"/>
              </a:rPr>
              <a:t>();break;          //</a:t>
            </a:r>
            <a:r>
              <a:rPr lang="zh-CN" altLang="zh-CN" sz="1600" dirty="0">
                <a:solidFill>
                  <a:srgbClr val="002060"/>
                </a:solidFill>
                <a:latin typeface="Times New Roman" panose="02020603050405020304" pitchFamily="18" charset="0"/>
                <a:cs typeface="Times New Roman" panose="02020603050405020304" pitchFamily="18" charset="0"/>
              </a:rPr>
              <a:t>构造有向图</a:t>
            </a: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case 2: </a:t>
            </a:r>
            <a:r>
              <a:rPr lang="en-US" altLang="zh-CN" sz="1600" dirty="0" err="1">
                <a:solidFill>
                  <a:srgbClr val="002060"/>
                </a:solidFill>
                <a:latin typeface="Times New Roman" panose="02020603050405020304" pitchFamily="18" charset="0"/>
                <a:cs typeface="Times New Roman" panose="02020603050405020304" pitchFamily="18" charset="0"/>
              </a:rPr>
              <a:t>CreateUDG</a:t>
            </a:r>
            <a:r>
              <a:rPr lang="en-US" altLang="zh-CN" sz="1600" dirty="0">
                <a:solidFill>
                  <a:srgbClr val="002060"/>
                </a:solidFill>
                <a:latin typeface="Times New Roman" panose="02020603050405020304" pitchFamily="18" charset="0"/>
                <a:cs typeface="Times New Roman" panose="02020603050405020304" pitchFamily="18" charset="0"/>
              </a:rPr>
              <a:t>();break;        //</a:t>
            </a:r>
            <a:r>
              <a:rPr lang="zh-CN" altLang="zh-CN" sz="1600" dirty="0">
                <a:solidFill>
                  <a:srgbClr val="002060"/>
                </a:solidFill>
                <a:latin typeface="Times New Roman" panose="02020603050405020304" pitchFamily="18" charset="0"/>
                <a:cs typeface="Times New Roman" panose="02020603050405020304" pitchFamily="18" charset="0"/>
              </a:rPr>
              <a:t>构造无向图</a:t>
            </a: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case 3: </a:t>
            </a:r>
            <a:r>
              <a:rPr lang="en-US" altLang="zh-CN" sz="1600" dirty="0" err="1">
                <a:solidFill>
                  <a:srgbClr val="002060"/>
                </a:solidFill>
                <a:latin typeface="Times New Roman" panose="02020603050405020304" pitchFamily="18" charset="0"/>
                <a:cs typeface="Times New Roman" panose="02020603050405020304" pitchFamily="18" charset="0"/>
              </a:rPr>
              <a:t>CreateDN</a:t>
            </a:r>
            <a:r>
              <a:rPr lang="en-US" altLang="zh-CN" sz="1600" dirty="0">
                <a:solidFill>
                  <a:srgbClr val="002060"/>
                </a:solidFill>
                <a:latin typeface="Times New Roman" panose="02020603050405020304" pitchFamily="18" charset="0"/>
                <a:cs typeface="Times New Roman" panose="02020603050405020304" pitchFamily="18" charset="0"/>
              </a:rPr>
              <a:t>();break;          //</a:t>
            </a:r>
            <a:r>
              <a:rPr lang="zh-CN" altLang="zh-CN" sz="1600" dirty="0">
                <a:solidFill>
                  <a:srgbClr val="002060"/>
                </a:solidFill>
                <a:latin typeface="Times New Roman" panose="02020603050405020304" pitchFamily="18" charset="0"/>
                <a:cs typeface="Times New Roman" panose="02020603050405020304" pitchFamily="18" charset="0"/>
              </a:rPr>
              <a:t>构造有向网</a:t>
            </a: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case 4: </a:t>
            </a:r>
            <a:r>
              <a:rPr lang="en-US" altLang="zh-CN" sz="1600" dirty="0" err="1">
                <a:solidFill>
                  <a:srgbClr val="002060"/>
                </a:solidFill>
                <a:latin typeface="Times New Roman" panose="02020603050405020304" pitchFamily="18" charset="0"/>
                <a:cs typeface="Times New Roman" panose="02020603050405020304" pitchFamily="18" charset="0"/>
              </a:rPr>
              <a:t>CreateUDN</a:t>
            </a:r>
            <a:r>
              <a:rPr lang="en-US" altLang="zh-CN" sz="1600" dirty="0">
                <a:solidFill>
                  <a:srgbClr val="002060"/>
                </a:solidFill>
                <a:latin typeface="Times New Roman" panose="02020603050405020304" pitchFamily="18" charset="0"/>
                <a:cs typeface="Times New Roman" panose="02020603050405020304" pitchFamily="18" charset="0"/>
              </a:rPr>
              <a:t>();             //</a:t>
            </a:r>
            <a:r>
              <a:rPr lang="zh-CN" altLang="zh-CN" sz="1600" dirty="0">
                <a:solidFill>
                  <a:srgbClr val="002060"/>
                </a:solidFill>
                <a:latin typeface="Times New Roman" panose="02020603050405020304" pitchFamily="18" charset="0"/>
                <a:cs typeface="Times New Roman" panose="02020603050405020304" pitchFamily="18" charset="0"/>
              </a:rPr>
              <a:t>构造无向网</a:t>
            </a: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7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a:lnSpc>
                <a:spcPts val="2700"/>
              </a:lnSpc>
              <a:spcBef>
                <a:spcPts val="0"/>
              </a:spcBef>
            </a:pPr>
            <a:endParaRPr lang="zh-CN" altLang="en-US" sz="16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611380" y="115457"/>
            <a:ext cx="100829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创建图</a:t>
            </a:r>
          </a:p>
        </p:txBody>
      </p:sp>
    </p:spTree>
    <p:extLst>
      <p:ext uri="{BB962C8B-B14F-4D97-AF65-F5344CB8AC3E}">
        <p14:creationId xmlns:p14="http://schemas.microsoft.com/office/powerpoint/2010/main" val="2331190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p:txBody>
          <a:bodyPr/>
          <a:lstStyle/>
          <a:p>
            <a:pPr marL="0" indent="0">
              <a:lnSpc>
                <a:spcPts val="2600"/>
              </a:lnSpc>
              <a:spcBef>
                <a:spcPts val="0"/>
              </a:spcBef>
              <a:buNone/>
            </a:pPr>
            <a:r>
              <a:rPr lang="en-US" altLang="zh-CN" sz="1800" dirty="0" err="1">
                <a:solidFill>
                  <a:srgbClr val="002060"/>
                </a:solidFill>
                <a:latin typeface="Times New Roman" panose="02020603050405020304" pitchFamily="18" charset="0"/>
                <a:cs typeface="Times New Roman" panose="02020603050405020304" pitchFamily="18" charset="0"/>
              </a:rPr>
              <a:t>int</a:t>
            </a:r>
            <a:r>
              <a:rPr lang="en-US" altLang="zh-CN" sz="1800" dirty="0">
                <a:solidFill>
                  <a:srgbClr val="002060"/>
                </a:solidFill>
                <a:latin typeface="Times New Roman" panose="02020603050405020304" pitchFamily="18" charset="0"/>
                <a:cs typeface="Times New Roman" panose="02020603050405020304" pitchFamily="18" charset="0"/>
              </a:rPr>
              <a:t> Graph::</a:t>
            </a:r>
            <a:r>
              <a:rPr lang="en-US" altLang="zh-CN" sz="1800" dirty="0" err="1">
                <a:solidFill>
                  <a:srgbClr val="002060"/>
                </a:solidFill>
                <a:latin typeface="Times New Roman" panose="02020603050405020304" pitchFamily="18" charset="0"/>
                <a:cs typeface="Times New Roman" panose="02020603050405020304" pitchFamily="18" charset="0"/>
              </a:rPr>
              <a:t>LocateVex</a:t>
            </a:r>
            <a:r>
              <a:rPr lang="en-US" altLang="zh-CN" sz="1800" dirty="0">
                <a:solidFill>
                  <a:srgbClr val="002060"/>
                </a:solidFill>
                <a:latin typeface="Times New Roman" panose="02020603050405020304" pitchFamily="18" charset="0"/>
                <a:cs typeface="Times New Roman" panose="02020603050405020304" pitchFamily="18" charset="0"/>
              </a:rPr>
              <a:t>(</a:t>
            </a:r>
            <a:r>
              <a:rPr lang="en-US" altLang="zh-CN" sz="1800" dirty="0" err="1">
                <a:solidFill>
                  <a:srgbClr val="002060"/>
                </a:solidFill>
                <a:latin typeface="Times New Roman" panose="02020603050405020304" pitchFamily="18" charset="0"/>
                <a:cs typeface="Times New Roman" panose="02020603050405020304" pitchFamily="18" charset="0"/>
              </a:rPr>
              <a:t>VEelemType</a:t>
            </a:r>
            <a:r>
              <a:rPr lang="en-US" altLang="zh-CN" sz="1800" dirty="0">
                <a:solidFill>
                  <a:srgbClr val="002060"/>
                </a:solidFill>
                <a:latin typeface="Times New Roman" panose="02020603050405020304" pitchFamily="18" charset="0"/>
                <a:cs typeface="Times New Roman" panose="02020603050405020304" pitchFamily="18" charset="0"/>
              </a:rPr>
              <a:t> x){</a:t>
            </a:r>
            <a:endParaRPr lang="zh-CN" altLang="zh-CN" sz="18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solidFill>
                  <a:srgbClr val="002060"/>
                </a:solidFill>
                <a:latin typeface="Times New Roman" panose="02020603050405020304" pitchFamily="18" charset="0"/>
                <a:cs typeface="Times New Roman" panose="02020603050405020304" pitchFamily="18" charset="0"/>
              </a:rPr>
              <a:t>    for(int </a:t>
            </a:r>
            <a:r>
              <a:rPr lang="en-US" altLang="zh-CN" sz="1800" dirty="0" err="1">
                <a:solidFill>
                  <a:srgbClr val="002060"/>
                </a:solidFill>
                <a:latin typeface="Times New Roman" panose="02020603050405020304" pitchFamily="18" charset="0"/>
                <a:cs typeface="Times New Roman" panose="02020603050405020304" pitchFamily="18" charset="0"/>
              </a:rPr>
              <a:t>i</a:t>
            </a:r>
            <a:r>
              <a:rPr lang="en-US" altLang="zh-CN" sz="1800" dirty="0">
                <a:solidFill>
                  <a:srgbClr val="002060"/>
                </a:solidFill>
                <a:latin typeface="Times New Roman" panose="02020603050405020304" pitchFamily="18" charset="0"/>
                <a:cs typeface="Times New Roman" panose="02020603050405020304" pitchFamily="18" charset="0"/>
              </a:rPr>
              <a:t>=0; </a:t>
            </a:r>
            <a:r>
              <a:rPr lang="en-US" altLang="zh-CN" sz="1800" dirty="0" err="1">
                <a:solidFill>
                  <a:srgbClr val="002060"/>
                </a:solidFill>
                <a:latin typeface="Times New Roman" panose="02020603050405020304" pitchFamily="18" charset="0"/>
                <a:cs typeface="Times New Roman" panose="02020603050405020304" pitchFamily="18" charset="0"/>
              </a:rPr>
              <a:t>i</a:t>
            </a:r>
            <a:r>
              <a:rPr lang="en-US" altLang="zh-CN" sz="1800" dirty="0">
                <a:solidFill>
                  <a:srgbClr val="002060"/>
                </a:solidFill>
                <a:latin typeface="Times New Roman" panose="02020603050405020304" pitchFamily="18" charset="0"/>
                <a:cs typeface="Times New Roman" panose="02020603050405020304" pitchFamily="18" charset="0"/>
              </a:rPr>
              <a:t>&lt;</a:t>
            </a:r>
            <a:r>
              <a:rPr lang="en-US" altLang="zh-CN" sz="1800" dirty="0" err="1">
                <a:solidFill>
                  <a:srgbClr val="002060"/>
                </a:solidFill>
                <a:latin typeface="Times New Roman" panose="02020603050405020304" pitchFamily="18" charset="0"/>
                <a:cs typeface="Times New Roman" panose="02020603050405020304" pitchFamily="18" charset="0"/>
              </a:rPr>
              <a:t>mg.vexnum</a:t>
            </a:r>
            <a:r>
              <a:rPr lang="en-US" altLang="zh-CN" sz="1800" dirty="0">
                <a:solidFill>
                  <a:srgbClr val="002060"/>
                </a:solidFill>
                <a:latin typeface="Times New Roman" panose="02020603050405020304" pitchFamily="18" charset="0"/>
                <a:cs typeface="Times New Roman" panose="02020603050405020304" pitchFamily="18" charset="0"/>
              </a:rPr>
              <a:t>; </a:t>
            </a:r>
            <a:r>
              <a:rPr lang="en-US" altLang="zh-CN" sz="1800" dirty="0" err="1">
                <a:solidFill>
                  <a:srgbClr val="002060"/>
                </a:solidFill>
                <a:latin typeface="Times New Roman" panose="02020603050405020304" pitchFamily="18" charset="0"/>
                <a:cs typeface="Times New Roman" panose="02020603050405020304" pitchFamily="18" charset="0"/>
              </a:rPr>
              <a:t>i</a:t>
            </a:r>
            <a:r>
              <a:rPr lang="en-US" altLang="zh-CN" sz="1800" dirty="0">
                <a:solidFill>
                  <a:srgbClr val="002060"/>
                </a:solidFill>
                <a:latin typeface="Times New Roman" panose="02020603050405020304" pitchFamily="18" charset="0"/>
                <a:cs typeface="Times New Roman" panose="02020603050405020304" pitchFamily="18" charset="0"/>
              </a:rPr>
              <a:t>++)</a:t>
            </a:r>
            <a:endParaRPr lang="zh-CN" altLang="zh-CN" sz="18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solidFill>
                  <a:srgbClr val="002060"/>
                </a:solidFill>
                <a:latin typeface="Times New Roman" panose="02020603050405020304" pitchFamily="18" charset="0"/>
                <a:cs typeface="Times New Roman" panose="02020603050405020304" pitchFamily="18" charset="0"/>
              </a:rPr>
              <a:t>        if(x==</a:t>
            </a:r>
            <a:r>
              <a:rPr lang="en-US" altLang="zh-CN" sz="1800" dirty="0" err="1">
                <a:solidFill>
                  <a:srgbClr val="002060"/>
                </a:solidFill>
                <a:latin typeface="Times New Roman" panose="02020603050405020304" pitchFamily="18" charset="0"/>
                <a:cs typeface="Times New Roman" panose="02020603050405020304" pitchFamily="18" charset="0"/>
              </a:rPr>
              <a:t>mg.vexs</a:t>
            </a:r>
            <a:r>
              <a:rPr lang="en-US" altLang="zh-CN" sz="1800" dirty="0">
                <a:solidFill>
                  <a:srgbClr val="002060"/>
                </a:solidFill>
                <a:latin typeface="Times New Roman" panose="02020603050405020304" pitchFamily="18" charset="0"/>
                <a:cs typeface="Times New Roman" panose="02020603050405020304" pitchFamily="18" charset="0"/>
              </a:rPr>
              <a:t>[</a:t>
            </a:r>
            <a:r>
              <a:rPr lang="en-US" altLang="zh-CN" sz="1800" dirty="0" err="1">
                <a:solidFill>
                  <a:srgbClr val="002060"/>
                </a:solidFill>
                <a:latin typeface="Times New Roman" panose="02020603050405020304" pitchFamily="18" charset="0"/>
                <a:cs typeface="Times New Roman" panose="02020603050405020304" pitchFamily="18" charset="0"/>
              </a:rPr>
              <a:t>i</a:t>
            </a:r>
            <a:r>
              <a:rPr lang="en-US" altLang="zh-CN" sz="1800" dirty="0">
                <a:solidFill>
                  <a:srgbClr val="002060"/>
                </a:solidFill>
                <a:latin typeface="Times New Roman" panose="02020603050405020304" pitchFamily="18" charset="0"/>
                <a:cs typeface="Times New Roman" panose="02020603050405020304" pitchFamily="18" charset="0"/>
              </a:rPr>
              <a:t>])  return </a:t>
            </a:r>
            <a:r>
              <a:rPr lang="en-US" altLang="zh-CN" sz="1800" dirty="0" err="1">
                <a:solidFill>
                  <a:srgbClr val="002060"/>
                </a:solidFill>
                <a:latin typeface="Times New Roman" panose="02020603050405020304" pitchFamily="18" charset="0"/>
                <a:cs typeface="Times New Roman" panose="02020603050405020304" pitchFamily="18" charset="0"/>
              </a:rPr>
              <a:t>i</a:t>
            </a:r>
            <a:r>
              <a:rPr lang="en-US" altLang="zh-CN" sz="1800" dirty="0">
                <a:solidFill>
                  <a:srgbClr val="002060"/>
                </a:solidFill>
                <a:latin typeface="Times New Roman" panose="02020603050405020304" pitchFamily="18" charset="0"/>
                <a:cs typeface="Times New Roman" panose="02020603050405020304" pitchFamily="18" charset="0"/>
              </a:rPr>
              <a:t>;</a:t>
            </a:r>
            <a:endParaRPr lang="zh-CN" altLang="zh-CN" sz="18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solidFill>
                  <a:srgbClr val="002060"/>
                </a:solidFill>
                <a:latin typeface="Times New Roman" panose="02020603050405020304" pitchFamily="18" charset="0"/>
                <a:cs typeface="Times New Roman" panose="02020603050405020304" pitchFamily="18" charset="0"/>
              </a:rPr>
              <a:t>    return -1;</a:t>
            </a:r>
            <a:endParaRPr lang="zh-CN" altLang="zh-CN" sz="1800" dirty="0">
              <a:solidFill>
                <a:srgbClr val="002060"/>
              </a:solidFill>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solidFill>
                  <a:srgbClr val="002060"/>
                </a:solidFill>
                <a:latin typeface="Times New Roman" panose="02020603050405020304" pitchFamily="18" charset="0"/>
                <a:cs typeface="Times New Roman" panose="02020603050405020304" pitchFamily="18" charset="0"/>
              </a:rPr>
              <a:t>}</a:t>
            </a:r>
            <a:endParaRPr lang="zh-CN" altLang="zh-CN" sz="1800" dirty="0">
              <a:solidFill>
                <a:srgbClr val="002060"/>
              </a:solidFill>
              <a:latin typeface="Times New Roman" panose="02020603050405020304" pitchFamily="18" charset="0"/>
              <a:cs typeface="Times New Roman" panose="02020603050405020304" pitchFamily="18" charset="0"/>
            </a:endParaRPr>
          </a:p>
          <a:p>
            <a:pPr marL="0" indent="0">
              <a:buNone/>
            </a:pPr>
            <a:endParaRPr lang="zh-CN" altLang="en-US" sz="2000" dirty="0">
              <a:latin typeface="Times New Roman" panose="02020603050405020304" pitchFamily="18" charset="0"/>
              <a:cs typeface="Times New Roman" panose="02020603050405020304" pitchFamily="18" charset="0"/>
            </a:endParaRPr>
          </a:p>
        </p:txBody>
      </p:sp>
      <p:sp>
        <p:nvSpPr>
          <p:cNvPr id="5" name="文本框 4"/>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定位操作</a:t>
            </a:r>
          </a:p>
        </p:txBody>
      </p:sp>
    </p:spTree>
    <p:extLst>
      <p:ext uri="{BB962C8B-B14F-4D97-AF65-F5344CB8AC3E}">
        <p14:creationId xmlns:p14="http://schemas.microsoft.com/office/powerpoint/2010/main" val="217020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28237" y="987574"/>
            <a:ext cx="6199947" cy="3507876"/>
          </a:xfrm>
        </p:spPr>
        <p:txBody>
          <a:bodyPr/>
          <a:lstStyle/>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void Graph::</a:t>
            </a:r>
            <a:r>
              <a:rPr lang="en-US" altLang="zh-CN" sz="1600" dirty="0" err="1">
                <a:latin typeface="Times New Roman" panose="02020603050405020304" pitchFamily="18" charset="0"/>
                <a:cs typeface="Times New Roman" panose="02020603050405020304" pitchFamily="18" charset="0"/>
              </a:rPr>
              <a:t>CreateDG</a:t>
            </a:r>
            <a:r>
              <a:rPr lang="en-US" altLang="zh-CN" sz="1600" dirty="0">
                <a:latin typeface="Times New Roman" panose="02020603050405020304" pitchFamily="18" charset="0"/>
                <a:cs typeface="Times New Roman" panose="02020603050405020304" pitchFamily="18" charset="0"/>
              </a:rPr>
              <a:t>(){</a:t>
            </a: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构造有向图，如果是无向图</a:t>
            </a:r>
            <a:r>
              <a:rPr lang="en-US" altLang="zh-CN" sz="1600" dirty="0" err="1">
                <a:latin typeface="Times New Roman" panose="02020603050405020304" pitchFamily="18" charset="0"/>
                <a:cs typeface="Times New Roman" panose="02020603050405020304" pitchFamily="18" charset="0"/>
              </a:rPr>
              <a:t>CreateDG</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改为</a:t>
            </a:r>
            <a:r>
              <a:rPr lang="en-US" altLang="zh-CN" sz="1600" dirty="0" err="1">
                <a:latin typeface="Times New Roman" panose="02020603050405020304" pitchFamily="18" charset="0"/>
                <a:cs typeface="Times New Roman" panose="02020603050405020304" pitchFamily="18" charset="0"/>
              </a:rPr>
              <a:t>CreateUDG</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i,j,h,t</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u,v</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flag;       //0</a:t>
            </a:r>
            <a:r>
              <a:rPr lang="zh-CN" altLang="zh-CN" sz="1600" dirty="0">
                <a:latin typeface="Times New Roman" panose="02020603050405020304" pitchFamily="18" charset="0"/>
                <a:cs typeface="Times New Roman" panose="02020603050405020304" pitchFamily="18" charset="0"/>
              </a:rPr>
              <a:t>表示没有弧信息，</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表示有弧信息</a:t>
            </a: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cin</a:t>
            </a:r>
            <a:r>
              <a:rPr lang="en-US" altLang="zh-CN" sz="1600" dirty="0">
                <a:latin typeface="Times New Roman" panose="02020603050405020304" pitchFamily="18" charset="0"/>
                <a:cs typeface="Times New Roman" panose="02020603050405020304" pitchFamily="18" charset="0"/>
              </a:rPr>
              <a:t>&gt;&gt;</a:t>
            </a:r>
            <a:r>
              <a:rPr lang="en-US" altLang="zh-CN" sz="1600" dirty="0" err="1">
                <a:latin typeface="Times New Roman" panose="02020603050405020304" pitchFamily="18" charset="0"/>
                <a:cs typeface="Times New Roman" panose="02020603050405020304" pitchFamily="18" charset="0"/>
              </a:rPr>
              <a:t>mg.vexnum</a:t>
            </a:r>
            <a:r>
              <a:rPr lang="en-US" altLang="zh-CN" sz="1600" dirty="0">
                <a:latin typeface="Times New Roman" panose="02020603050405020304" pitchFamily="18" charset="0"/>
                <a:cs typeface="Times New Roman" panose="02020603050405020304" pitchFamily="18" charset="0"/>
              </a:rPr>
              <a:t>&gt;&gt;</a:t>
            </a:r>
            <a:r>
              <a:rPr lang="en-US" altLang="zh-CN" sz="1600" dirty="0" err="1">
                <a:latin typeface="Times New Roman" panose="02020603050405020304" pitchFamily="18" charset="0"/>
                <a:cs typeface="Times New Roman" panose="02020603050405020304" pitchFamily="18" charset="0"/>
              </a:rPr>
              <a:t>mg.arcnum</a:t>
            </a:r>
            <a:r>
              <a:rPr lang="en-US" altLang="zh-CN" sz="1600" dirty="0">
                <a:latin typeface="Times New Roman" panose="02020603050405020304" pitchFamily="18" charset="0"/>
                <a:cs typeface="Times New Roman" panose="02020603050405020304" pitchFamily="18" charset="0"/>
              </a:rPr>
              <a:t>&gt;&gt;flag;    </a:t>
            </a:r>
            <a:endParaRPr lang="zh-CN" altLang="zh-CN" sz="1600" dirty="0">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a:solidFill>
                  <a:srgbClr val="0070C0"/>
                </a:solidFill>
                <a:latin typeface="Times New Roman" panose="02020603050405020304" pitchFamily="18" charset="0"/>
                <a:cs typeface="Times New Roman" panose="02020603050405020304" pitchFamily="18" charset="0"/>
              </a:rPr>
              <a:t>for(</a:t>
            </a:r>
            <a:r>
              <a:rPr lang="en-US" altLang="zh-CN" sz="1600" dirty="0" err="1">
                <a:solidFill>
                  <a:srgbClr val="0070C0"/>
                </a:solidFill>
                <a:latin typeface="Times New Roman" panose="02020603050405020304" pitchFamily="18" charset="0"/>
                <a:cs typeface="Times New Roman" panose="02020603050405020304" pitchFamily="18" charset="0"/>
              </a:rPr>
              <a:t>i</a:t>
            </a:r>
            <a:r>
              <a:rPr lang="en-US" altLang="zh-CN" sz="1600" dirty="0">
                <a:solidFill>
                  <a:srgbClr val="0070C0"/>
                </a:solidFill>
                <a:latin typeface="Times New Roman" panose="02020603050405020304" pitchFamily="18" charset="0"/>
                <a:cs typeface="Times New Roman" panose="02020603050405020304" pitchFamily="18" charset="0"/>
              </a:rPr>
              <a:t>=0;i&lt;</a:t>
            </a:r>
            <a:r>
              <a:rPr lang="en-US" altLang="zh-CN" sz="1600" dirty="0" err="1">
                <a:solidFill>
                  <a:srgbClr val="0070C0"/>
                </a:solidFill>
                <a:latin typeface="Times New Roman" panose="02020603050405020304" pitchFamily="18" charset="0"/>
                <a:cs typeface="Times New Roman" panose="02020603050405020304" pitchFamily="18" charset="0"/>
              </a:rPr>
              <a:t>mg.vexnum;i</a:t>
            </a:r>
            <a:r>
              <a:rPr lang="en-US" altLang="zh-CN" sz="1600" dirty="0">
                <a:solidFill>
                  <a:srgbClr val="0070C0"/>
                </a:solidFill>
                <a:latin typeface="Times New Roman" panose="02020603050405020304" pitchFamily="18" charset="0"/>
                <a:cs typeface="Times New Roman" panose="02020603050405020304" pitchFamily="18" charset="0"/>
              </a:rPr>
              <a:t>++)</a:t>
            </a:r>
            <a:endParaRPr lang="zh-CN" altLang="zh-CN" sz="1600" dirty="0">
              <a:solidFill>
                <a:srgbClr val="0070C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0070C0"/>
                </a:solidFill>
                <a:latin typeface="Times New Roman" panose="02020603050405020304" pitchFamily="18" charset="0"/>
                <a:cs typeface="Times New Roman" panose="02020603050405020304" pitchFamily="18" charset="0"/>
              </a:rPr>
              <a:t>     </a:t>
            </a:r>
            <a:r>
              <a:rPr lang="en-US" altLang="zh-CN" sz="1600" dirty="0" err="1">
                <a:solidFill>
                  <a:srgbClr val="0070C0"/>
                </a:solidFill>
                <a:latin typeface="Times New Roman" panose="02020603050405020304" pitchFamily="18" charset="0"/>
                <a:cs typeface="Times New Roman" panose="02020603050405020304" pitchFamily="18" charset="0"/>
              </a:rPr>
              <a:t>cin</a:t>
            </a:r>
            <a:r>
              <a:rPr lang="en-US" altLang="zh-CN" sz="1600" dirty="0">
                <a:solidFill>
                  <a:srgbClr val="0070C0"/>
                </a:solidFill>
                <a:latin typeface="Times New Roman" panose="02020603050405020304" pitchFamily="18" charset="0"/>
                <a:cs typeface="Times New Roman" panose="02020603050405020304" pitchFamily="18" charset="0"/>
              </a:rPr>
              <a:t>&gt;&gt;</a:t>
            </a:r>
            <a:r>
              <a:rPr lang="en-US" altLang="zh-CN" sz="1600" dirty="0" err="1">
                <a:solidFill>
                  <a:srgbClr val="0070C0"/>
                </a:solidFill>
                <a:latin typeface="Times New Roman" panose="02020603050405020304" pitchFamily="18" charset="0"/>
                <a:cs typeface="Times New Roman" panose="02020603050405020304" pitchFamily="18" charset="0"/>
              </a:rPr>
              <a:t>mg.vexs</a:t>
            </a:r>
            <a:r>
              <a:rPr lang="en-US" altLang="zh-CN" sz="1600" dirty="0">
                <a:solidFill>
                  <a:srgbClr val="0070C0"/>
                </a:solidFill>
                <a:latin typeface="Times New Roman" panose="02020603050405020304" pitchFamily="18" charset="0"/>
                <a:cs typeface="Times New Roman" panose="02020603050405020304" pitchFamily="18" charset="0"/>
              </a:rPr>
              <a:t>[</a:t>
            </a:r>
            <a:r>
              <a:rPr lang="en-US" altLang="zh-CN" sz="1600" dirty="0" err="1">
                <a:solidFill>
                  <a:srgbClr val="0070C0"/>
                </a:solidFill>
                <a:latin typeface="Times New Roman" panose="02020603050405020304" pitchFamily="18" charset="0"/>
                <a:cs typeface="Times New Roman" panose="02020603050405020304" pitchFamily="18" charset="0"/>
              </a:rPr>
              <a:t>i</a:t>
            </a:r>
            <a:r>
              <a:rPr lang="en-US" altLang="zh-CN" sz="1600" dirty="0">
                <a:solidFill>
                  <a:srgbClr val="0070C0"/>
                </a:solidFill>
                <a:latin typeface="Times New Roman" panose="02020603050405020304" pitchFamily="18" charset="0"/>
                <a:cs typeface="Times New Roman" panose="02020603050405020304" pitchFamily="18" charset="0"/>
              </a:rPr>
              <a:t>];                     </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构造顶点信息</a:t>
            </a:r>
          </a:p>
          <a:p>
            <a:pPr marL="0" indent="0">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a:solidFill>
                  <a:srgbClr val="C00000"/>
                </a:solidFill>
                <a:latin typeface="Times New Roman" panose="02020603050405020304" pitchFamily="18" charset="0"/>
                <a:cs typeface="Times New Roman" panose="02020603050405020304" pitchFamily="18" charset="0"/>
              </a:rPr>
              <a:t>for(</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=0;i&lt;</a:t>
            </a:r>
            <a:r>
              <a:rPr lang="en-US" altLang="zh-CN" sz="1600" dirty="0" err="1">
                <a:solidFill>
                  <a:srgbClr val="C00000"/>
                </a:solidFill>
                <a:latin typeface="Times New Roman" panose="02020603050405020304" pitchFamily="18" charset="0"/>
                <a:cs typeface="Times New Roman" panose="02020603050405020304" pitchFamily="18" charset="0"/>
              </a:rPr>
              <a:t>mg.vexnum;i</a:t>
            </a:r>
            <a:r>
              <a:rPr lang="en-US" altLang="zh-CN" sz="1600" dirty="0">
                <a:solidFill>
                  <a:srgbClr val="C00000"/>
                </a:solidFill>
                <a:latin typeface="Times New Roman" panose="02020603050405020304" pitchFamily="18" charset="0"/>
                <a:cs typeface="Times New Roman" panose="02020603050405020304" pitchFamily="18" charset="0"/>
              </a:rPr>
              <a:t>++)</a:t>
            </a:r>
            <a:endParaRPr lang="zh-CN" altLang="zh-CN" sz="1600" dirty="0">
              <a:solidFill>
                <a:srgbClr val="C0000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for(j=0;j&lt;</a:t>
            </a:r>
            <a:r>
              <a:rPr lang="en-US" altLang="zh-CN" sz="1600" dirty="0" err="1">
                <a:solidFill>
                  <a:srgbClr val="C00000"/>
                </a:solidFill>
                <a:latin typeface="Times New Roman" panose="02020603050405020304" pitchFamily="18" charset="0"/>
                <a:cs typeface="Times New Roman" panose="02020603050405020304" pitchFamily="18" charset="0"/>
              </a:rPr>
              <a:t>mg.vexnum;j</a:t>
            </a:r>
            <a:r>
              <a:rPr lang="en-US" altLang="zh-CN" sz="1600" dirty="0">
                <a:solidFill>
                  <a:srgbClr val="C00000"/>
                </a:solidFill>
                <a:latin typeface="Times New Roman" panose="02020603050405020304" pitchFamily="18" charset="0"/>
                <a:cs typeface="Times New Roman" panose="02020603050405020304" pitchFamily="18" charset="0"/>
              </a:rPr>
              <a:t>++){</a:t>
            </a:r>
            <a:endParaRPr lang="zh-CN" altLang="zh-CN" sz="1600" dirty="0">
              <a:solidFill>
                <a:srgbClr val="C0000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a:t>
            </a:r>
            <a:r>
              <a:rPr lang="en-US" altLang="zh-CN" sz="1600" dirty="0" err="1">
                <a:solidFill>
                  <a:srgbClr val="C00000"/>
                </a:solidFill>
                <a:latin typeface="Times New Roman" panose="02020603050405020304" pitchFamily="18" charset="0"/>
                <a:cs typeface="Times New Roman" panose="02020603050405020304" pitchFamily="18" charset="0"/>
              </a:rPr>
              <a:t>mg.arcs</a:t>
            </a:r>
            <a:r>
              <a:rPr lang="en-US"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a:t>
            </a:r>
            <a:r>
              <a:rPr lang="en-US" altLang="zh-CN" sz="1600" dirty="0" err="1">
                <a:solidFill>
                  <a:srgbClr val="C00000"/>
                </a:solidFill>
                <a:latin typeface="Times New Roman" panose="02020603050405020304" pitchFamily="18" charset="0"/>
                <a:cs typeface="Times New Roman" panose="02020603050405020304" pitchFamily="18" charset="0"/>
              </a:rPr>
              <a:t>adj</a:t>
            </a:r>
            <a:r>
              <a:rPr lang="en-US" altLang="zh-CN" sz="1600" dirty="0">
                <a:solidFill>
                  <a:srgbClr val="C00000"/>
                </a:solidFill>
                <a:latin typeface="Times New Roman" panose="02020603050405020304" pitchFamily="18" charset="0"/>
                <a:cs typeface="Times New Roman" panose="02020603050405020304" pitchFamily="18" charset="0"/>
              </a:rPr>
              <a:t>= 0;    //</a:t>
            </a:r>
            <a:r>
              <a:rPr lang="zh-CN" altLang="zh-CN" sz="1600" dirty="0">
                <a:solidFill>
                  <a:srgbClr val="C00000"/>
                </a:solidFill>
                <a:latin typeface="Times New Roman" panose="02020603050405020304" pitchFamily="18" charset="0"/>
                <a:cs typeface="Times New Roman" panose="02020603050405020304" pitchFamily="18" charset="0"/>
              </a:rPr>
              <a:t>用</a:t>
            </a:r>
            <a:r>
              <a:rPr lang="en-US" altLang="zh-CN" sz="1600" dirty="0">
                <a:solidFill>
                  <a:srgbClr val="C00000"/>
                </a:solidFill>
                <a:latin typeface="Times New Roman" panose="02020603050405020304" pitchFamily="18" charset="0"/>
                <a:cs typeface="Times New Roman" panose="02020603050405020304" pitchFamily="18" charset="0"/>
              </a:rPr>
              <a:t>0</a:t>
            </a:r>
            <a:r>
              <a:rPr lang="zh-CN" altLang="en-US" sz="1600" dirty="0">
                <a:solidFill>
                  <a:srgbClr val="C00000"/>
                </a:solidFill>
                <a:latin typeface="Times New Roman" panose="02020603050405020304" pitchFamily="18" charset="0"/>
                <a:cs typeface="Times New Roman" panose="02020603050405020304" pitchFamily="18" charset="0"/>
              </a:rPr>
              <a:t>初始</a:t>
            </a:r>
            <a:r>
              <a:rPr lang="zh-CN" altLang="zh-CN" sz="1600" dirty="0">
                <a:solidFill>
                  <a:srgbClr val="C00000"/>
                </a:solidFill>
                <a:latin typeface="Times New Roman" panose="02020603050405020304" pitchFamily="18" charset="0"/>
                <a:cs typeface="Times New Roman" panose="02020603050405020304" pitchFamily="18" charset="0"/>
              </a:rPr>
              <a:t>化邻接矩阵</a:t>
            </a:r>
          </a:p>
          <a:p>
            <a:pPr marL="0" indent="0">
              <a:lnSpc>
                <a:spcPts val="24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a:t>
            </a:r>
            <a:r>
              <a:rPr lang="en-US" altLang="zh-CN" sz="1600" dirty="0" err="1">
                <a:solidFill>
                  <a:srgbClr val="C00000"/>
                </a:solidFill>
                <a:latin typeface="Times New Roman" panose="02020603050405020304" pitchFamily="18" charset="0"/>
                <a:cs typeface="Times New Roman" panose="02020603050405020304" pitchFamily="18" charset="0"/>
              </a:rPr>
              <a:t>mg.arcs</a:t>
            </a:r>
            <a:r>
              <a:rPr lang="en-US"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][j].info= NULL;//</a:t>
            </a:r>
            <a:r>
              <a:rPr lang="zh-CN" altLang="zh-CN" sz="1600" dirty="0">
                <a:solidFill>
                  <a:srgbClr val="C00000"/>
                </a:solidFill>
                <a:latin typeface="Times New Roman" panose="02020603050405020304" pitchFamily="18" charset="0"/>
                <a:cs typeface="Times New Roman" panose="02020603050405020304" pitchFamily="18" charset="0"/>
              </a:rPr>
              <a:t>用</a:t>
            </a:r>
            <a:r>
              <a:rPr lang="en-US" altLang="zh-CN" sz="1600" dirty="0">
                <a:solidFill>
                  <a:srgbClr val="C00000"/>
                </a:solidFill>
                <a:latin typeface="Times New Roman" panose="02020603050405020304" pitchFamily="18" charset="0"/>
                <a:cs typeface="Times New Roman" panose="02020603050405020304" pitchFamily="18" charset="0"/>
              </a:rPr>
              <a:t>NULL</a:t>
            </a:r>
            <a:r>
              <a:rPr lang="zh-CN" altLang="zh-CN" sz="1600" dirty="0">
                <a:solidFill>
                  <a:srgbClr val="C00000"/>
                </a:solidFill>
                <a:latin typeface="Times New Roman" panose="02020603050405020304" pitchFamily="18" charset="0"/>
                <a:cs typeface="Times New Roman" panose="02020603050405020304" pitchFamily="18" charset="0"/>
              </a:rPr>
              <a:t>初始化该弧相关信息</a:t>
            </a:r>
          </a:p>
          <a:p>
            <a:pPr marL="0" indent="0">
              <a:lnSpc>
                <a:spcPts val="24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a:t>
            </a:r>
            <a:endParaRPr lang="zh-CN" altLang="zh-CN" sz="1600" dirty="0">
              <a:solidFill>
                <a:srgbClr val="C00000"/>
              </a:solidFill>
              <a:latin typeface="Times New Roman" panose="02020603050405020304" pitchFamily="18" charset="0"/>
              <a:cs typeface="Times New Roman" panose="02020603050405020304" pitchFamily="18" charset="0"/>
            </a:endParaRPr>
          </a:p>
        </p:txBody>
      </p:sp>
      <p:sp>
        <p:nvSpPr>
          <p:cNvPr id="4" name="文本框 3"/>
          <p:cNvSpPr txBox="1"/>
          <p:nvPr/>
        </p:nvSpPr>
        <p:spPr>
          <a:xfrm>
            <a:off x="3923928" y="1203598"/>
            <a:ext cx="4752528" cy="2833468"/>
          </a:xfrm>
          <a:prstGeom prst="rect">
            <a:avLst/>
          </a:prstGeom>
          <a:solidFill>
            <a:schemeClr val="accent2"/>
          </a:solidFill>
        </p:spPr>
        <p:txBody>
          <a:bodyPr wrap="square" rtlCol="0">
            <a:spAutoFit/>
          </a:bodyPr>
          <a:lstStyle/>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mg.arcnum;i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构造邻接矩阵</a:t>
            </a: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&gt;&gt;u&gt;&gt;v;</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(u);</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if(flag)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[h][t].info;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若弧有相关信息</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[h][t].adj=1;       //1</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表示顶点相邻</a:t>
            </a: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[t][h].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=1;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如果是无向图增加该赋值</a:t>
            </a: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5" name="文本框 4"/>
          <p:cNvSpPr txBox="1"/>
          <p:nvPr/>
        </p:nvSpPr>
        <p:spPr>
          <a:xfrm>
            <a:off x="611380" y="115457"/>
            <a:ext cx="25204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创建有向图或无向图</a:t>
            </a:r>
          </a:p>
        </p:txBody>
      </p:sp>
    </p:spTree>
    <p:extLst>
      <p:ext uri="{BB962C8B-B14F-4D97-AF65-F5344CB8AC3E}">
        <p14:creationId xmlns:p14="http://schemas.microsoft.com/office/powerpoint/2010/main" val="3496192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 calcmode="lin" valueType="num">
                                      <p:cBhvr additive="base">
                                        <p:cTn id="11"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 calcmode="lin" valueType="num">
                                      <p:cBhvr additive="base">
                                        <p:cTn id="1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2" end="2"/>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 calcmode="lin" valueType="num">
                                      <p:cBhvr additive="base">
                                        <p:cTn id="2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3" end="3"/>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3">
                                            <p:txEl>
                                              <p:pRg st="4" end="4"/>
                                            </p:txEl>
                                          </p:spTgt>
                                        </p:tgtEl>
                                        <p:attrNameLst>
                                          <p:attrName>style.visibility</p:attrName>
                                        </p:attrNameLst>
                                      </p:cBhvr>
                                      <p:to>
                                        <p:strVal val="visible"/>
                                      </p:to>
                                    </p:set>
                                    <p:anim calcmode="lin" valueType="num">
                                      <p:cBhvr additive="base">
                                        <p:cTn id="25"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5" end="5"/>
                                            </p:txEl>
                                          </p:spTgt>
                                        </p:tgtEl>
                                        <p:attrNameLst>
                                          <p:attrName>style.visibility</p:attrName>
                                        </p:attrNameLst>
                                      </p:cBhvr>
                                      <p:to>
                                        <p:strVal val="visible"/>
                                      </p:to>
                                    </p:set>
                                    <p:anim calcmode="lin" valueType="num">
                                      <p:cBhvr additive="base">
                                        <p:cTn id="31"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 calcmode="lin" valueType="num">
                                      <p:cBhvr additive="base">
                                        <p:cTn id="37"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6" end="6"/>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
                                            <p:txEl>
                                              <p:pRg st="7" end="7"/>
                                            </p:txEl>
                                          </p:spTgt>
                                        </p:tgtEl>
                                        <p:attrNameLst>
                                          <p:attrName>style.visibility</p:attrName>
                                        </p:attrNameLst>
                                      </p:cBhvr>
                                      <p:to>
                                        <p:strVal val="visible"/>
                                      </p:to>
                                    </p:set>
                                    <p:anim calcmode="lin" valueType="num">
                                      <p:cBhvr additive="base">
                                        <p:cTn id="41"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3">
                                            <p:txEl>
                                              <p:pRg st="8" end="8"/>
                                            </p:txEl>
                                          </p:spTgt>
                                        </p:tgtEl>
                                        <p:attrNameLst>
                                          <p:attrName>style.visibility</p:attrName>
                                        </p:attrNameLst>
                                      </p:cBhvr>
                                      <p:to>
                                        <p:strVal val="visible"/>
                                      </p:to>
                                    </p:set>
                                    <p:anim calcmode="lin" valueType="num">
                                      <p:cBhvr additive="base">
                                        <p:cTn id="47"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3">
                                            <p:txEl>
                                              <p:pRg st="8" end="8"/>
                                            </p:txEl>
                                          </p:spTgt>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3">
                                            <p:txEl>
                                              <p:pRg st="9" end="9"/>
                                            </p:txEl>
                                          </p:spTgt>
                                        </p:tgtEl>
                                        <p:attrNameLst>
                                          <p:attrName>style.visibility</p:attrName>
                                        </p:attrNameLst>
                                      </p:cBhvr>
                                      <p:to>
                                        <p:strVal val="visible"/>
                                      </p:to>
                                    </p:set>
                                    <p:anim calcmode="lin" valueType="num">
                                      <p:cBhvr additive="base">
                                        <p:cTn id="5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3">
                                            <p:txEl>
                                              <p:pRg st="9" end="9"/>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
                                            <p:txEl>
                                              <p:pRg st="10" end="10"/>
                                            </p:txEl>
                                          </p:spTgt>
                                        </p:tgtEl>
                                        <p:attrNameLst>
                                          <p:attrName>style.visibility</p:attrName>
                                        </p:attrNameLst>
                                      </p:cBhvr>
                                      <p:to>
                                        <p:strVal val="visible"/>
                                      </p:to>
                                    </p:set>
                                    <p:anim calcmode="lin" valueType="num">
                                      <p:cBhvr additive="base">
                                        <p:cTn id="55"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10" end="10"/>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
                                            <p:txEl>
                                              <p:pRg st="11" end="11"/>
                                            </p:txEl>
                                          </p:spTgt>
                                        </p:tgtEl>
                                        <p:attrNameLst>
                                          <p:attrName>style.visibility</p:attrName>
                                        </p:attrNameLst>
                                      </p:cBhvr>
                                      <p:to>
                                        <p:strVal val="visible"/>
                                      </p:to>
                                    </p:set>
                                    <p:anim calcmode="lin" valueType="num">
                                      <p:cBhvr additive="base">
                                        <p:cTn id="59"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
                                            <p:txEl>
                                              <p:pRg st="11" end="11"/>
                                            </p:txEl>
                                          </p:spTgt>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3">
                                            <p:txEl>
                                              <p:pRg st="12" end="12"/>
                                            </p:txEl>
                                          </p:spTgt>
                                        </p:tgtEl>
                                        <p:attrNameLst>
                                          <p:attrName>style.visibility</p:attrName>
                                        </p:attrNameLst>
                                      </p:cBhvr>
                                      <p:to>
                                        <p:strVal val="visible"/>
                                      </p:to>
                                    </p:set>
                                    <p:anim calcmode="lin" valueType="num">
                                      <p:cBhvr additive="base">
                                        <p:cTn id="63"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4"/>
                                        </p:tgtEl>
                                        <p:attrNameLst>
                                          <p:attrName>style.visibility</p:attrName>
                                        </p:attrNameLst>
                                      </p:cBhvr>
                                      <p:to>
                                        <p:strVal val="visible"/>
                                      </p:to>
                                    </p:set>
                                    <p:anim calcmode="lin" valueType="num">
                                      <p:cBhvr additive="base">
                                        <p:cTn id="69" dur="500" fill="hold"/>
                                        <p:tgtEl>
                                          <p:spTgt spid="4"/>
                                        </p:tgtEl>
                                        <p:attrNameLst>
                                          <p:attrName>ppt_x</p:attrName>
                                        </p:attrNameLst>
                                      </p:cBhvr>
                                      <p:tavLst>
                                        <p:tav tm="0">
                                          <p:val>
                                            <p:strVal val="#ppt_x"/>
                                          </p:val>
                                        </p:tav>
                                        <p:tav tm="100000">
                                          <p:val>
                                            <p:strVal val="#ppt_x"/>
                                          </p:val>
                                        </p:tav>
                                      </p:tavLst>
                                    </p:anim>
                                    <p:anim calcmode="lin" valueType="num">
                                      <p:cBhvr additive="base">
                                        <p:cTn id="7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
                                            <p:txEl>
                                              <p:pRg st="0" end="0"/>
                                            </p:txEl>
                                          </p:spTgt>
                                        </p:tgtEl>
                                        <p:attrNameLst>
                                          <p:attrName>style.visibility</p:attrName>
                                        </p:attrNameLst>
                                      </p:cBhvr>
                                      <p:to>
                                        <p:strVal val="visible"/>
                                      </p:to>
                                    </p:set>
                                    <p:anim calcmode="lin" valueType="num">
                                      <p:cBhvr additive="base">
                                        <p:cTn id="75"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4">
                                            <p:txEl>
                                              <p:pRg st="1" end="1"/>
                                            </p:txEl>
                                          </p:spTgt>
                                        </p:tgtEl>
                                        <p:attrNameLst>
                                          <p:attrName>style.visibility</p:attrName>
                                        </p:attrNameLst>
                                      </p:cBhvr>
                                      <p:to>
                                        <p:strVal val="visible"/>
                                      </p:to>
                                    </p:set>
                                    <p:anim calcmode="lin" valueType="num">
                                      <p:cBhvr additive="base">
                                        <p:cTn id="81"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42" presetClass="entr" presetSubtype="0" fill="hold" nodeType="clickEffect">
                                  <p:stCondLst>
                                    <p:cond delay="0"/>
                                  </p:stCondLst>
                                  <p:childTnLst>
                                    <p:set>
                                      <p:cBhvr>
                                        <p:cTn id="86" dur="1" fill="hold">
                                          <p:stCondLst>
                                            <p:cond delay="0"/>
                                          </p:stCondLst>
                                        </p:cTn>
                                        <p:tgtEl>
                                          <p:spTgt spid="4">
                                            <p:txEl>
                                              <p:pRg st="2" end="2"/>
                                            </p:txEl>
                                          </p:spTgt>
                                        </p:tgtEl>
                                        <p:attrNameLst>
                                          <p:attrName>style.visibility</p:attrName>
                                        </p:attrNameLst>
                                      </p:cBhvr>
                                      <p:to>
                                        <p:strVal val="visible"/>
                                      </p:to>
                                    </p:set>
                                    <p:animEffect transition="in" filter="fade">
                                      <p:cBhvr>
                                        <p:cTn id="87" dur="1000"/>
                                        <p:tgtEl>
                                          <p:spTgt spid="4">
                                            <p:txEl>
                                              <p:pRg st="2" end="2"/>
                                            </p:txEl>
                                          </p:spTgt>
                                        </p:tgtEl>
                                      </p:cBhvr>
                                    </p:animEffect>
                                    <p:anim calcmode="lin" valueType="num">
                                      <p:cBhvr>
                                        <p:cTn id="88"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89"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90" fill="hold">
                      <p:stCondLst>
                        <p:cond delay="indefinite"/>
                      </p:stCondLst>
                      <p:childTnLst>
                        <p:par>
                          <p:cTn id="91" fill="hold">
                            <p:stCondLst>
                              <p:cond delay="0"/>
                            </p:stCondLst>
                            <p:childTnLst>
                              <p:par>
                                <p:cTn id="92" presetID="42" presetClass="entr" presetSubtype="0" fill="hold" nodeType="clickEffect">
                                  <p:stCondLst>
                                    <p:cond delay="0"/>
                                  </p:stCondLst>
                                  <p:childTnLst>
                                    <p:set>
                                      <p:cBhvr>
                                        <p:cTn id="93" dur="1" fill="hold">
                                          <p:stCondLst>
                                            <p:cond delay="0"/>
                                          </p:stCondLst>
                                        </p:cTn>
                                        <p:tgtEl>
                                          <p:spTgt spid="4">
                                            <p:txEl>
                                              <p:pRg st="3" end="3"/>
                                            </p:txEl>
                                          </p:spTgt>
                                        </p:tgtEl>
                                        <p:attrNameLst>
                                          <p:attrName>style.visibility</p:attrName>
                                        </p:attrNameLst>
                                      </p:cBhvr>
                                      <p:to>
                                        <p:strVal val="visible"/>
                                      </p:to>
                                    </p:set>
                                    <p:animEffect transition="in" filter="fade">
                                      <p:cBhvr>
                                        <p:cTn id="94" dur="1000"/>
                                        <p:tgtEl>
                                          <p:spTgt spid="4">
                                            <p:txEl>
                                              <p:pRg st="3" end="3"/>
                                            </p:txEl>
                                          </p:spTgt>
                                        </p:tgtEl>
                                      </p:cBhvr>
                                    </p:animEffect>
                                    <p:anim calcmode="lin" valueType="num">
                                      <p:cBhvr>
                                        <p:cTn id="95"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96"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42" presetClass="entr" presetSubtype="0" fill="hold" nodeType="clickEffect">
                                  <p:stCondLst>
                                    <p:cond delay="0"/>
                                  </p:stCondLst>
                                  <p:childTnLst>
                                    <p:set>
                                      <p:cBhvr>
                                        <p:cTn id="100" dur="1" fill="hold">
                                          <p:stCondLst>
                                            <p:cond delay="0"/>
                                          </p:stCondLst>
                                        </p:cTn>
                                        <p:tgtEl>
                                          <p:spTgt spid="4">
                                            <p:txEl>
                                              <p:pRg st="4" end="4"/>
                                            </p:txEl>
                                          </p:spTgt>
                                        </p:tgtEl>
                                        <p:attrNameLst>
                                          <p:attrName>style.visibility</p:attrName>
                                        </p:attrNameLst>
                                      </p:cBhvr>
                                      <p:to>
                                        <p:strVal val="visible"/>
                                      </p:to>
                                    </p:set>
                                    <p:animEffect transition="in" filter="fade">
                                      <p:cBhvr>
                                        <p:cTn id="101" dur="1000"/>
                                        <p:tgtEl>
                                          <p:spTgt spid="4">
                                            <p:txEl>
                                              <p:pRg st="4" end="4"/>
                                            </p:txEl>
                                          </p:spTgt>
                                        </p:tgtEl>
                                      </p:cBhvr>
                                    </p:animEffect>
                                    <p:anim calcmode="lin" valueType="num">
                                      <p:cBhvr>
                                        <p:cTn id="102"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103"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104" fill="hold">
                      <p:stCondLst>
                        <p:cond delay="indefinite"/>
                      </p:stCondLst>
                      <p:childTnLst>
                        <p:par>
                          <p:cTn id="105" fill="hold">
                            <p:stCondLst>
                              <p:cond delay="0"/>
                            </p:stCondLst>
                            <p:childTnLst>
                              <p:par>
                                <p:cTn id="106" presetID="42" presetClass="entr" presetSubtype="0" fill="hold" nodeType="clickEffect">
                                  <p:stCondLst>
                                    <p:cond delay="0"/>
                                  </p:stCondLst>
                                  <p:childTnLst>
                                    <p:set>
                                      <p:cBhvr>
                                        <p:cTn id="107" dur="1" fill="hold">
                                          <p:stCondLst>
                                            <p:cond delay="0"/>
                                          </p:stCondLst>
                                        </p:cTn>
                                        <p:tgtEl>
                                          <p:spTgt spid="4">
                                            <p:txEl>
                                              <p:pRg st="5" end="5"/>
                                            </p:txEl>
                                          </p:spTgt>
                                        </p:tgtEl>
                                        <p:attrNameLst>
                                          <p:attrName>style.visibility</p:attrName>
                                        </p:attrNameLst>
                                      </p:cBhvr>
                                      <p:to>
                                        <p:strVal val="visible"/>
                                      </p:to>
                                    </p:set>
                                    <p:animEffect transition="in" filter="fade">
                                      <p:cBhvr>
                                        <p:cTn id="108" dur="1000"/>
                                        <p:tgtEl>
                                          <p:spTgt spid="4">
                                            <p:txEl>
                                              <p:pRg st="5" end="5"/>
                                            </p:txEl>
                                          </p:spTgt>
                                        </p:tgtEl>
                                      </p:cBhvr>
                                    </p:animEffect>
                                    <p:anim calcmode="lin" valueType="num">
                                      <p:cBhvr>
                                        <p:cTn id="109"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110"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42" presetClass="entr" presetSubtype="0" fill="hold" nodeType="clickEffect">
                                  <p:stCondLst>
                                    <p:cond delay="0"/>
                                  </p:stCondLst>
                                  <p:childTnLst>
                                    <p:set>
                                      <p:cBhvr>
                                        <p:cTn id="114" dur="1" fill="hold">
                                          <p:stCondLst>
                                            <p:cond delay="0"/>
                                          </p:stCondLst>
                                        </p:cTn>
                                        <p:tgtEl>
                                          <p:spTgt spid="4">
                                            <p:txEl>
                                              <p:pRg st="6" end="6"/>
                                            </p:txEl>
                                          </p:spTgt>
                                        </p:tgtEl>
                                        <p:attrNameLst>
                                          <p:attrName>style.visibility</p:attrName>
                                        </p:attrNameLst>
                                      </p:cBhvr>
                                      <p:to>
                                        <p:strVal val="visible"/>
                                      </p:to>
                                    </p:set>
                                    <p:animEffect transition="in" filter="fade">
                                      <p:cBhvr>
                                        <p:cTn id="115" dur="1000"/>
                                        <p:tgtEl>
                                          <p:spTgt spid="4">
                                            <p:txEl>
                                              <p:pRg st="6" end="6"/>
                                            </p:txEl>
                                          </p:spTgt>
                                        </p:tgtEl>
                                      </p:cBhvr>
                                    </p:animEffect>
                                    <p:anim calcmode="lin" valueType="num">
                                      <p:cBhvr>
                                        <p:cTn id="116"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117" dur="1000" fill="hold"/>
                                        <p:tgtEl>
                                          <p:spTgt spid="4">
                                            <p:txEl>
                                              <p:pRg st="6" end="6"/>
                                            </p:txEl>
                                          </p:spTgt>
                                        </p:tgtEl>
                                        <p:attrNameLst>
                                          <p:attrName>ppt_y</p:attrName>
                                        </p:attrNameLst>
                                      </p:cBhvr>
                                      <p:tavLst>
                                        <p:tav tm="0">
                                          <p:val>
                                            <p:strVal val="#ppt_y+.1"/>
                                          </p:val>
                                        </p:tav>
                                        <p:tav tm="100000">
                                          <p:val>
                                            <p:strVal val="#ppt_y"/>
                                          </p:val>
                                        </p:tav>
                                      </p:tavLst>
                                    </p:anim>
                                  </p:childTnLst>
                                </p:cTn>
                              </p:par>
                              <p:par>
                                <p:cTn id="118" presetID="42" presetClass="entr" presetSubtype="0" fill="hold" nodeType="withEffect">
                                  <p:stCondLst>
                                    <p:cond delay="0"/>
                                  </p:stCondLst>
                                  <p:childTnLst>
                                    <p:set>
                                      <p:cBhvr>
                                        <p:cTn id="119" dur="1" fill="hold">
                                          <p:stCondLst>
                                            <p:cond delay="0"/>
                                          </p:stCondLst>
                                        </p:cTn>
                                        <p:tgtEl>
                                          <p:spTgt spid="4">
                                            <p:txEl>
                                              <p:pRg st="7" end="7"/>
                                            </p:txEl>
                                          </p:spTgt>
                                        </p:tgtEl>
                                        <p:attrNameLst>
                                          <p:attrName>style.visibility</p:attrName>
                                        </p:attrNameLst>
                                      </p:cBhvr>
                                      <p:to>
                                        <p:strVal val="visible"/>
                                      </p:to>
                                    </p:set>
                                    <p:animEffect transition="in" filter="fade">
                                      <p:cBhvr>
                                        <p:cTn id="120" dur="1000"/>
                                        <p:tgtEl>
                                          <p:spTgt spid="4">
                                            <p:txEl>
                                              <p:pRg st="7" end="7"/>
                                            </p:txEl>
                                          </p:spTgt>
                                        </p:tgtEl>
                                      </p:cBhvr>
                                    </p:animEffect>
                                    <p:anim calcmode="lin" valueType="num">
                                      <p:cBhvr>
                                        <p:cTn id="121" dur="10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122" dur="1000" fill="hold"/>
                                        <p:tgtEl>
                                          <p:spTgt spid="4">
                                            <p:txEl>
                                              <p:pRg st="7" end="7"/>
                                            </p:txEl>
                                          </p:spTgt>
                                        </p:tgtEl>
                                        <p:attrNameLst>
                                          <p:attrName>ppt_y</p:attrName>
                                        </p:attrNameLst>
                                      </p:cBhvr>
                                      <p:tavLst>
                                        <p:tav tm="0">
                                          <p:val>
                                            <p:strVal val="#ppt_y+.1"/>
                                          </p:val>
                                        </p:tav>
                                        <p:tav tm="100000">
                                          <p:val>
                                            <p:strVal val="#ppt_y"/>
                                          </p:val>
                                        </p:tav>
                                      </p:tavLst>
                                    </p:anim>
                                  </p:childTnLst>
                                </p:cTn>
                              </p:par>
                              <p:par>
                                <p:cTn id="123" presetID="42" presetClass="entr" presetSubtype="0" fill="hold" nodeType="withEffect">
                                  <p:stCondLst>
                                    <p:cond delay="0"/>
                                  </p:stCondLst>
                                  <p:childTnLst>
                                    <p:set>
                                      <p:cBhvr>
                                        <p:cTn id="124" dur="1" fill="hold">
                                          <p:stCondLst>
                                            <p:cond delay="0"/>
                                          </p:stCondLst>
                                        </p:cTn>
                                        <p:tgtEl>
                                          <p:spTgt spid="4">
                                            <p:txEl>
                                              <p:pRg st="8" end="8"/>
                                            </p:txEl>
                                          </p:spTgt>
                                        </p:tgtEl>
                                        <p:attrNameLst>
                                          <p:attrName>style.visibility</p:attrName>
                                        </p:attrNameLst>
                                      </p:cBhvr>
                                      <p:to>
                                        <p:strVal val="visible"/>
                                      </p:to>
                                    </p:set>
                                    <p:animEffect transition="in" filter="fade">
                                      <p:cBhvr>
                                        <p:cTn id="125" dur="1000"/>
                                        <p:tgtEl>
                                          <p:spTgt spid="4">
                                            <p:txEl>
                                              <p:pRg st="8" end="8"/>
                                            </p:txEl>
                                          </p:spTgt>
                                        </p:tgtEl>
                                      </p:cBhvr>
                                    </p:animEffect>
                                    <p:anim calcmode="lin" valueType="num">
                                      <p:cBhvr>
                                        <p:cTn id="126" dur="1000" fill="hold"/>
                                        <p:tgtEl>
                                          <p:spTgt spid="4">
                                            <p:txEl>
                                              <p:pRg st="8" end="8"/>
                                            </p:txEl>
                                          </p:spTgt>
                                        </p:tgtEl>
                                        <p:attrNameLst>
                                          <p:attrName>ppt_x</p:attrName>
                                        </p:attrNameLst>
                                      </p:cBhvr>
                                      <p:tavLst>
                                        <p:tav tm="0">
                                          <p:val>
                                            <p:strVal val="#ppt_x"/>
                                          </p:val>
                                        </p:tav>
                                        <p:tav tm="100000">
                                          <p:val>
                                            <p:strVal val="#ppt_x"/>
                                          </p:val>
                                        </p:tav>
                                      </p:tavLst>
                                    </p:anim>
                                    <p:anim calcmode="lin" valueType="num">
                                      <p:cBhvr>
                                        <p:cTn id="127" dur="1000" fill="hold"/>
                                        <p:tgtEl>
                                          <p:spTgt spid="4">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35496" y="987574"/>
            <a:ext cx="7137400" cy="3507876"/>
          </a:xfrm>
        </p:spPr>
        <p:txBody>
          <a:bodyPr/>
          <a:lstStyle/>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void Graph::</a:t>
            </a:r>
            <a:r>
              <a:rPr lang="en-US" altLang="zh-CN" sz="1600" dirty="0" err="1">
                <a:latin typeface="Times New Roman" panose="02020603050405020304" pitchFamily="18" charset="0"/>
                <a:cs typeface="Times New Roman" panose="02020603050405020304" pitchFamily="18" charset="0"/>
              </a:rPr>
              <a:t>CreateDN</a:t>
            </a:r>
            <a:r>
              <a:rPr lang="en-US" altLang="zh-CN" sz="1600" dirty="0">
                <a:latin typeface="Times New Roman" panose="02020603050405020304" pitchFamily="18" charset="0"/>
                <a:cs typeface="Times New Roman" panose="02020603050405020304" pitchFamily="18" charset="0"/>
              </a:rPr>
              <a:t>(){ </a:t>
            </a: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构造有向网，如果是无向网</a:t>
            </a:r>
            <a:r>
              <a:rPr lang="en-US" altLang="zh-CN" sz="1600" dirty="0" err="1">
                <a:latin typeface="Times New Roman" panose="02020603050405020304" pitchFamily="18" charset="0"/>
                <a:cs typeface="Times New Roman" panose="02020603050405020304" pitchFamily="18" charset="0"/>
              </a:rPr>
              <a:t>CreateDN</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改为</a:t>
            </a:r>
            <a:r>
              <a:rPr lang="en-US" altLang="zh-CN" sz="1600" dirty="0" err="1">
                <a:latin typeface="Times New Roman" panose="02020603050405020304" pitchFamily="18" charset="0"/>
                <a:cs typeface="Times New Roman" panose="02020603050405020304" pitchFamily="18" charset="0"/>
              </a:rPr>
              <a:t>CreateUDN</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i,j,h,t</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u,v</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flag;       //0</a:t>
            </a:r>
            <a:r>
              <a:rPr lang="zh-CN" altLang="zh-CN" sz="1600" dirty="0">
                <a:latin typeface="Times New Roman" panose="02020603050405020304" pitchFamily="18" charset="0"/>
                <a:cs typeface="Times New Roman" panose="02020603050405020304" pitchFamily="18" charset="0"/>
              </a:rPr>
              <a:t>表示没有弧信息，</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表示有弧信息</a:t>
            </a: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cin</a:t>
            </a:r>
            <a:r>
              <a:rPr lang="en-US" altLang="zh-CN" sz="1600" dirty="0">
                <a:latin typeface="Times New Roman" panose="02020603050405020304" pitchFamily="18" charset="0"/>
                <a:cs typeface="Times New Roman" panose="02020603050405020304" pitchFamily="18" charset="0"/>
              </a:rPr>
              <a:t>&gt;&gt;</a:t>
            </a:r>
            <a:r>
              <a:rPr lang="en-US" altLang="zh-CN" sz="1600" dirty="0" err="1">
                <a:latin typeface="Times New Roman" panose="02020603050405020304" pitchFamily="18" charset="0"/>
                <a:cs typeface="Times New Roman" panose="02020603050405020304" pitchFamily="18" charset="0"/>
              </a:rPr>
              <a:t>mg.vexnum</a:t>
            </a:r>
            <a:r>
              <a:rPr lang="en-US" altLang="zh-CN" sz="1600" dirty="0">
                <a:latin typeface="Times New Roman" panose="02020603050405020304" pitchFamily="18" charset="0"/>
                <a:cs typeface="Times New Roman" panose="02020603050405020304" pitchFamily="18" charset="0"/>
              </a:rPr>
              <a:t>&gt;&gt;</a:t>
            </a:r>
            <a:r>
              <a:rPr lang="en-US" altLang="zh-CN" sz="1600" dirty="0" err="1">
                <a:latin typeface="Times New Roman" panose="02020603050405020304" pitchFamily="18" charset="0"/>
                <a:cs typeface="Times New Roman" panose="02020603050405020304" pitchFamily="18" charset="0"/>
              </a:rPr>
              <a:t>mg.arcnum</a:t>
            </a:r>
            <a:r>
              <a:rPr lang="en-US" altLang="zh-CN" sz="1600" dirty="0">
                <a:latin typeface="Times New Roman" panose="02020603050405020304" pitchFamily="18" charset="0"/>
                <a:cs typeface="Times New Roman" panose="02020603050405020304" pitchFamily="18" charset="0"/>
              </a:rPr>
              <a:t>&gt;&gt;flag;    </a:t>
            </a:r>
            <a:endParaRPr lang="zh-CN" altLang="zh-CN" sz="1600" dirty="0">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a:solidFill>
                  <a:srgbClr val="0070C0"/>
                </a:solidFill>
                <a:latin typeface="Times New Roman" panose="02020603050405020304" pitchFamily="18" charset="0"/>
                <a:cs typeface="Times New Roman" panose="02020603050405020304" pitchFamily="18" charset="0"/>
              </a:rPr>
              <a:t>for(</a:t>
            </a:r>
            <a:r>
              <a:rPr lang="en-US" altLang="zh-CN" sz="1600" dirty="0" err="1">
                <a:solidFill>
                  <a:srgbClr val="0070C0"/>
                </a:solidFill>
                <a:latin typeface="Times New Roman" panose="02020603050405020304" pitchFamily="18" charset="0"/>
                <a:cs typeface="Times New Roman" panose="02020603050405020304" pitchFamily="18" charset="0"/>
              </a:rPr>
              <a:t>i</a:t>
            </a:r>
            <a:r>
              <a:rPr lang="en-US" altLang="zh-CN" sz="1600" dirty="0">
                <a:solidFill>
                  <a:srgbClr val="0070C0"/>
                </a:solidFill>
                <a:latin typeface="Times New Roman" panose="02020603050405020304" pitchFamily="18" charset="0"/>
                <a:cs typeface="Times New Roman" panose="02020603050405020304" pitchFamily="18" charset="0"/>
              </a:rPr>
              <a:t>=0;i&lt;</a:t>
            </a:r>
            <a:r>
              <a:rPr lang="en-US" altLang="zh-CN" sz="1600" dirty="0" err="1">
                <a:solidFill>
                  <a:srgbClr val="0070C0"/>
                </a:solidFill>
                <a:latin typeface="Times New Roman" panose="02020603050405020304" pitchFamily="18" charset="0"/>
                <a:cs typeface="Times New Roman" panose="02020603050405020304" pitchFamily="18" charset="0"/>
              </a:rPr>
              <a:t>mg.vexnum;i</a:t>
            </a:r>
            <a:r>
              <a:rPr lang="en-US" altLang="zh-CN" sz="1600" dirty="0">
                <a:solidFill>
                  <a:srgbClr val="0070C0"/>
                </a:solidFill>
                <a:latin typeface="Times New Roman" panose="02020603050405020304" pitchFamily="18" charset="0"/>
                <a:cs typeface="Times New Roman" panose="02020603050405020304" pitchFamily="18" charset="0"/>
              </a:rPr>
              <a:t>++)</a:t>
            </a:r>
            <a:endParaRPr lang="zh-CN" altLang="zh-CN" sz="1600" dirty="0">
              <a:solidFill>
                <a:srgbClr val="0070C0"/>
              </a:solidFill>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solidFill>
                  <a:srgbClr val="0070C0"/>
                </a:solidFill>
                <a:latin typeface="Times New Roman" panose="02020603050405020304" pitchFamily="18" charset="0"/>
                <a:cs typeface="Times New Roman" panose="02020603050405020304" pitchFamily="18" charset="0"/>
              </a:rPr>
              <a:t>      </a:t>
            </a:r>
            <a:r>
              <a:rPr lang="en-US" altLang="zh-CN" sz="1600" dirty="0" err="1">
                <a:solidFill>
                  <a:srgbClr val="0070C0"/>
                </a:solidFill>
                <a:latin typeface="Times New Roman" panose="02020603050405020304" pitchFamily="18" charset="0"/>
                <a:cs typeface="Times New Roman" panose="02020603050405020304" pitchFamily="18" charset="0"/>
              </a:rPr>
              <a:t>cin</a:t>
            </a:r>
            <a:r>
              <a:rPr lang="en-US" altLang="zh-CN" sz="1600" dirty="0">
                <a:solidFill>
                  <a:srgbClr val="0070C0"/>
                </a:solidFill>
                <a:latin typeface="Times New Roman" panose="02020603050405020304" pitchFamily="18" charset="0"/>
                <a:cs typeface="Times New Roman" panose="02020603050405020304" pitchFamily="18" charset="0"/>
              </a:rPr>
              <a:t>&gt;&gt;</a:t>
            </a:r>
            <a:r>
              <a:rPr lang="en-US" altLang="zh-CN" sz="1600" dirty="0" err="1">
                <a:solidFill>
                  <a:srgbClr val="0070C0"/>
                </a:solidFill>
                <a:latin typeface="Times New Roman" panose="02020603050405020304" pitchFamily="18" charset="0"/>
                <a:cs typeface="Times New Roman" panose="02020603050405020304" pitchFamily="18" charset="0"/>
              </a:rPr>
              <a:t>mg.vexs</a:t>
            </a:r>
            <a:r>
              <a:rPr lang="en-US" altLang="zh-CN" sz="1600" dirty="0">
                <a:solidFill>
                  <a:srgbClr val="0070C0"/>
                </a:solidFill>
                <a:latin typeface="Times New Roman" panose="02020603050405020304" pitchFamily="18" charset="0"/>
                <a:cs typeface="Times New Roman" panose="02020603050405020304" pitchFamily="18" charset="0"/>
              </a:rPr>
              <a:t>[</a:t>
            </a:r>
            <a:r>
              <a:rPr lang="en-US" altLang="zh-CN" sz="1600" dirty="0" err="1">
                <a:solidFill>
                  <a:srgbClr val="0070C0"/>
                </a:solidFill>
                <a:latin typeface="Times New Roman" panose="02020603050405020304" pitchFamily="18" charset="0"/>
                <a:cs typeface="Times New Roman" panose="02020603050405020304" pitchFamily="18" charset="0"/>
              </a:rPr>
              <a:t>i</a:t>
            </a:r>
            <a:r>
              <a:rPr lang="en-US" altLang="zh-CN" sz="1600" dirty="0">
                <a:solidFill>
                  <a:srgbClr val="0070C0"/>
                </a:solidFill>
                <a:latin typeface="Times New Roman" panose="02020603050405020304" pitchFamily="18" charset="0"/>
                <a:cs typeface="Times New Roman" panose="02020603050405020304" pitchFamily="18" charset="0"/>
              </a:rPr>
              <a:t>];       //</a:t>
            </a:r>
            <a:r>
              <a:rPr lang="zh-CN" altLang="zh-CN" sz="1600" dirty="0">
                <a:solidFill>
                  <a:srgbClr val="0070C0"/>
                </a:solidFill>
                <a:latin typeface="Times New Roman" panose="02020603050405020304" pitchFamily="18" charset="0"/>
                <a:cs typeface="Times New Roman" panose="02020603050405020304" pitchFamily="18" charset="0"/>
              </a:rPr>
              <a:t>构造顶点信息</a:t>
            </a:r>
          </a:p>
          <a:p>
            <a:pPr marL="0" indent="0">
              <a:lnSpc>
                <a:spcPts val="22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a:solidFill>
                  <a:srgbClr val="C00000"/>
                </a:solidFill>
                <a:latin typeface="Times New Roman" panose="02020603050405020304" pitchFamily="18" charset="0"/>
                <a:cs typeface="Times New Roman" panose="02020603050405020304" pitchFamily="18" charset="0"/>
              </a:rPr>
              <a:t>for(</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=0;i&lt;</a:t>
            </a:r>
            <a:r>
              <a:rPr lang="en-US" altLang="zh-CN" sz="1600" dirty="0" err="1">
                <a:solidFill>
                  <a:srgbClr val="C00000"/>
                </a:solidFill>
                <a:latin typeface="Times New Roman" panose="02020603050405020304" pitchFamily="18" charset="0"/>
                <a:cs typeface="Times New Roman" panose="02020603050405020304" pitchFamily="18" charset="0"/>
              </a:rPr>
              <a:t>mg.vexnum;i</a:t>
            </a:r>
            <a:r>
              <a:rPr lang="en-US" altLang="zh-CN" sz="1600" dirty="0">
                <a:solidFill>
                  <a:srgbClr val="C00000"/>
                </a:solidFill>
                <a:latin typeface="Times New Roman" panose="02020603050405020304" pitchFamily="18" charset="0"/>
                <a:cs typeface="Times New Roman" panose="02020603050405020304" pitchFamily="18" charset="0"/>
              </a:rPr>
              <a:t>++)</a:t>
            </a:r>
            <a:endParaRPr lang="zh-CN" altLang="zh-CN" sz="1600" dirty="0">
              <a:solidFill>
                <a:srgbClr val="C00000"/>
              </a:solidFill>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for(j=0;j&lt;</a:t>
            </a:r>
            <a:r>
              <a:rPr lang="en-US" altLang="zh-CN" sz="1600" dirty="0" err="1">
                <a:solidFill>
                  <a:srgbClr val="C00000"/>
                </a:solidFill>
                <a:latin typeface="Times New Roman" panose="02020603050405020304" pitchFamily="18" charset="0"/>
                <a:cs typeface="Times New Roman" panose="02020603050405020304" pitchFamily="18" charset="0"/>
              </a:rPr>
              <a:t>mg.vexnum;j</a:t>
            </a:r>
            <a:r>
              <a:rPr lang="en-US" altLang="zh-CN" sz="1600" dirty="0">
                <a:solidFill>
                  <a:srgbClr val="C00000"/>
                </a:solidFill>
                <a:latin typeface="Times New Roman" panose="02020603050405020304" pitchFamily="18" charset="0"/>
                <a:cs typeface="Times New Roman" panose="02020603050405020304" pitchFamily="18" charset="0"/>
              </a:rPr>
              <a:t>++){</a:t>
            </a:r>
            <a:endParaRPr lang="zh-CN" altLang="zh-CN" sz="1600" dirty="0">
              <a:solidFill>
                <a:srgbClr val="C00000"/>
              </a:solidFill>
              <a:latin typeface="Times New Roman" panose="02020603050405020304" pitchFamily="18" charset="0"/>
              <a:cs typeface="Times New Roman" panose="02020603050405020304" pitchFamily="18" charset="0"/>
            </a:endParaRPr>
          </a:p>
          <a:p>
            <a:pPr marL="0" indent="0">
              <a:lnSpc>
                <a:spcPts val="22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if(</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 </a:t>
            </a:r>
            <a:r>
              <a:rPr lang="en-US" altLang="zh-CN" sz="1600" dirty="0" err="1">
                <a:solidFill>
                  <a:srgbClr val="C00000"/>
                </a:solidFill>
                <a:latin typeface="Times New Roman" panose="02020603050405020304" pitchFamily="18" charset="0"/>
                <a:cs typeface="Times New Roman" panose="02020603050405020304" pitchFamily="18" charset="0"/>
              </a:rPr>
              <a:t>mg.arcs</a:t>
            </a:r>
            <a:r>
              <a:rPr lang="en-US"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a:t>
            </a:r>
            <a:r>
              <a:rPr lang="en-US" altLang="zh-CN" sz="1600" dirty="0" err="1">
                <a:solidFill>
                  <a:srgbClr val="C00000"/>
                </a:solidFill>
                <a:latin typeface="Times New Roman" panose="02020603050405020304" pitchFamily="18" charset="0"/>
                <a:cs typeface="Times New Roman" panose="02020603050405020304" pitchFamily="18" charset="0"/>
              </a:rPr>
              <a:t>adj</a:t>
            </a:r>
            <a:r>
              <a:rPr lang="en-US" altLang="zh-CN" sz="1600" dirty="0">
                <a:solidFill>
                  <a:srgbClr val="C00000"/>
                </a:solidFill>
                <a:latin typeface="Times New Roman" panose="02020603050405020304" pitchFamily="18" charset="0"/>
                <a:cs typeface="Times New Roman" panose="02020603050405020304" pitchFamily="18" charset="0"/>
              </a:rPr>
              <a:t>=0</a:t>
            </a:r>
            <a:r>
              <a:rPr lang="zh-CN" altLang="zh-CN" sz="1600" dirty="0">
                <a:solidFill>
                  <a:srgbClr val="C00000"/>
                </a:solidFill>
                <a:latin typeface="Times New Roman" panose="02020603050405020304" pitchFamily="18" charset="0"/>
                <a:cs typeface="Times New Roman" panose="02020603050405020304" pitchFamily="18" charset="0"/>
              </a:rPr>
              <a:t>； </a:t>
            </a:r>
          </a:p>
          <a:p>
            <a:pPr marL="0" indent="0">
              <a:lnSpc>
                <a:spcPts val="22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else </a:t>
            </a:r>
            <a:r>
              <a:rPr lang="en-US" altLang="zh-CN" sz="1600" dirty="0" err="1">
                <a:solidFill>
                  <a:srgbClr val="C00000"/>
                </a:solidFill>
                <a:latin typeface="Times New Roman" panose="02020603050405020304" pitchFamily="18" charset="0"/>
                <a:cs typeface="Times New Roman" panose="02020603050405020304" pitchFamily="18" charset="0"/>
              </a:rPr>
              <a:t>mg.arcs</a:t>
            </a:r>
            <a:r>
              <a:rPr lang="en-US"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a:t>
            </a:r>
            <a:r>
              <a:rPr lang="en-US" altLang="zh-CN" sz="1600" dirty="0" err="1">
                <a:solidFill>
                  <a:srgbClr val="C00000"/>
                </a:solidFill>
                <a:latin typeface="Times New Roman" panose="02020603050405020304" pitchFamily="18" charset="0"/>
                <a:cs typeface="Times New Roman" panose="02020603050405020304" pitchFamily="18" charset="0"/>
              </a:rPr>
              <a:t>adj</a:t>
            </a:r>
            <a:r>
              <a:rPr lang="en-US" altLang="zh-CN" sz="1600" dirty="0">
                <a:solidFill>
                  <a:srgbClr val="C00000"/>
                </a:solidFill>
                <a:latin typeface="Times New Roman" panose="02020603050405020304" pitchFamily="18" charset="0"/>
                <a:cs typeface="Times New Roman" panose="02020603050405020304" pitchFamily="18" charset="0"/>
              </a:rPr>
              <a:t>= MAXINT;//</a:t>
            </a:r>
            <a:r>
              <a:rPr lang="zh-CN" altLang="zh-CN" sz="1600" dirty="0">
                <a:solidFill>
                  <a:srgbClr val="C00000"/>
                </a:solidFill>
                <a:latin typeface="Times New Roman" panose="02020603050405020304" pitchFamily="18" charset="0"/>
                <a:cs typeface="Times New Roman" panose="02020603050405020304" pitchFamily="18" charset="0"/>
              </a:rPr>
              <a:t>用</a:t>
            </a:r>
            <a:r>
              <a:rPr lang="en-US" altLang="zh-CN" sz="1600" dirty="0">
                <a:solidFill>
                  <a:srgbClr val="C00000"/>
                </a:solidFill>
                <a:latin typeface="Times New Roman" panose="02020603050405020304" pitchFamily="18" charset="0"/>
                <a:cs typeface="Times New Roman" panose="02020603050405020304" pitchFamily="18" charset="0"/>
              </a:rPr>
              <a:t>MAXINT</a:t>
            </a:r>
            <a:r>
              <a:rPr lang="zh-CN" altLang="en-US" sz="1600" dirty="0">
                <a:solidFill>
                  <a:srgbClr val="C00000"/>
                </a:solidFill>
                <a:latin typeface="Times New Roman" panose="02020603050405020304" pitchFamily="18" charset="0"/>
                <a:cs typeface="Times New Roman" panose="02020603050405020304" pitchFamily="18" charset="0"/>
              </a:rPr>
              <a:t>初始</a:t>
            </a:r>
            <a:r>
              <a:rPr lang="zh-CN" altLang="zh-CN" sz="1600" dirty="0">
                <a:solidFill>
                  <a:srgbClr val="C00000"/>
                </a:solidFill>
                <a:latin typeface="Times New Roman" panose="02020603050405020304" pitchFamily="18" charset="0"/>
                <a:cs typeface="Times New Roman" panose="02020603050405020304" pitchFamily="18" charset="0"/>
              </a:rPr>
              <a:t>化邻接矩阵</a:t>
            </a:r>
          </a:p>
          <a:p>
            <a:pPr marL="0" indent="0">
              <a:lnSpc>
                <a:spcPts val="22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a:t>
            </a:r>
            <a:r>
              <a:rPr lang="en-US" altLang="zh-CN" sz="1600" dirty="0" err="1">
                <a:solidFill>
                  <a:srgbClr val="C00000"/>
                </a:solidFill>
                <a:latin typeface="Times New Roman" panose="02020603050405020304" pitchFamily="18" charset="0"/>
                <a:cs typeface="Times New Roman" panose="02020603050405020304" pitchFamily="18" charset="0"/>
              </a:rPr>
              <a:t>mg.arcs</a:t>
            </a:r>
            <a:r>
              <a:rPr lang="en-US"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err="1">
                <a:solidFill>
                  <a:srgbClr val="C00000"/>
                </a:solidFill>
                <a:latin typeface="Times New Roman" panose="02020603050405020304" pitchFamily="18" charset="0"/>
                <a:cs typeface="Times New Roman" panose="02020603050405020304" pitchFamily="18" charset="0"/>
              </a:rPr>
              <a:t>i</a:t>
            </a:r>
            <a:r>
              <a:rPr lang="en-US" altLang="zh-CN" sz="1600" dirty="0">
                <a:solidFill>
                  <a:srgbClr val="C00000"/>
                </a:solidFill>
                <a:latin typeface="Times New Roman" panose="02020603050405020304" pitchFamily="18" charset="0"/>
                <a:cs typeface="Times New Roman" panose="02020603050405020304" pitchFamily="18" charset="0"/>
              </a:rPr>
              <a:t>][j].info= NULL;//</a:t>
            </a:r>
            <a:r>
              <a:rPr lang="zh-CN" altLang="zh-CN" sz="1600" dirty="0">
                <a:solidFill>
                  <a:srgbClr val="C00000"/>
                </a:solidFill>
                <a:latin typeface="Times New Roman" panose="02020603050405020304" pitchFamily="18" charset="0"/>
                <a:cs typeface="Times New Roman" panose="02020603050405020304" pitchFamily="18" charset="0"/>
              </a:rPr>
              <a:t>用</a:t>
            </a:r>
            <a:r>
              <a:rPr lang="en-US" altLang="zh-CN" sz="1600" dirty="0">
                <a:solidFill>
                  <a:srgbClr val="C00000"/>
                </a:solidFill>
                <a:latin typeface="Times New Roman" panose="02020603050405020304" pitchFamily="18" charset="0"/>
                <a:cs typeface="Times New Roman" panose="02020603050405020304" pitchFamily="18" charset="0"/>
              </a:rPr>
              <a:t>NULL</a:t>
            </a:r>
            <a:r>
              <a:rPr lang="zh-CN" altLang="zh-CN" sz="1600" dirty="0">
                <a:solidFill>
                  <a:srgbClr val="C00000"/>
                </a:solidFill>
                <a:latin typeface="Times New Roman" panose="02020603050405020304" pitchFamily="18" charset="0"/>
                <a:cs typeface="Times New Roman" panose="02020603050405020304" pitchFamily="18" charset="0"/>
              </a:rPr>
              <a:t>初始化该弧相关信息</a:t>
            </a:r>
          </a:p>
          <a:p>
            <a:pPr marL="0" indent="0">
              <a:lnSpc>
                <a:spcPts val="2200"/>
              </a:lnSpc>
              <a:spcBef>
                <a:spcPts val="0"/>
              </a:spcBef>
              <a:buNone/>
            </a:pPr>
            <a:r>
              <a:rPr lang="en-US" altLang="zh-CN" sz="1600" dirty="0">
                <a:solidFill>
                  <a:srgbClr val="C00000"/>
                </a:solidFill>
                <a:latin typeface="Times New Roman" panose="02020603050405020304" pitchFamily="18" charset="0"/>
                <a:cs typeface="Times New Roman" panose="02020603050405020304" pitchFamily="18" charset="0"/>
              </a:rPr>
              <a:t>     }  </a:t>
            </a:r>
            <a:endParaRPr lang="zh-CN" altLang="en-US" sz="1600" dirty="0">
              <a:solidFill>
                <a:srgbClr val="C00000"/>
              </a:solidFill>
              <a:latin typeface="Times New Roman" panose="02020603050405020304" pitchFamily="18" charset="0"/>
              <a:cs typeface="Times New Roman" panose="02020603050405020304" pitchFamily="18" charset="0"/>
            </a:endParaRPr>
          </a:p>
        </p:txBody>
      </p:sp>
      <p:sp>
        <p:nvSpPr>
          <p:cNvPr id="4" name="文本框 3"/>
          <p:cNvSpPr txBox="1"/>
          <p:nvPr/>
        </p:nvSpPr>
        <p:spPr>
          <a:xfrm>
            <a:off x="4274543" y="987574"/>
            <a:ext cx="4869457" cy="2833468"/>
          </a:xfrm>
          <a:prstGeom prst="rect">
            <a:avLst/>
          </a:prstGeom>
          <a:solidFill>
            <a:schemeClr val="accent2"/>
          </a:solidFill>
        </p:spPr>
        <p:txBody>
          <a:bodyPr wrap="square" rtlCol="0">
            <a:spAutoFit/>
          </a:bodyPr>
          <a:lstStyle/>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mg.arcnum;i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&gt;&gt;u&gt;&gt;v&gt;&gt;w;</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(u);</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if(flag)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[h][t].info;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若弧有相关信息</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[h][t].adj=w;</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mg.arcs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[t][h].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=w;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如果是无向网增加该赋值</a:t>
            </a: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4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611380" y="115457"/>
            <a:ext cx="25204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创建有向网或无向网</a:t>
            </a:r>
          </a:p>
        </p:txBody>
      </p:sp>
    </p:spTree>
    <p:extLst>
      <p:ext uri="{BB962C8B-B14F-4D97-AF65-F5344CB8AC3E}">
        <p14:creationId xmlns:p14="http://schemas.microsoft.com/office/powerpoint/2010/main" val="126037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 calcmode="lin" valueType="num">
                                      <p:cBhvr additive="base">
                                        <p:cTn id="11"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 calcmode="lin" valueType="num">
                                      <p:cBhvr additive="base">
                                        <p:cTn id="1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2" end="2"/>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 calcmode="lin" valueType="num">
                                      <p:cBhvr additive="base">
                                        <p:cTn id="2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 calcmode="lin" valueType="num">
                                      <p:cBhvr additive="base">
                                        <p:cTn id="2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3">
                                            <p:txEl>
                                              <p:pRg st="5" end="5"/>
                                            </p:txEl>
                                          </p:spTgt>
                                        </p:tgtEl>
                                        <p:attrNameLst>
                                          <p:attrName>style.visibility</p:attrName>
                                        </p:attrNameLst>
                                      </p:cBhvr>
                                      <p:to>
                                        <p:strVal val="visible"/>
                                      </p:to>
                                    </p:set>
                                    <p:anim calcmode="lin" valueType="num">
                                      <p:cBhvr additive="base">
                                        <p:cTn id="33"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3">
                                            <p:txEl>
                                              <p:pRg st="6" end="6"/>
                                            </p:txEl>
                                          </p:spTgt>
                                        </p:tgtEl>
                                        <p:attrNameLst>
                                          <p:attrName>style.visibility</p:attrName>
                                        </p:attrNameLst>
                                      </p:cBhvr>
                                      <p:to>
                                        <p:strVal val="visible"/>
                                      </p:to>
                                    </p:set>
                                    <p:anim calcmode="lin" valueType="num">
                                      <p:cBhvr additive="base">
                                        <p:cTn id="39"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
                                            <p:txEl>
                                              <p:pRg st="7" end="7"/>
                                            </p:txEl>
                                          </p:spTgt>
                                        </p:tgtEl>
                                        <p:attrNameLst>
                                          <p:attrName>style.visibility</p:attrName>
                                        </p:attrNameLst>
                                      </p:cBhvr>
                                      <p:to>
                                        <p:strVal val="visible"/>
                                      </p:to>
                                    </p:set>
                                    <p:anim calcmode="lin" valueType="num">
                                      <p:cBhvr additive="base">
                                        <p:cTn id="43"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
                                            <p:txEl>
                                              <p:pRg st="8" end="8"/>
                                            </p:txEl>
                                          </p:spTgt>
                                        </p:tgtEl>
                                        <p:attrNameLst>
                                          <p:attrName>style.visibility</p:attrName>
                                        </p:attrNameLst>
                                      </p:cBhvr>
                                      <p:to>
                                        <p:strVal val="visible"/>
                                      </p:to>
                                    </p:set>
                                    <p:anim calcmode="lin" valueType="num">
                                      <p:cBhvr additive="base">
                                        <p:cTn id="49"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8" end="8"/>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
                                            <p:txEl>
                                              <p:pRg st="9" end="9"/>
                                            </p:txEl>
                                          </p:spTgt>
                                        </p:tgtEl>
                                        <p:attrNameLst>
                                          <p:attrName>style.visibility</p:attrName>
                                        </p:attrNameLst>
                                      </p:cBhvr>
                                      <p:to>
                                        <p:strVal val="visible"/>
                                      </p:to>
                                    </p:set>
                                    <p:anim calcmode="lin" valueType="num">
                                      <p:cBhvr additive="base">
                                        <p:cTn id="53"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
                                            <p:txEl>
                                              <p:pRg st="9" end="9"/>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
                                            <p:txEl>
                                              <p:pRg st="10" end="10"/>
                                            </p:txEl>
                                          </p:spTgt>
                                        </p:tgtEl>
                                        <p:attrNameLst>
                                          <p:attrName>style.visibility</p:attrName>
                                        </p:attrNameLst>
                                      </p:cBhvr>
                                      <p:to>
                                        <p:strVal val="visible"/>
                                      </p:to>
                                    </p:set>
                                    <p:anim calcmode="lin" valueType="num">
                                      <p:cBhvr additive="base">
                                        <p:cTn id="5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
                                            <p:txEl>
                                              <p:pRg st="10" end="10"/>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3">
                                            <p:txEl>
                                              <p:pRg st="11" end="11"/>
                                            </p:txEl>
                                          </p:spTgt>
                                        </p:tgtEl>
                                        <p:attrNameLst>
                                          <p:attrName>style.visibility</p:attrName>
                                        </p:attrNameLst>
                                      </p:cBhvr>
                                      <p:to>
                                        <p:strVal val="visible"/>
                                      </p:to>
                                    </p:set>
                                    <p:anim calcmode="lin" valueType="num">
                                      <p:cBhvr additive="base">
                                        <p:cTn id="61"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11" end="11"/>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3">
                                            <p:txEl>
                                              <p:pRg st="12" end="12"/>
                                            </p:txEl>
                                          </p:spTgt>
                                        </p:tgtEl>
                                        <p:attrNameLst>
                                          <p:attrName>style.visibility</p:attrName>
                                        </p:attrNameLst>
                                      </p:cBhvr>
                                      <p:to>
                                        <p:strVal val="visible"/>
                                      </p:to>
                                    </p:set>
                                    <p:anim calcmode="lin" valueType="num">
                                      <p:cBhvr additive="base">
                                        <p:cTn id="65"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3">
                                            <p:txEl>
                                              <p:pRg st="12" end="12"/>
                                            </p:txEl>
                                          </p:spTgt>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3">
                                            <p:txEl>
                                              <p:pRg st="13" end="13"/>
                                            </p:txEl>
                                          </p:spTgt>
                                        </p:tgtEl>
                                        <p:attrNameLst>
                                          <p:attrName>style.visibility</p:attrName>
                                        </p:attrNameLst>
                                      </p:cBhvr>
                                      <p:to>
                                        <p:strVal val="visible"/>
                                      </p:to>
                                    </p:set>
                                    <p:anim calcmode="lin" valueType="num">
                                      <p:cBhvr additive="base">
                                        <p:cTn id="69" dur="500" fill="hold"/>
                                        <p:tgtEl>
                                          <p:spTgt spid="3">
                                            <p:txEl>
                                              <p:pRg st="13" end="13"/>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3">
                                            <p:txEl>
                                              <p:pRg st="13" end="13"/>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4"/>
                                        </p:tgtEl>
                                        <p:attrNameLst>
                                          <p:attrName>style.visibility</p:attrName>
                                        </p:attrNameLst>
                                      </p:cBhvr>
                                      <p:to>
                                        <p:strVal val="visible"/>
                                      </p:to>
                                    </p:set>
                                    <p:anim calcmode="lin" valueType="num">
                                      <p:cBhvr additive="base">
                                        <p:cTn id="75" dur="500" fill="hold"/>
                                        <p:tgtEl>
                                          <p:spTgt spid="4"/>
                                        </p:tgtEl>
                                        <p:attrNameLst>
                                          <p:attrName>ppt_x</p:attrName>
                                        </p:attrNameLst>
                                      </p:cBhvr>
                                      <p:tavLst>
                                        <p:tav tm="0">
                                          <p:val>
                                            <p:strVal val="#ppt_x"/>
                                          </p:val>
                                        </p:tav>
                                        <p:tav tm="100000">
                                          <p:val>
                                            <p:strVal val="#ppt_x"/>
                                          </p:val>
                                        </p:tav>
                                      </p:tavLst>
                                    </p:anim>
                                    <p:anim calcmode="lin" valueType="num">
                                      <p:cBhvr additive="base">
                                        <p:cTn id="7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4">
                                            <p:txEl>
                                              <p:pRg st="0" end="0"/>
                                            </p:txEl>
                                          </p:spTgt>
                                        </p:tgtEl>
                                        <p:attrNameLst>
                                          <p:attrName>style.visibility</p:attrName>
                                        </p:attrNameLst>
                                      </p:cBhvr>
                                      <p:to>
                                        <p:strVal val="visible"/>
                                      </p:to>
                                    </p:set>
                                    <p:anim calcmode="lin" valueType="num">
                                      <p:cBhvr additive="base">
                                        <p:cTn id="81"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4">
                                            <p:txEl>
                                              <p:pRg st="1" end="1"/>
                                            </p:txEl>
                                          </p:spTgt>
                                        </p:tgtEl>
                                        <p:attrNameLst>
                                          <p:attrName>style.visibility</p:attrName>
                                        </p:attrNameLst>
                                      </p:cBhvr>
                                      <p:to>
                                        <p:strVal val="visible"/>
                                      </p:to>
                                    </p:set>
                                    <p:anim calcmode="lin" valueType="num">
                                      <p:cBhvr additive="base">
                                        <p:cTn id="87"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4">
                                            <p:txEl>
                                              <p:pRg st="2" end="2"/>
                                            </p:txEl>
                                          </p:spTgt>
                                        </p:tgtEl>
                                        <p:attrNameLst>
                                          <p:attrName>style.visibility</p:attrName>
                                        </p:attrNameLst>
                                      </p:cBhvr>
                                      <p:to>
                                        <p:strVal val="visible"/>
                                      </p:to>
                                    </p:set>
                                    <p:anim calcmode="lin" valueType="num">
                                      <p:cBhvr additive="base">
                                        <p:cTn id="93"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4">
                                            <p:txEl>
                                              <p:pRg st="3" end="3"/>
                                            </p:txEl>
                                          </p:spTgt>
                                        </p:tgtEl>
                                        <p:attrNameLst>
                                          <p:attrName>style.visibility</p:attrName>
                                        </p:attrNameLst>
                                      </p:cBhvr>
                                      <p:to>
                                        <p:strVal val="visible"/>
                                      </p:to>
                                    </p:set>
                                    <p:anim calcmode="lin" valueType="num">
                                      <p:cBhvr additive="base">
                                        <p:cTn id="99"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4">
                                            <p:txEl>
                                              <p:pRg st="4" end="4"/>
                                            </p:txEl>
                                          </p:spTgt>
                                        </p:tgtEl>
                                        <p:attrNameLst>
                                          <p:attrName>style.visibility</p:attrName>
                                        </p:attrNameLst>
                                      </p:cBhvr>
                                      <p:to>
                                        <p:strVal val="visible"/>
                                      </p:to>
                                    </p:set>
                                    <p:anim calcmode="lin" valueType="num">
                                      <p:cBhvr additive="base">
                                        <p:cTn id="105"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
                                            <p:txEl>
                                              <p:pRg st="5" end="5"/>
                                            </p:txEl>
                                          </p:spTgt>
                                        </p:tgtEl>
                                        <p:attrNameLst>
                                          <p:attrName>style.visibility</p:attrName>
                                        </p:attrNameLst>
                                      </p:cBhvr>
                                      <p:to>
                                        <p:strVal val="visible"/>
                                      </p:to>
                                    </p:set>
                                    <p:anim calcmode="lin" valueType="num">
                                      <p:cBhvr additive="base">
                                        <p:cTn id="111"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nodeType="clickEffect">
                                  <p:stCondLst>
                                    <p:cond delay="0"/>
                                  </p:stCondLst>
                                  <p:childTnLst>
                                    <p:set>
                                      <p:cBhvr>
                                        <p:cTn id="116" dur="1" fill="hold">
                                          <p:stCondLst>
                                            <p:cond delay="0"/>
                                          </p:stCondLst>
                                        </p:cTn>
                                        <p:tgtEl>
                                          <p:spTgt spid="4">
                                            <p:txEl>
                                              <p:pRg st="6" end="6"/>
                                            </p:txEl>
                                          </p:spTgt>
                                        </p:tgtEl>
                                        <p:attrNameLst>
                                          <p:attrName>style.visibility</p:attrName>
                                        </p:attrNameLst>
                                      </p:cBhvr>
                                      <p:to>
                                        <p:strVal val="visible"/>
                                      </p:to>
                                    </p:set>
                                    <p:anim calcmode="lin" valueType="num">
                                      <p:cBhvr additive="base">
                                        <p:cTn id="117"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4">
                                            <p:txEl>
                                              <p:pRg st="6" end="6"/>
                                            </p:txEl>
                                          </p:spTgt>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4">
                                            <p:txEl>
                                              <p:pRg st="7" end="7"/>
                                            </p:txEl>
                                          </p:spTgt>
                                        </p:tgtEl>
                                        <p:attrNameLst>
                                          <p:attrName>style.visibility</p:attrName>
                                        </p:attrNameLst>
                                      </p:cBhvr>
                                      <p:to>
                                        <p:strVal val="visible"/>
                                      </p:to>
                                    </p:set>
                                    <p:anim calcmode="lin" valueType="num">
                                      <p:cBhvr additive="base">
                                        <p:cTn id="121"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122" dur="500" fill="hold"/>
                                        <p:tgtEl>
                                          <p:spTgt spid="4">
                                            <p:txEl>
                                              <p:pRg st="7" end="7"/>
                                            </p:txEl>
                                          </p:spTgt>
                                        </p:tgtEl>
                                        <p:attrNameLst>
                                          <p:attrName>ppt_y</p:attrName>
                                        </p:attrNameLst>
                                      </p:cBhvr>
                                      <p:tavLst>
                                        <p:tav tm="0">
                                          <p:val>
                                            <p:strVal val="1+#ppt_h/2"/>
                                          </p:val>
                                        </p:tav>
                                        <p:tav tm="100000">
                                          <p:val>
                                            <p:strVal val="#ppt_y"/>
                                          </p:val>
                                        </p:tav>
                                      </p:tavLst>
                                    </p:anim>
                                  </p:childTnLst>
                                </p:cTn>
                              </p:par>
                              <p:par>
                                <p:cTn id="123" presetID="2" presetClass="entr" presetSubtype="4" fill="hold" nodeType="withEffect">
                                  <p:stCondLst>
                                    <p:cond delay="0"/>
                                  </p:stCondLst>
                                  <p:childTnLst>
                                    <p:set>
                                      <p:cBhvr>
                                        <p:cTn id="124" dur="1" fill="hold">
                                          <p:stCondLst>
                                            <p:cond delay="0"/>
                                          </p:stCondLst>
                                        </p:cTn>
                                        <p:tgtEl>
                                          <p:spTgt spid="4">
                                            <p:txEl>
                                              <p:pRg st="8" end="8"/>
                                            </p:txEl>
                                          </p:spTgt>
                                        </p:tgtEl>
                                        <p:attrNameLst>
                                          <p:attrName>style.visibility</p:attrName>
                                        </p:attrNameLst>
                                      </p:cBhvr>
                                      <p:to>
                                        <p:strVal val="visible"/>
                                      </p:to>
                                    </p:set>
                                    <p:anim calcmode="lin" valueType="num">
                                      <p:cBhvr additive="base">
                                        <p:cTn id="125"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4">
                                            <p:txEl>
                                              <p:pRg st="8" end="8"/>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539552" y="1417881"/>
            <a:ext cx="8352928" cy="3507876"/>
          </a:xfrm>
        </p:spPr>
        <p:txBody>
          <a:bodyPr/>
          <a:lstStyle/>
          <a:p>
            <a:pPr marL="0" indent="0">
              <a:lnSpc>
                <a:spcPts val="24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Graph::</a:t>
            </a:r>
            <a:r>
              <a:rPr lang="en-US" altLang="zh-CN" sz="1600" dirty="0" err="1">
                <a:solidFill>
                  <a:srgbClr val="002060"/>
                </a:solidFill>
                <a:latin typeface="Times New Roman" panose="02020603050405020304" pitchFamily="18" charset="0"/>
                <a:cs typeface="Times New Roman" panose="02020603050405020304" pitchFamily="18" charset="0"/>
              </a:rPr>
              <a:t>DegreeGraph</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VElemType</a:t>
            </a:r>
            <a:r>
              <a:rPr lang="en-US" altLang="zh-CN" sz="1600" dirty="0">
                <a:solidFill>
                  <a:srgbClr val="002060"/>
                </a:solidFill>
                <a:latin typeface="Times New Roman" panose="02020603050405020304" pitchFamily="18" charset="0"/>
                <a:cs typeface="Times New Roman" panose="02020603050405020304" pitchFamily="18" charset="0"/>
              </a:rPr>
              <a:t> x){</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h=</a:t>
            </a:r>
            <a:r>
              <a:rPr lang="en-US" altLang="zh-CN" sz="1600" dirty="0" err="1">
                <a:solidFill>
                  <a:srgbClr val="002060"/>
                </a:solidFill>
                <a:latin typeface="Times New Roman" panose="02020603050405020304" pitchFamily="18" charset="0"/>
                <a:cs typeface="Times New Roman" panose="02020603050405020304" pitchFamily="18" charset="0"/>
              </a:rPr>
              <a:t>LocateVex</a:t>
            </a:r>
            <a:r>
              <a:rPr lang="en-US" altLang="zh-CN" sz="1600" dirty="0">
                <a:solidFill>
                  <a:srgbClr val="002060"/>
                </a:solidFill>
                <a:latin typeface="Times New Roman" panose="02020603050405020304" pitchFamily="18" charset="0"/>
                <a:cs typeface="Times New Roman" panose="02020603050405020304" pitchFamily="18" charset="0"/>
              </a:rPr>
              <a:t>(x);</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count=0</a:t>
            </a:r>
            <a:r>
              <a:rPr lang="zh-CN" altLang="zh-CN" sz="1600" dirty="0">
                <a:solidFill>
                  <a:srgbClr val="002060"/>
                </a:solidFill>
                <a:latin typeface="Times New Roman" panose="02020603050405020304" pitchFamily="18" charset="0"/>
                <a:cs typeface="Times New Roman" panose="02020603050405020304" pitchFamily="18" charset="0"/>
              </a:rPr>
              <a:t>；</a:t>
            </a: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for(</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=0;i&lt;</a:t>
            </a:r>
            <a:r>
              <a:rPr lang="en-US" altLang="zh-CN" sz="1600" dirty="0" err="1">
                <a:solidFill>
                  <a:srgbClr val="002060"/>
                </a:solidFill>
                <a:latin typeface="Times New Roman" panose="02020603050405020304" pitchFamily="18" charset="0"/>
                <a:cs typeface="Times New Roman" panose="02020603050405020304" pitchFamily="18" charset="0"/>
              </a:rPr>
              <a:t>mg.vexnum;i</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if(</a:t>
            </a:r>
            <a:r>
              <a:rPr lang="en-US" altLang="zh-CN" sz="1600" dirty="0" err="1">
                <a:solidFill>
                  <a:srgbClr val="002060"/>
                </a:solidFill>
                <a:latin typeface="Times New Roman" panose="02020603050405020304" pitchFamily="18" charset="0"/>
                <a:cs typeface="Times New Roman" panose="02020603050405020304" pitchFamily="18" charset="0"/>
              </a:rPr>
              <a:t>mg.arcs</a:t>
            </a:r>
            <a:r>
              <a:rPr lang="en-US" altLang="zh-CN" sz="1600" dirty="0">
                <a:solidFill>
                  <a:srgbClr val="002060"/>
                </a:solidFill>
                <a:latin typeface="Times New Roman" panose="02020603050405020304" pitchFamily="18" charset="0"/>
                <a:cs typeface="Times New Roman" panose="02020603050405020304" pitchFamily="18" charset="0"/>
              </a:rPr>
              <a:t>[h][</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].adj&amp;&amp;</a:t>
            </a:r>
            <a:r>
              <a:rPr lang="en-US" altLang="zh-CN" sz="1600" dirty="0" err="1">
                <a:solidFill>
                  <a:srgbClr val="002060"/>
                </a:solidFill>
                <a:latin typeface="Times New Roman" panose="02020603050405020304" pitchFamily="18" charset="0"/>
                <a:cs typeface="Times New Roman" panose="02020603050405020304" pitchFamily="18" charset="0"/>
              </a:rPr>
              <a:t>mg.arcs</a:t>
            </a:r>
            <a:r>
              <a:rPr lang="en-US" altLang="zh-CN" sz="1600" dirty="0">
                <a:solidFill>
                  <a:srgbClr val="002060"/>
                </a:solidFill>
                <a:latin typeface="Times New Roman" panose="02020603050405020304" pitchFamily="18" charset="0"/>
                <a:cs typeface="Times New Roman" panose="02020603050405020304" pitchFamily="18" charset="0"/>
              </a:rPr>
              <a:t>[h][</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].adj!=MAXINT)</a:t>
            </a: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count++;    //x</a:t>
            </a:r>
            <a:r>
              <a:rPr lang="zh-CN" altLang="zh-CN" sz="1600" dirty="0">
                <a:solidFill>
                  <a:srgbClr val="002060"/>
                </a:solidFill>
                <a:latin typeface="Times New Roman" panose="02020603050405020304" pitchFamily="18" charset="0"/>
                <a:cs typeface="Times New Roman" panose="02020603050405020304" pitchFamily="18" charset="0"/>
              </a:rPr>
              <a:t>的出度，注意条件</a:t>
            </a:r>
            <a:r>
              <a:rPr lang="en-US" altLang="zh-CN" sz="1600" dirty="0" err="1">
                <a:solidFill>
                  <a:srgbClr val="002060"/>
                </a:solidFill>
                <a:latin typeface="Times New Roman" panose="02020603050405020304" pitchFamily="18" charset="0"/>
                <a:cs typeface="Times New Roman" panose="02020603050405020304" pitchFamily="18" charset="0"/>
              </a:rPr>
              <a:t>mg.arcs</a:t>
            </a:r>
            <a:r>
              <a:rPr lang="en-US" altLang="zh-CN" sz="1600" dirty="0">
                <a:solidFill>
                  <a:srgbClr val="002060"/>
                </a:solidFill>
                <a:latin typeface="Times New Roman" panose="02020603050405020304" pitchFamily="18" charset="0"/>
                <a:cs typeface="Times New Roman" panose="02020603050405020304" pitchFamily="18" charset="0"/>
              </a:rPr>
              <a:t>[h][</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adj</a:t>
            </a:r>
            <a:r>
              <a:rPr lang="en-US" altLang="zh-CN" sz="1600" dirty="0">
                <a:solidFill>
                  <a:srgbClr val="002060"/>
                </a:solidFill>
                <a:latin typeface="Times New Roman" panose="02020603050405020304" pitchFamily="18" charset="0"/>
                <a:cs typeface="Times New Roman" panose="02020603050405020304" pitchFamily="18" charset="0"/>
              </a:rPr>
              <a:t>!=MAXINT</a:t>
            </a:r>
            <a:r>
              <a:rPr lang="zh-CN" altLang="zh-CN" sz="1600" dirty="0">
                <a:solidFill>
                  <a:srgbClr val="002060"/>
                </a:solidFill>
                <a:latin typeface="Times New Roman" panose="02020603050405020304" pitchFamily="18" charset="0"/>
                <a:cs typeface="Times New Roman" panose="02020603050405020304" pitchFamily="18" charset="0"/>
              </a:rPr>
              <a:t>仅当带权图才需要</a:t>
            </a: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//if(</a:t>
            </a:r>
            <a:r>
              <a:rPr lang="en-US" altLang="zh-CN" sz="1600" dirty="0" err="1">
                <a:solidFill>
                  <a:srgbClr val="002060"/>
                </a:solidFill>
                <a:latin typeface="Times New Roman" panose="02020603050405020304" pitchFamily="18" charset="0"/>
                <a:cs typeface="Times New Roman" panose="02020603050405020304" pitchFamily="18" charset="0"/>
              </a:rPr>
              <a:t>mg.arcs</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][h].adj&amp;&amp;</a:t>
            </a:r>
            <a:r>
              <a:rPr lang="en-US" altLang="zh-CN" sz="1600" dirty="0" err="1">
                <a:solidFill>
                  <a:srgbClr val="002060"/>
                </a:solidFill>
                <a:latin typeface="Times New Roman" panose="02020603050405020304" pitchFamily="18" charset="0"/>
                <a:cs typeface="Times New Roman" panose="02020603050405020304" pitchFamily="18" charset="0"/>
              </a:rPr>
              <a:t>mg.arcs</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][h].adj!=MAXINT) </a:t>
            </a: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//count++; //</a:t>
            </a:r>
            <a:r>
              <a:rPr lang="zh-CN" altLang="zh-CN" sz="1600" dirty="0">
                <a:solidFill>
                  <a:srgbClr val="002060"/>
                </a:solidFill>
                <a:latin typeface="Times New Roman" panose="02020603050405020304" pitchFamily="18" charset="0"/>
                <a:cs typeface="Times New Roman" panose="02020603050405020304" pitchFamily="18" charset="0"/>
              </a:rPr>
              <a:t>如果是计算</a:t>
            </a:r>
            <a:r>
              <a:rPr lang="en-US" altLang="zh-CN" sz="1600" dirty="0">
                <a:solidFill>
                  <a:srgbClr val="002060"/>
                </a:solidFill>
                <a:latin typeface="Times New Roman" panose="02020603050405020304" pitchFamily="18" charset="0"/>
                <a:cs typeface="Times New Roman" panose="02020603050405020304" pitchFamily="18" charset="0"/>
              </a:rPr>
              <a:t>x</a:t>
            </a:r>
            <a:r>
              <a:rPr lang="zh-CN" altLang="zh-CN" sz="1600" dirty="0">
                <a:solidFill>
                  <a:srgbClr val="002060"/>
                </a:solidFill>
                <a:latin typeface="Times New Roman" panose="02020603050405020304" pitchFamily="18" charset="0"/>
                <a:cs typeface="Times New Roman" panose="02020603050405020304" pitchFamily="18" charset="0"/>
              </a:rPr>
              <a:t>的入度，替换上述语句</a:t>
            </a: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return count;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4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4" name="文本框 3"/>
              <p:cNvSpPr txBox="1"/>
              <p:nvPr/>
            </p:nvSpPr>
            <p:spPr>
              <a:xfrm>
                <a:off x="179512" y="771550"/>
                <a:ext cx="8784976" cy="584775"/>
              </a:xfrm>
              <a:prstGeom prst="rect">
                <a:avLst/>
              </a:prstGeom>
              <a:noFill/>
            </p:spPr>
            <p:txBody>
              <a:bodyPr wrap="square" rtlCol="0">
                <a:spAutoFit/>
              </a:bodyPr>
              <a:lstStyle/>
              <a:p>
                <a:pPr algn="just"/>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无向图（网）的度数是邻接矩阵的第</a:t>
                </a:r>
                <a14:m>
                  <m:oMath xmlns:m="http://schemas.openxmlformats.org/officeDocument/2006/math">
                    <m:r>
                      <m:rPr>
                        <m:sty m:val="p"/>
                      </m:rPr>
                      <a:rPr lang="en-US" altLang="zh-CN" sz="1600">
                        <a:solidFill>
                          <a:srgbClr val="C00000"/>
                        </a:solidFill>
                        <a:latin typeface="Cambria Math" panose="02040503050406030204" pitchFamily="18" charset="0"/>
                      </a:rPr>
                      <m:t>i</m:t>
                    </m:r>
                  </m:oMath>
                </a14:m>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行（或第</a:t>
                </a:r>
                <a14:m>
                  <m:oMath xmlns:m="http://schemas.openxmlformats.org/officeDocument/2006/math">
                    <m:r>
                      <m:rPr>
                        <m:sty m:val="p"/>
                      </m:rPr>
                      <a:rPr lang="en-US" altLang="zh-CN" sz="1600">
                        <a:solidFill>
                          <a:srgbClr val="C00000"/>
                        </a:solidFill>
                        <a:latin typeface="Cambria Math" panose="02040503050406030204" pitchFamily="18" charset="0"/>
                      </a:rPr>
                      <m:t>i</m:t>
                    </m:r>
                  </m:oMath>
                </a14:m>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列）中非零元素的个数；有向图（网）的出度是邻接矩阵的第</a:t>
                </a:r>
                <a14:m>
                  <m:oMath xmlns:m="http://schemas.openxmlformats.org/officeDocument/2006/math">
                    <m:r>
                      <m:rPr>
                        <m:sty m:val="p"/>
                      </m:rPr>
                      <a:rPr lang="en-US" altLang="zh-CN" sz="1600">
                        <a:solidFill>
                          <a:srgbClr val="C00000"/>
                        </a:solidFill>
                        <a:latin typeface="Cambria Math" panose="02040503050406030204" pitchFamily="18" charset="0"/>
                      </a:rPr>
                      <m:t>i</m:t>
                    </m:r>
                  </m:oMath>
                </a14:m>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行中非零元素的个数，入度是第</a:t>
                </a:r>
                <a14:m>
                  <m:oMath xmlns:m="http://schemas.openxmlformats.org/officeDocument/2006/math">
                    <m:r>
                      <m:rPr>
                        <m:sty m:val="p"/>
                      </m:rPr>
                      <a:rPr lang="en-US" altLang="zh-CN" sz="1600">
                        <a:solidFill>
                          <a:srgbClr val="C00000"/>
                        </a:solidFill>
                        <a:latin typeface="Cambria Math" panose="02040503050406030204" pitchFamily="18" charset="0"/>
                      </a:rPr>
                      <m:t>i</m:t>
                    </m:r>
                  </m:oMath>
                </a14:m>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列中非零元素的个数。</a:t>
                </a:r>
                <a:endParaRPr lang="zh-CN" altLang="en-US"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endParaRPr>
              </a:p>
            </p:txBody>
          </p:sp>
        </mc:Choice>
        <mc:Fallback xmlns="">
          <p:sp>
            <p:nvSpPr>
              <p:cNvPr id="4" name="文本框 3"/>
              <p:cNvSpPr txBox="1">
                <a:spLocks noRot="1" noChangeAspect="1" noMove="1" noResize="1" noEditPoints="1" noAdjustHandles="1" noChangeArrowheads="1" noChangeShapeType="1" noTextEdit="1"/>
              </p:cNvSpPr>
              <p:nvPr/>
            </p:nvSpPr>
            <p:spPr>
              <a:xfrm>
                <a:off x="179512" y="771550"/>
                <a:ext cx="8784976" cy="584775"/>
              </a:xfrm>
              <a:prstGeom prst="rect">
                <a:avLst/>
              </a:prstGeom>
              <a:blipFill>
                <a:blip r:embed="rId2"/>
                <a:stretch>
                  <a:fillRect l="-347" t="-4211" r="-347" b="-12632"/>
                </a:stretch>
              </a:blipFill>
            </p:spPr>
            <p:txBody>
              <a:bodyPr/>
              <a:lstStyle/>
              <a:p>
                <a:r>
                  <a:rPr lang="zh-CN" altLang="en-US">
                    <a:noFill/>
                  </a:rPr>
                  <a:t> </a:t>
                </a:r>
              </a:p>
            </p:txBody>
          </p:sp>
        </mc:Fallback>
      </mc:AlternateContent>
      <p:sp>
        <p:nvSpPr>
          <p:cNvPr id="5" name="文本框 4"/>
          <p:cNvSpPr txBox="1"/>
          <p:nvPr/>
        </p:nvSpPr>
        <p:spPr>
          <a:xfrm>
            <a:off x="611380" y="115457"/>
            <a:ext cx="201640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计算顶点的度数</a:t>
            </a:r>
          </a:p>
        </p:txBody>
      </p:sp>
    </p:spTree>
    <p:extLst>
      <p:ext uri="{BB962C8B-B14F-4D97-AF65-F5344CB8AC3E}">
        <p14:creationId xmlns:p14="http://schemas.microsoft.com/office/powerpoint/2010/main" val="1698984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 calcmode="lin" valueType="num">
                                      <p:cBhvr additive="base">
                                        <p:cTn id="3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5" end="5"/>
                                            </p:txEl>
                                          </p:spTgt>
                                        </p:tgtEl>
                                        <p:attrNameLst>
                                          <p:attrName>style.visibility</p:attrName>
                                        </p:attrNameLst>
                                      </p:cBhvr>
                                      <p:to>
                                        <p:strVal val="visible"/>
                                      </p:to>
                                    </p:set>
                                    <p:anim calcmode="lin" valueType="num">
                                      <p:cBhvr additive="base">
                                        <p:cTn id="43"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6" end="6"/>
                                            </p:txEl>
                                          </p:spTgt>
                                        </p:tgtEl>
                                        <p:attrNameLst>
                                          <p:attrName>style.visibility</p:attrName>
                                        </p:attrNameLst>
                                      </p:cBhvr>
                                      <p:to>
                                        <p:strVal val="visible"/>
                                      </p:to>
                                    </p:set>
                                    <p:anim calcmode="lin" valueType="num">
                                      <p:cBhvr additive="base">
                                        <p:cTn id="49"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7" end="7"/>
                                            </p:txEl>
                                          </p:spTgt>
                                        </p:tgtEl>
                                        <p:attrNameLst>
                                          <p:attrName>style.visibility</p:attrName>
                                        </p:attrNameLst>
                                      </p:cBhvr>
                                      <p:to>
                                        <p:strVal val="visible"/>
                                      </p:to>
                                    </p:set>
                                    <p:anim calcmode="lin" valueType="num">
                                      <p:cBhvr additive="base">
                                        <p:cTn id="55"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8" end="8"/>
                                            </p:txEl>
                                          </p:spTgt>
                                        </p:tgtEl>
                                        <p:attrNameLst>
                                          <p:attrName>style.visibility</p:attrName>
                                        </p:attrNameLst>
                                      </p:cBhvr>
                                      <p:to>
                                        <p:strVal val="visible"/>
                                      </p:to>
                                    </p:set>
                                    <p:anim calcmode="lin" valueType="num">
                                      <p:cBhvr additive="base">
                                        <p:cTn id="61"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xEl>
                                              <p:pRg st="9" end="9"/>
                                            </p:txEl>
                                          </p:spTgt>
                                        </p:tgtEl>
                                        <p:attrNameLst>
                                          <p:attrName>style.visibility</p:attrName>
                                        </p:attrNameLst>
                                      </p:cBhvr>
                                      <p:to>
                                        <p:strVal val="visible"/>
                                      </p:to>
                                    </p:set>
                                    <p:anim calcmode="lin" valueType="num">
                                      <p:cBhvr additive="base">
                                        <p:cTn id="67"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928992" cy="2803770"/>
              </a:xfrm>
            </p:spPr>
            <p:txBody>
              <a:bodyPr/>
              <a:lstStyle/>
              <a:p>
                <a:pPr marL="0" indent="0" algn="just">
                  <a:lnSpc>
                    <a:spcPts val="2600"/>
                  </a:lnSpc>
                  <a:spcBef>
                    <a:spcPts val="0"/>
                  </a:spcBef>
                  <a:buNone/>
                </a:pPr>
                <a:r>
                  <a:rPr lang="en-US" altLang="zh-CN" sz="1600" dirty="0">
                    <a:cs typeface="Times New Roman" panose="02020603050405020304" pitchFamily="18" charset="0"/>
                  </a:rPr>
                  <a:t>    </a:t>
                </a:r>
                <a:r>
                  <a:rPr lang="zh-CN" altLang="zh-CN" sz="1600" dirty="0">
                    <a:cs typeface="Times New Roman" panose="02020603050405020304" pitchFamily="18" charset="0"/>
                  </a:rPr>
                  <a:t>邻接表是图的一种链式存储结构。在邻接表中，在存储顶点信息的基础上，只对图中相邻顶点之间的边（或弧）信息进行存储，而不存储不相邻顶点间任何边（或弧）信息。图中每个顶点要建立一个单链表，第</a:t>
                </a:r>
                <a14:m>
                  <m:oMath xmlns:m="http://schemas.openxmlformats.org/officeDocument/2006/math">
                    <m:r>
                      <a:rPr lang="en-US" altLang="zh-CN" sz="1600" i="1">
                        <a:latin typeface="Cambria Math" panose="02040503050406030204" pitchFamily="18" charset="0"/>
                      </a:rPr>
                      <m:t>𝑖</m:t>
                    </m:r>
                  </m:oMath>
                </a14:m>
                <a:r>
                  <a:rPr lang="zh-CN" altLang="zh-CN" sz="1600" dirty="0">
                    <a:cs typeface="Times New Roman" panose="02020603050405020304" pitchFamily="18" charset="0"/>
                  </a:rPr>
                  <a:t>个单链表中的结点存储依附于顶点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cs typeface="Times New Roman" panose="02020603050405020304" pitchFamily="18" charset="0"/>
                  </a:rPr>
                  <a:t>的边（或弧），该结点称为边（弧）结点。每个单链表附设一个表头结点用来存储顶点相关信息，所有表头结点构成顶点数组表。因此，图的邻接表存储由顶点数组表和边（或弧）表构成。表头结点和边（弧）结点结构定义如下：</a:t>
                </a:r>
              </a:p>
              <a:p>
                <a:pPr marL="0" indent="0">
                  <a:buNone/>
                </a:pPr>
                <a:endParaRPr lang="zh-CN" altLang="en-US" sz="1600" dirty="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928992" cy="2803770"/>
              </a:xfrm>
              <a:blipFill>
                <a:blip r:embed="rId2"/>
                <a:stretch>
                  <a:fillRect l="-683" r="-615"/>
                </a:stretch>
              </a:blipFill>
            </p:spPr>
            <p:txBody>
              <a:bodyPr/>
              <a:lstStyle/>
              <a:p>
                <a:r>
                  <a:rPr lang="zh-CN" altLang="en-US">
                    <a:noFill/>
                  </a:rPr>
                  <a:t> </a:t>
                </a:r>
              </a:p>
            </p:txBody>
          </p:sp>
        </mc:Fallback>
      </mc:AlternateContent>
      <p:pic>
        <p:nvPicPr>
          <p:cNvPr id="5" name="图片 4"/>
          <p:cNvPicPr>
            <a:picLocks noChangeAspect="1"/>
          </p:cNvPicPr>
          <p:nvPr/>
        </p:nvPicPr>
        <p:blipFill>
          <a:blip r:embed="rId3"/>
          <a:stretch>
            <a:fillRect/>
          </a:stretch>
        </p:blipFill>
        <p:spPr>
          <a:xfrm>
            <a:off x="1151467" y="3219822"/>
            <a:ext cx="5832648" cy="553295"/>
          </a:xfrm>
          <a:prstGeom prst="rect">
            <a:avLst/>
          </a:prstGeom>
        </p:spPr>
      </p:pic>
      <p:sp>
        <p:nvSpPr>
          <p:cNvPr id="6" name="文本框 5"/>
          <p:cNvSpPr txBox="1"/>
          <p:nvPr/>
        </p:nvSpPr>
        <p:spPr>
          <a:xfrm>
            <a:off x="611380" y="115457"/>
            <a:ext cx="151234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邻接表存储</a:t>
            </a:r>
          </a:p>
        </p:txBody>
      </p:sp>
    </p:spTree>
    <p:extLst>
      <p:ext uri="{BB962C8B-B14F-4D97-AF65-F5344CB8AC3E}">
        <p14:creationId xmlns:p14="http://schemas.microsoft.com/office/powerpoint/2010/main" val="252766878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642270"/>
                <a:ext cx="9036496" cy="3507876"/>
              </a:xfrm>
            </p:spPr>
            <p:txBody>
              <a:bodyPr/>
              <a:lstStyle/>
              <a:p>
                <a:pPr marL="0" indent="0" algn="just">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solidFill>
                      <a:srgbClr val="C00000"/>
                    </a:solidFill>
                    <a:latin typeface="Times New Roman" panose="02020603050405020304" pitchFamily="18" charset="0"/>
                    <a:cs typeface="Times New Roman" panose="02020603050405020304" pitchFamily="18" charset="0"/>
                  </a:rPr>
                  <a:t>其中，表头结点有两个域组成</a:t>
                </a:r>
                <a:r>
                  <a:rPr lang="zh-CN" altLang="en-US" sz="1600" dirty="0">
                    <a:solidFill>
                      <a:srgbClr val="C00000"/>
                    </a:solidFill>
                    <a:latin typeface="Times New Roman" panose="02020603050405020304" pitchFamily="18" charset="0"/>
                    <a:cs typeface="Times New Roman" panose="02020603050405020304" pitchFamily="18" charset="0"/>
                  </a:rPr>
                  <a:t>：</a:t>
                </a:r>
                <a:endParaRPr lang="en-US" altLang="zh-CN" sz="1600" dirty="0">
                  <a:solidFill>
                    <a:srgbClr val="C00000"/>
                  </a:solidFill>
                  <a:latin typeface="Times New Roman" panose="02020603050405020304" pitchFamily="18" charset="0"/>
                  <a:cs typeface="Times New Roman" panose="02020603050405020304" pitchFamily="18" charset="0"/>
                </a:endParaRPr>
              </a:p>
              <a:p>
                <a:pPr algn="just">
                  <a:lnSpc>
                    <a:spcPts val="2400"/>
                  </a:lnSpc>
                  <a:spcBef>
                    <a:spcPts val="0"/>
                  </a:spcBef>
                </a:pPr>
                <a:r>
                  <a:rPr lang="en-US" altLang="zh-CN" sz="1600" dirty="0">
                    <a:latin typeface="Times New Roman" panose="02020603050405020304" pitchFamily="18" charset="0"/>
                    <a:cs typeface="Times New Roman" panose="02020603050405020304" pitchFamily="18" charset="0"/>
                  </a:rPr>
                  <a:t>   data</a:t>
                </a:r>
                <a:r>
                  <a:rPr lang="zh-CN" altLang="zh-CN" sz="1600" dirty="0">
                    <a:latin typeface="Times New Roman" panose="02020603050405020304" pitchFamily="18" charset="0"/>
                    <a:cs typeface="Times New Roman" panose="02020603050405020304" pitchFamily="18" charset="0"/>
                  </a:rPr>
                  <a:t>域用来存储顶点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的名称或相关其他信息</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firstarc</a:t>
                </a:r>
                <a:r>
                  <a:rPr lang="zh-CN" altLang="zh-CN" sz="1600" dirty="0">
                    <a:latin typeface="Times New Roman" panose="02020603050405020304" pitchFamily="18" charset="0"/>
                    <a:cs typeface="Times New Roman" panose="02020603050405020304" pitchFamily="18" charset="0"/>
                  </a:rPr>
                  <a:t>用来存储对应顶点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的链表中第一个边结点。</a:t>
                </a:r>
                <a:endParaRPr lang="en-US" altLang="zh-CN" sz="1600" dirty="0">
                  <a:latin typeface="Times New Roman" panose="02020603050405020304" pitchFamily="18" charset="0"/>
                  <a:cs typeface="Times New Roman" panose="02020603050405020304" pitchFamily="18" charset="0"/>
                </a:endParaRPr>
              </a:p>
              <a:p>
                <a:pPr marL="0" indent="0" algn="just">
                  <a:lnSpc>
                    <a:spcPts val="24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solidFill>
                      <a:srgbClr val="C00000"/>
                    </a:solidFill>
                    <a:latin typeface="Times New Roman" panose="02020603050405020304" pitchFamily="18" charset="0"/>
                    <a:cs typeface="Times New Roman" panose="02020603050405020304" pitchFamily="18" charset="0"/>
                  </a:rPr>
                  <a:t>边（弧）结点有三个域组</a:t>
                </a:r>
                <a:r>
                  <a:rPr lang="zh-CN" altLang="en-US" sz="1600" dirty="0">
                    <a:solidFill>
                      <a:srgbClr val="C00000"/>
                    </a:solidFill>
                    <a:latin typeface="Times New Roman" panose="02020603050405020304" pitchFamily="18" charset="0"/>
                    <a:cs typeface="Times New Roman" panose="02020603050405020304" pitchFamily="18" charset="0"/>
                  </a:rPr>
                  <a:t>：</a:t>
                </a:r>
                <a:endParaRPr lang="en-US" altLang="zh-CN" sz="1600" dirty="0">
                  <a:solidFill>
                    <a:srgbClr val="C00000"/>
                  </a:solidFill>
                  <a:latin typeface="Times New Roman" panose="02020603050405020304" pitchFamily="18" charset="0"/>
                  <a:cs typeface="Times New Roman" panose="02020603050405020304" pitchFamily="18" charset="0"/>
                </a:endParaRPr>
              </a:p>
              <a:p>
                <a:pPr algn="just">
                  <a:lnSpc>
                    <a:spcPts val="2400"/>
                  </a:lnSpc>
                  <a:spcBef>
                    <a:spcPts val="0"/>
                  </a:spcBef>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adjvex</a:t>
                </a:r>
                <a:r>
                  <a:rPr lang="zh-CN" altLang="zh-CN" sz="1600" dirty="0">
                    <a:latin typeface="Times New Roman" panose="02020603050405020304" pitchFamily="18" charset="0"/>
                    <a:cs typeface="Times New Roman" panose="02020603050405020304" pitchFamily="18" charset="0"/>
                  </a:rPr>
                  <a:t>用来存储与顶点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相邻接的顶点在顶点数组表中的下标</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nextarc</a:t>
                </a:r>
                <a:r>
                  <a:rPr lang="zh-CN" altLang="zh-CN" sz="1600" dirty="0">
                    <a:latin typeface="Times New Roman" panose="02020603050405020304" pitchFamily="18" charset="0"/>
                    <a:cs typeface="Times New Roman" panose="02020603050405020304" pitchFamily="18" charset="0"/>
                  </a:rPr>
                  <a:t>用来存储与顶点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相邻接的下一个边（弧）结点的地址</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r>
                  <a:rPr lang="en-US" altLang="zh-CN" sz="1600" dirty="0">
                    <a:latin typeface="Times New Roman" panose="02020603050405020304" pitchFamily="18" charset="0"/>
                    <a:cs typeface="Times New Roman" panose="02020603050405020304" pitchFamily="18" charset="0"/>
                  </a:rPr>
                  <a:t>   info</a:t>
                </a:r>
                <a:r>
                  <a:rPr lang="zh-CN" altLang="zh-CN" sz="1600" dirty="0">
                    <a:latin typeface="Times New Roman" panose="02020603050405020304" pitchFamily="18" charset="0"/>
                    <a:cs typeface="Times New Roman" panose="02020603050405020304" pitchFamily="18" charset="0"/>
                  </a:rPr>
                  <a:t>用来存储与边（弧）相关的信息，如权值等。如果没有相关</a:t>
                </a:r>
                <a:r>
                  <a:rPr lang="en-US" altLang="zh-CN" sz="1600" dirty="0">
                    <a:latin typeface="Times New Roman" panose="02020603050405020304" pitchFamily="18" charset="0"/>
                    <a:cs typeface="Times New Roman" panose="02020603050405020304" pitchFamily="18" charset="0"/>
                  </a:rPr>
                  <a:t>info</a:t>
                </a:r>
                <a:r>
                  <a:rPr lang="zh-CN" altLang="zh-CN" sz="1600" dirty="0">
                    <a:latin typeface="Times New Roman" panose="02020603050405020304" pitchFamily="18" charset="0"/>
                    <a:cs typeface="Times New Roman" panose="02020603050405020304" pitchFamily="18" charset="0"/>
                  </a:rPr>
                  <a:t>信息，可省略该数据项。</a:t>
                </a: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642270"/>
                <a:ext cx="9036496" cy="3507876"/>
              </a:xfrm>
              <a:blipFill>
                <a:blip r:embed="rId2"/>
                <a:stretch>
                  <a:fillRect l="-540"/>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1115616" y="1022384"/>
            <a:ext cx="5832648" cy="553295"/>
          </a:xfrm>
          <a:prstGeom prst="rect">
            <a:avLst/>
          </a:prstGeom>
        </p:spPr>
      </p:pic>
      <p:sp>
        <p:nvSpPr>
          <p:cNvPr id="5" name="文本框 4"/>
          <p:cNvSpPr txBox="1"/>
          <p:nvPr/>
        </p:nvSpPr>
        <p:spPr>
          <a:xfrm>
            <a:off x="611380" y="115457"/>
            <a:ext cx="151234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邻接表存储</a:t>
            </a:r>
          </a:p>
        </p:txBody>
      </p:sp>
    </p:spTree>
    <p:extLst>
      <p:ext uri="{BB962C8B-B14F-4D97-AF65-F5344CB8AC3E}">
        <p14:creationId xmlns:p14="http://schemas.microsoft.com/office/powerpoint/2010/main" val="1169113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 calcmode="lin" valueType="num">
                                      <p:cBhvr additive="base">
                                        <p:cTn id="3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5" end="5"/>
                                            </p:txEl>
                                          </p:spTgt>
                                        </p:tgtEl>
                                        <p:attrNameLst>
                                          <p:attrName>style.visibility</p:attrName>
                                        </p:attrNameLst>
                                      </p:cBhvr>
                                      <p:to>
                                        <p:strVal val="visible"/>
                                      </p:to>
                                    </p:set>
                                    <p:anim calcmode="lin" valueType="num">
                                      <p:cBhvr additive="base">
                                        <p:cTn id="43"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
                                            <p:txEl>
                                              <p:pRg st="6" end="6"/>
                                            </p:txEl>
                                          </p:spTgt>
                                        </p:tgtEl>
                                        <p:attrNameLst>
                                          <p:attrName>style.visibility</p:attrName>
                                        </p:attrNameLst>
                                      </p:cBhvr>
                                      <p:to>
                                        <p:strVal val="visible"/>
                                      </p:to>
                                    </p:set>
                                    <p:anim calcmode="lin" valueType="num">
                                      <p:cBhvr additive="base">
                                        <p:cTn id="49"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928992" cy="3507876"/>
              </a:xfrm>
            </p:spPr>
            <p:txBody>
              <a:bodyPr/>
              <a:lstStyle/>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无向图及其邻接表存储结构如图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所示</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solidFill>
                      <a:srgbClr val="C00000"/>
                    </a:solidFill>
                    <a:latin typeface="Times New Roman" panose="02020603050405020304" pitchFamily="18" charset="0"/>
                    <a:cs typeface="Times New Roman" panose="02020603050405020304" pitchFamily="18" charset="0"/>
                  </a:rPr>
                  <a:t>带权有向网及其邻接表存储结构如图</a:t>
                </a:r>
                <a:r>
                  <a:rPr lang="en-US" altLang="zh-CN" sz="1600" dirty="0">
                    <a:solidFill>
                      <a:srgbClr val="C00000"/>
                    </a:solidFill>
                    <a:latin typeface="Times New Roman" panose="02020603050405020304" pitchFamily="18" charset="0"/>
                    <a:cs typeface="Times New Roman" panose="02020603050405020304" pitchFamily="18" charset="0"/>
                  </a:rPr>
                  <a:t>(b)</a:t>
                </a:r>
                <a:r>
                  <a:rPr lang="zh-CN" altLang="zh-CN" sz="1600" dirty="0">
                    <a:solidFill>
                      <a:srgbClr val="C00000"/>
                    </a:solidFill>
                    <a:latin typeface="Times New Roman" panose="02020603050405020304" pitchFamily="18" charset="0"/>
                    <a:cs typeface="Times New Roman" panose="02020603050405020304" pitchFamily="18" charset="0"/>
                  </a:rPr>
                  <a:t>所示。</a:t>
                </a:r>
                <a:endParaRPr lang="en-US" altLang="zh-CN" sz="1600" dirty="0">
                  <a:solidFill>
                    <a:srgbClr val="C00000"/>
                  </a:solidFill>
                  <a:latin typeface="Times New Roman" panose="02020603050405020304" pitchFamily="18" charset="0"/>
                  <a:cs typeface="Times New Roman" panose="02020603050405020304" pitchFamily="18" charset="0"/>
                </a:endParaRPr>
              </a:p>
              <a:p>
                <a:pPr marL="0" indent="0">
                  <a:buNone/>
                </a:pPr>
                <a:endParaRPr lang="en-US" altLang="zh-CN" sz="1600" dirty="0">
                  <a:latin typeface="Times New Roman" panose="02020603050405020304" pitchFamily="18" charset="0"/>
                  <a:cs typeface="Times New Roman" panose="02020603050405020304" pitchFamily="18" charset="0"/>
                </a:endParaRPr>
              </a:p>
              <a:p>
                <a:pPr marL="0" indent="0">
                  <a:buNone/>
                </a:pPr>
                <a:endParaRPr lang="en-US" altLang="zh-CN" sz="1600" dirty="0">
                  <a:latin typeface="Times New Roman" panose="02020603050405020304" pitchFamily="18" charset="0"/>
                  <a:cs typeface="Times New Roman" panose="02020603050405020304" pitchFamily="18" charset="0"/>
                </a:endParaRPr>
              </a:p>
              <a:p>
                <a:pPr marL="0" indent="0">
                  <a:buNone/>
                </a:pPr>
                <a:endParaRPr lang="en-US" altLang="zh-CN" sz="16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p>
              <a:p>
                <a:pPr marL="0" indent="0" algn="just">
                  <a:lnSpc>
                    <a:spcPts val="26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根据邻接表的定义可知，</a:t>
                </a:r>
                <a:endParaRPr lang="en-US" altLang="zh-CN" sz="1600" dirty="0">
                  <a:latin typeface="Times New Roman" panose="02020603050405020304" pitchFamily="18" charset="0"/>
                  <a:cs typeface="Times New Roman" panose="02020603050405020304" pitchFamily="18" charset="0"/>
                </a:endParaRPr>
              </a:p>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对于有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个顶点和</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条边的无向图，其邻接表有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个表头结点和</a:t>
                </a:r>
                <a14:m>
                  <m:oMath xmlns:m="http://schemas.openxmlformats.org/officeDocument/2006/math">
                    <m:r>
                      <a:rPr lang="en-US" altLang="zh-CN" sz="1600">
                        <a:latin typeface="Cambria Math" panose="02040503050406030204" pitchFamily="18" charset="0"/>
                      </a:rPr>
                      <m:t>2</m:t>
                    </m:r>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个边结点；</a:t>
                </a:r>
                <a:endParaRPr lang="en-US" altLang="zh-CN" sz="1600" dirty="0">
                  <a:latin typeface="Times New Roman" panose="02020603050405020304" pitchFamily="18" charset="0"/>
                  <a:cs typeface="Times New Roman" panose="02020603050405020304" pitchFamily="18" charset="0"/>
                </a:endParaRPr>
              </a:p>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对于有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个顶点和</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条边的有向图，其邻接表有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个表头结点和</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个边结点</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marL="0" indent="0">
                  <a:buNone/>
                </a:pPr>
                <a:endParaRPr lang="zh-CN" altLang="zh-CN" sz="1600" dirty="0">
                  <a:latin typeface="Times New Roman" panose="02020603050405020304" pitchFamily="18" charset="0"/>
                  <a:cs typeface="Times New Roman" panose="02020603050405020304" pitchFamily="18" charset="0"/>
                </a:endParaRP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928992" cy="3507876"/>
              </a:xfrm>
              <a:blipFill>
                <a:blip r:embed="rId2"/>
                <a:stretch>
                  <a:fillRect l="-683" b="-9217"/>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371655" y="1962409"/>
            <a:ext cx="4466238" cy="1584176"/>
          </a:xfrm>
          <a:prstGeom prst="rect">
            <a:avLst/>
          </a:prstGeom>
        </p:spPr>
      </p:pic>
      <p:pic>
        <p:nvPicPr>
          <p:cNvPr id="6" name="图片 5"/>
          <p:cNvPicPr>
            <a:picLocks noChangeAspect="1"/>
          </p:cNvPicPr>
          <p:nvPr/>
        </p:nvPicPr>
        <p:blipFill>
          <a:blip r:embed="rId4"/>
          <a:stretch>
            <a:fillRect/>
          </a:stretch>
        </p:blipFill>
        <p:spPr>
          <a:xfrm>
            <a:off x="4844861" y="1962409"/>
            <a:ext cx="4251596" cy="1590335"/>
          </a:xfrm>
          <a:prstGeom prst="rect">
            <a:avLst/>
          </a:prstGeom>
        </p:spPr>
      </p:pic>
      <p:sp>
        <p:nvSpPr>
          <p:cNvPr id="7" name="文本框 6"/>
          <p:cNvSpPr txBox="1"/>
          <p:nvPr/>
        </p:nvSpPr>
        <p:spPr>
          <a:xfrm>
            <a:off x="611380" y="115457"/>
            <a:ext cx="201640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邻接表存储示例</a:t>
            </a:r>
          </a:p>
        </p:txBody>
      </p:sp>
    </p:spTree>
    <p:extLst>
      <p:ext uri="{BB962C8B-B14F-4D97-AF65-F5344CB8AC3E}">
        <p14:creationId xmlns:p14="http://schemas.microsoft.com/office/powerpoint/2010/main" val="3292505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1000"/>
                                        <p:tgtEl>
                                          <p:spTgt spid="3">
                                            <p:txEl>
                                              <p:pRg st="1" end="1"/>
                                            </p:txEl>
                                          </p:spTgt>
                                        </p:tgtEl>
                                      </p:cBhvr>
                                    </p:animEffect>
                                    <p:anim calcmode="lin" valueType="num">
                                      <p:cBhvr>
                                        <p:cTn id="20"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additive="base">
                                        <p:cTn id="26" dur="500" fill="hold"/>
                                        <p:tgtEl>
                                          <p:spTgt spid="6"/>
                                        </p:tgtEl>
                                        <p:attrNameLst>
                                          <p:attrName>ppt_x</p:attrName>
                                        </p:attrNameLst>
                                      </p:cBhvr>
                                      <p:tavLst>
                                        <p:tav tm="0">
                                          <p:val>
                                            <p:strVal val="#ppt_x"/>
                                          </p:val>
                                        </p:tav>
                                        <p:tav tm="100000">
                                          <p:val>
                                            <p:strVal val="#ppt_x"/>
                                          </p:val>
                                        </p:tav>
                                      </p:tavLst>
                                    </p:anim>
                                    <p:anim calcmode="lin" valueType="num">
                                      <p:cBhvr additive="base">
                                        <p:cTn id="27"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 calcmode="lin" valueType="num">
                                      <p:cBhvr additive="base">
                                        <p:cTn id="32"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nodeType="clickEffect">
                                  <p:stCondLst>
                                    <p:cond delay="0"/>
                                  </p:stCondLst>
                                  <p:childTnLst>
                                    <p:set>
                                      <p:cBhvr>
                                        <p:cTn id="37" dur="1" fill="hold">
                                          <p:stCondLst>
                                            <p:cond delay="0"/>
                                          </p:stCondLst>
                                        </p:cTn>
                                        <p:tgtEl>
                                          <p:spTgt spid="3">
                                            <p:txEl>
                                              <p:pRg st="8" end="8"/>
                                            </p:txEl>
                                          </p:spTgt>
                                        </p:tgtEl>
                                        <p:attrNameLst>
                                          <p:attrName>style.visibility</p:attrName>
                                        </p:attrNameLst>
                                      </p:cBhvr>
                                      <p:to>
                                        <p:strVal val="visible"/>
                                      </p:to>
                                    </p:set>
                                    <p:anim calcmode="lin" valueType="num">
                                      <p:cBhvr additive="base">
                                        <p:cTn id="38"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39"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3">
                                            <p:txEl>
                                              <p:pRg st="9" end="9"/>
                                            </p:txEl>
                                          </p:spTgt>
                                        </p:tgtEl>
                                        <p:attrNameLst>
                                          <p:attrName>style.visibility</p:attrName>
                                        </p:attrNameLst>
                                      </p:cBhvr>
                                      <p:to>
                                        <p:strVal val="visible"/>
                                      </p:to>
                                    </p:set>
                                    <p:anim calcmode="lin" valueType="num">
                                      <p:cBhvr additive="base">
                                        <p:cTn id="44"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45"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771550"/>
                <a:ext cx="8928992" cy="3507876"/>
              </a:xfrm>
            </p:spPr>
            <p:txBody>
              <a:bodyPr/>
              <a:lstStyle/>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在无向图的邻接表中，顶点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的度恰恰为第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个单链表中的结点数；而在有向图中，第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个单链表中的结点数只是顶点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的出度，为求顶点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的入度，必须遍历整个邻接表。</a:t>
                </a:r>
                <a:endParaRPr lang="en-US" altLang="zh-CN" sz="1600" dirty="0">
                  <a:latin typeface="Times New Roman" panose="02020603050405020304" pitchFamily="18" charset="0"/>
                  <a:cs typeface="Times New Roman" panose="02020603050405020304" pitchFamily="18" charset="0"/>
                </a:endParaRPr>
              </a:p>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因此，为了便于确定顶点的入度，可以建立有向图的逆邻接表（注：只有有向图才有逆邻接表），即为每个顶点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建立一个所有以顶点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为弧头的边链表。这样求顶点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的入度即是计算逆邻接表中第</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个顶点的边链表中结点的个数。</a:t>
                </a:r>
                <a:endParaRPr lang="en-US" altLang="zh-CN" sz="1600" dirty="0">
                  <a:latin typeface="Times New Roman" panose="02020603050405020304" pitchFamily="18" charset="0"/>
                  <a:cs typeface="Times New Roman" panose="02020603050405020304" pitchFamily="18" charset="0"/>
                </a:endParaRPr>
              </a:p>
              <a:p>
                <a:pPr algn="just">
                  <a:lnSpc>
                    <a:spcPts val="2600"/>
                  </a:lnSpc>
                  <a:spcBef>
                    <a:spcPts val="0"/>
                  </a:spcBef>
                </a:pPr>
                <a:r>
                  <a:rPr lang="zh-CN" altLang="en-US" sz="1600" dirty="0">
                    <a:latin typeface="Times New Roman" panose="02020603050405020304" pitchFamily="18" charset="0"/>
                    <a:cs typeface="Times New Roman" panose="02020603050405020304" pitchFamily="18" charset="0"/>
                  </a:rPr>
                  <a:t>下图是</a:t>
                </a:r>
                <a:r>
                  <a:rPr lang="zh-CN" altLang="zh-CN" sz="1600" dirty="0">
                    <a:latin typeface="Times New Roman" panose="02020603050405020304" pitchFamily="18" charset="0"/>
                    <a:cs typeface="Times New Roman" panose="02020603050405020304" pitchFamily="18" charset="0"/>
                  </a:rPr>
                  <a:t>带权有向网</a:t>
                </a:r>
                <a:r>
                  <a:rPr lang="zh-CN" altLang="en-US" sz="1600" dirty="0">
                    <a:latin typeface="Times New Roman" panose="02020603050405020304" pitchFamily="18" charset="0"/>
                    <a:cs typeface="Times New Roman" panose="02020603050405020304" pitchFamily="18" charset="0"/>
                  </a:rPr>
                  <a:t>及其</a:t>
                </a:r>
                <a:r>
                  <a:rPr lang="zh-CN" altLang="zh-CN" sz="1600" dirty="0">
                    <a:latin typeface="Times New Roman" panose="02020603050405020304" pitchFamily="18" charset="0"/>
                    <a:cs typeface="Times New Roman" panose="02020603050405020304" pitchFamily="18" charset="0"/>
                  </a:rPr>
                  <a:t>逆邻接表存储结构。</a:t>
                </a:r>
              </a:p>
              <a:p>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771550"/>
                <a:ext cx="8928992" cy="3507876"/>
              </a:xfrm>
              <a:blipFill>
                <a:blip r:embed="rId2"/>
                <a:stretch>
                  <a:fillRect l="-546" r="-2869"/>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2051720" y="2931790"/>
            <a:ext cx="4460914" cy="1944216"/>
          </a:xfrm>
          <a:prstGeom prst="rect">
            <a:avLst/>
          </a:prstGeom>
        </p:spPr>
      </p:pic>
      <p:sp>
        <p:nvSpPr>
          <p:cNvPr id="5" name="文本框 4"/>
          <p:cNvSpPr txBox="1"/>
          <p:nvPr/>
        </p:nvSpPr>
        <p:spPr>
          <a:xfrm>
            <a:off x="611380" y="115457"/>
            <a:ext cx="180038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逆邻接表存储</a:t>
            </a:r>
          </a:p>
        </p:txBody>
      </p:sp>
    </p:spTree>
    <p:extLst>
      <p:ext uri="{BB962C8B-B14F-4D97-AF65-F5344CB8AC3E}">
        <p14:creationId xmlns:p14="http://schemas.microsoft.com/office/powerpoint/2010/main" val="1314227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223646" y="915566"/>
            <a:ext cx="6076546" cy="3507876"/>
          </a:xfrm>
        </p:spPr>
        <p:txBody>
          <a:bodyPr/>
          <a:lstStyle/>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#define </a:t>
            </a:r>
            <a:r>
              <a:rPr lang="en-US" altLang="zh-CN" sz="1400" dirty="0" err="1">
                <a:latin typeface="Times New Roman" panose="02020603050405020304" pitchFamily="18" charset="0"/>
                <a:cs typeface="Times New Roman" panose="02020603050405020304" pitchFamily="18" charset="0"/>
              </a:rPr>
              <a:t>MaxVex</a:t>
            </a:r>
            <a:r>
              <a:rPr lang="en-US" altLang="zh-CN" sz="1400" dirty="0">
                <a:latin typeface="Times New Roman" panose="02020603050405020304" pitchFamily="18" charset="0"/>
                <a:cs typeface="Times New Roman" panose="02020603050405020304" pitchFamily="18" charset="0"/>
              </a:rPr>
              <a:t> 20   //</a:t>
            </a:r>
            <a:r>
              <a:rPr lang="zh-CN" altLang="zh-CN" sz="1400" dirty="0">
                <a:latin typeface="Times New Roman" panose="02020603050405020304" pitchFamily="18" charset="0"/>
                <a:cs typeface="Times New Roman" panose="02020603050405020304" pitchFamily="18" charset="0"/>
              </a:rPr>
              <a:t>自定义最大顶点数 </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typedef  </a:t>
            </a:r>
            <a:r>
              <a:rPr lang="en-US" altLang="zh-CN" sz="1400" dirty="0" err="1">
                <a:latin typeface="Times New Roman" panose="02020603050405020304" pitchFamily="18" charset="0"/>
                <a:cs typeface="Times New Roman" panose="02020603050405020304" pitchFamily="18" charset="0"/>
              </a:rPr>
              <a:t>enum</a:t>
            </a:r>
            <a:r>
              <a:rPr lang="en-US" altLang="zh-CN" sz="1400" dirty="0">
                <a:latin typeface="Times New Roman" panose="02020603050405020304" pitchFamily="18" charset="0"/>
                <a:cs typeface="Times New Roman" panose="02020603050405020304" pitchFamily="18" charset="0"/>
              </a:rPr>
              <a:t>{DG, UDG, DN,UDN}  </a:t>
            </a:r>
            <a:r>
              <a:rPr lang="en-US" altLang="zh-CN" sz="1400" dirty="0" err="1">
                <a:latin typeface="Times New Roman" panose="02020603050405020304" pitchFamily="18" charset="0"/>
                <a:cs typeface="Times New Roman" panose="02020603050405020304" pitchFamily="18" charset="0"/>
              </a:rPr>
              <a:t>GraphKind</a:t>
            </a:r>
            <a:r>
              <a:rPr lang="en-US" altLang="zh-CN" sz="1400" dirty="0">
                <a:latin typeface="Times New Roman" panose="02020603050405020304" pitchFamily="18" charset="0"/>
                <a:cs typeface="Times New Roman" panose="02020603050405020304" pitchFamily="18" charset="0"/>
              </a:rPr>
              <a:t>; </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有向图，无向图，有向网，无向网</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err="1">
                <a:solidFill>
                  <a:srgbClr val="002060"/>
                </a:solidFill>
                <a:latin typeface="Times New Roman" panose="02020603050405020304" pitchFamily="18" charset="0"/>
                <a:cs typeface="Times New Roman" panose="02020603050405020304" pitchFamily="18" charset="0"/>
              </a:rPr>
              <a:t>typedef</a:t>
            </a: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struct</a:t>
            </a: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ArcNode</a:t>
            </a:r>
            <a:r>
              <a:rPr lang="en-US" altLang="zh-CN" sz="1400" dirty="0">
                <a:solidFill>
                  <a:srgbClr val="002060"/>
                </a:solidFill>
                <a:latin typeface="Times New Roman" panose="02020603050405020304" pitchFamily="18" charset="0"/>
                <a:cs typeface="Times New Roman" panose="02020603050405020304" pitchFamily="18" charset="0"/>
              </a:rPr>
              <a:t>{  //</a:t>
            </a:r>
            <a:r>
              <a:rPr lang="zh-CN" altLang="zh-CN" sz="1400" dirty="0">
                <a:solidFill>
                  <a:srgbClr val="002060"/>
                </a:solidFill>
                <a:latin typeface="Times New Roman" panose="02020603050405020304" pitchFamily="18" charset="0"/>
                <a:cs typeface="Times New Roman" panose="02020603050405020304" pitchFamily="18" charset="0"/>
              </a:rPr>
              <a:t>边结点定义</a:t>
            </a:r>
          </a:p>
          <a:p>
            <a:pPr marL="0" indent="0">
              <a:lnSpc>
                <a:spcPct val="100000"/>
              </a:lnSpc>
              <a:spcBef>
                <a:spcPts val="0"/>
              </a:spcBef>
              <a:buNone/>
            </a:pP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int</a:t>
            </a: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adjvex</a:t>
            </a:r>
            <a:r>
              <a:rPr lang="en-US" altLang="zh-CN" sz="1400" dirty="0">
                <a:solidFill>
                  <a:srgbClr val="002060"/>
                </a:solidFill>
                <a:latin typeface="Times New Roman" panose="02020603050405020304" pitchFamily="18" charset="0"/>
                <a:cs typeface="Times New Roman" panose="02020603050405020304" pitchFamily="18" charset="0"/>
              </a:rPr>
              <a:t>; //</a:t>
            </a:r>
            <a:r>
              <a:rPr lang="zh-CN" altLang="zh-CN" sz="1400" dirty="0">
                <a:solidFill>
                  <a:srgbClr val="002060"/>
                </a:solidFill>
                <a:latin typeface="Times New Roman" panose="02020603050405020304" pitchFamily="18" charset="0"/>
                <a:cs typeface="Times New Roman" panose="02020603050405020304" pitchFamily="18" charset="0"/>
              </a:rPr>
              <a:t>终点（或弧尾）在数组表中的下标</a:t>
            </a:r>
          </a:p>
          <a:p>
            <a:pPr marL="0" indent="0">
              <a:lnSpc>
                <a:spcPct val="100000"/>
              </a:lnSpc>
              <a:spcBef>
                <a:spcPts val="0"/>
              </a:spcBef>
              <a:buNone/>
            </a:pP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int</a:t>
            </a:r>
            <a:r>
              <a:rPr lang="en-US" altLang="zh-CN" sz="1400" dirty="0">
                <a:solidFill>
                  <a:srgbClr val="002060"/>
                </a:solidFill>
                <a:latin typeface="Times New Roman" panose="02020603050405020304" pitchFamily="18" charset="0"/>
                <a:cs typeface="Times New Roman" panose="02020603050405020304" pitchFamily="18" charset="0"/>
              </a:rPr>
              <a:t> info;  //</a:t>
            </a:r>
            <a:r>
              <a:rPr lang="zh-CN" altLang="zh-CN" sz="1400" dirty="0">
                <a:solidFill>
                  <a:srgbClr val="002060"/>
                </a:solidFill>
                <a:latin typeface="Times New Roman" panose="02020603050405020304" pitchFamily="18" charset="0"/>
                <a:cs typeface="Times New Roman" panose="02020603050405020304" pitchFamily="18" charset="0"/>
              </a:rPr>
              <a:t>该边（弧）相关信息</a:t>
            </a:r>
            <a:r>
              <a:rPr lang="en-US" altLang="zh-CN" sz="1400" dirty="0">
                <a:solidFill>
                  <a:srgbClr val="002060"/>
                </a:solidFill>
                <a:latin typeface="Times New Roman" panose="02020603050405020304" pitchFamily="18" charset="0"/>
                <a:cs typeface="Times New Roman" panose="02020603050405020304" pitchFamily="18" charset="0"/>
              </a:rPr>
              <a:t>(</a:t>
            </a:r>
            <a:r>
              <a:rPr lang="zh-CN" altLang="zh-CN" sz="1400" dirty="0">
                <a:solidFill>
                  <a:srgbClr val="002060"/>
                </a:solidFill>
                <a:latin typeface="Times New Roman" panose="02020603050405020304" pitchFamily="18" charset="0"/>
                <a:cs typeface="Times New Roman" panose="02020603050405020304" pitchFamily="18" charset="0"/>
              </a:rPr>
              <a:t>权值</a:t>
            </a:r>
            <a:r>
              <a:rPr lang="en-US" altLang="zh-CN" sz="1400" dirty="0">
                <a:solidFill>
                  <a:srgbClr val="002060"/>
                </a:solidFill>
                <a:latin typeface="Times New Roman" panose="02020603050405020304" pitchFamily="18" charset="0"/>
                <a:cs typeface="Times New Roman" panose="02020603050405020304" pitchFamily="18" charset="0"/>
              </a:rPr>
              <a:t>)</a:t>
            </a:r>
            <a:r>
              <a:rPr lang="zh-CN" altLang="zh-CN" sz="1400" dirty="0">
                <a:solidFill>
                  <a:srgbClr val="002060"/>
                </a:solidFill>
                <a:latin typeface="Times New Roman" panose="02020603050405020304" pitchFamily="18" charset="0"/>
                <a:cs typeface="Times New Roman" panose="02020603050405020304" pitchFamily="18" charset="0"/>
              </a:rPr>
              <a:t>，如果需要的话</a:t>
            </a:r>
          </a:p>
          <a:p>
            <a:pPr marL="0" indent="0">
              <a:lnSpc>
                <a:spcPct val="100000"/>
              </a:lnSpc>
              <a:spcBef>
                <a:spcPts val="0"/>
              </a:spcBef>
              <a:buNone/>
            </a:pP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ArcNode</a:t>
            </a:r>
            <a:r>
              <a:rPr lang="en-US" altLang="zh-CN" sz="1400" dirty="0">
                <a:solidFill>
                  <a:srgbClr val="002060"/>
                </a:solidFill>
                <a:latin typeface="Times New Roman" panose="02020603050405020304" pitchFamily="18" charset="0"/>
                <a:cs typeface="Times New Roman" panose="02020603050405020304" pitchFamily="18" charset="0"/>
              </a:rPr>
              <a:t> *</a:t>
            </a:r>
            <a:r>
              <a:rPr lang="en-US" altLang="zh-CN" sz="1400" dirty="0" err="1">
                <a:solidFill>
                  <a:srgbClr val="002060"/>
                </a:solidFill>
                <a:latin typeface="Times New Roman" panose="02020603050405020304" pitchFamily="18" charset="0"/>
                <a:cs typeface="Times New Roman" panose="02020603050405020304" pitchFamily="18" charset="0"/>
              </a:rPr>
              <a:t>nextarc</a:t>
            </a:r>
            <a:r>
              <a:rPr lang="en-US" altLang="zh-CN" sz="1400" dirty="0">
                <a:solidFill>
                  <a:srgbClr val="002060"/>
                </a:solidFill>
                <a:latin typeface="Times New Roman" panose="02020603050405020304" pitchFamily="18" charset="0"/>
                <a:cs typeface="Times New Roman" panose="02020603050405020304" pitchFamily="18" charset="0"/>
              </a:rPr>
              <a:t>;//</a:t>
            </a:r>
            <a:r>
              <a:rPr lang="zh-CN" altLang="zh-CN" sz="1400" dirty="0">
                <a:solidFill>
                  <a:srgbClr val="002060"/>
                </a:solidFill>
                <a:latin typeface="Times New Roman" panose="02020603050405020304" pitchFamily="18" charset="0"/>
                <a:cs typeface="Times New Roman" panose="02020603050405020304" pitchFamily="18" charset="0"/>
              </a:rPr>
              <a:t>存储下一条边（或弧）结点的地址</a:t>
            </a:r>
          </a:p>
          <a:p>
            <a:pPr marL="0" indent="0">
              <a:lnSpc>
                <a:spcPct val="100000"/>
              </a:lnSpc>
              <a:spcBef>
                <a:spcPts val="0"/>
              </a:spcBef>
              <a:buNone/>
            </a:pPr>
            <a:r>
              <a:rPr lang="en-US" altLang="zh-CN" sz="1400" dirty="0">
                <a:solidFill>
                  <a:srgbClr val="002060"/>
                </a:solidFill>
                <a:latin typeface="Times New Roman" panose="02020603050405020304" pitchFamily="18" charset="0"/>
                <a:cs typeface="Times New Roman" panose="02020603050405020304" pitchFamily="18" charset="0"/>
              </a:rPr>
              <a:t>}</a:t>
            </a:r>
            <a:r>
              <a:rPr lang="en-US" altLang="zh-CN" sz="1400" dirty="0" err="1">
                <a:solidFill>
                  <a:srgbClr val="002060"/>
                </a:solidFill>
                <a:latin typeface="Times New Roman" panose="02020603050405020304" pitchFamily="18" charset="0"/>
                <a:cs typeface="Times New Roman" panose="02020603050405020304" pitchFamily="18" charset="0"/>
              </a:rPr>
              <a:t>ArcNode</a:t>
            </a:r>
            <a:r>
              <a:rPr lang="en-US" altLang="zh-CN" sz="1400" dirty="0">
                <a:solidFill>
                  <a:srgbClr val="002060"/>
                </a:solidFill>
                <a:latin typeface="Times New Roman" panose="02020603050405020304" pitchFamily="18" charset="0"/>
                <a:cs typeface="Times New Roman" panose="02020603050405020304" pitchFamily="18" charset="0"/>
              </a:rPr>
              <a:t>;</a:t>
            </a:r>
            <a:endParaRPr lang="zh-CN" altLang="zh-CN" sz="1400" dirty="0">
              <a:solidFill>
                <a:srgbClr val="002060"/>
              </a:solidFill>
              <a:latin typeface="Times New Roman" panose="02020603050405020304" pitchFamily="18" charset="0"/>
              <a:cs typeface="Times New Roman" panose="02020603050405020304" pitchFamily="18" charset="0"/>
            </a:endParaRPr>
          </a:p>
          <a:p>
            <a:pPr marL="0" indent="0">
              <a:lnSpc>
                <a:spcPct val="100000"/>
              </a:lnSpc>
              <a:spcBef>
                <a:spcPts val="0"/>
              </a:spcBef>
              <a:buNone/>
            </a:pPr>
            <a:endParaRPr lang="en-US"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err="1">
                <a:latin typeface="Times New Roman" panose="02020603050405020304" pitchFamily="18" charset="0"/>
                <a:cs typeface="Times New Roman" panose="02020603050405020304" pitchFamily="18" charset="0"/>
              </a:rPr>
              <a:t>typedef</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struct</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表头结点的定义</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VElemType</a:t>
            </a:r>
            <a:r>
              <a:rPr lang="en-US" altLang="zh-CN" sz="1400" dirty="0">
                <a:latin typeface="Times New Roman" panose="02020603050405020304" pitchFamily="18" charset="0"/>
                <a:cs typeface="Times New Roman" panose="02020603050405020304" pitchFamily="18" charset="0"/>
              </a:rPr>
              <a:t> data;       // </a:t>
            </a:r>
            <a:r>
              <a:rPr lang="en-US" altLang="zh-CN" sz="1400" dirty="0" err="1">
                <a:latin typeface="Times New Roman" panose="02020603050405020304" pitchFamily="18" charset="0"/>
                <a:cs typeface="Times New Roman" panose="02020603050405020304" pitchFamily="18" charset="0"/>
              </a:rPr>
              <a:t>VElemType</a:t>
            </a:r>
            <a:r>
              <a:rPr lang="zh-CN" altLang="zh-CN" sz="1400" dirty="0">
                <a:latin typeface="Times New Roman" panose="02020603050405020304" pitchFamily="18" charset="0"/>
                <a:cs typeface="Times New Roman" panose="02020603050405020304" pitchFamily="18" charset="0"/>
              </a:rPr>
              <a:t>为顶点信息类型</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firstarc</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存储第一条依附该顶点的边（或弧）结点地址 </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VNode</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err="1">
                <a:latin typeface="Times New Roman" panose="02020603050405020304" pitchFamily="18" charset="0"/>
                <a:cs typeface="Times New Roman" panose="02020603050405020304" pitchFamily="18" charset="0"/>
              </a:rPr>
              <a:t>typedef</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struct</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VNode</a:t>
            </a:r>
            <a:r>
              <a:rPr lang="en-US" altLang="zh-CN" sz="1400" dirty="0">
                <a:latin typeface="Times New Roman" panose="02020603050405020304" pitchFamily="18" charset="0"/>
                <a:cs typeface="Times New Roman" panose="02020603050405020304" pitchFamily="18" charset="0"/>
              </a:rPr>
              <a:t> vertices[</a:t>
            </a:r>
            <a:r>
              <a:rPr lang="en-US" altLang="zh-CN" sz="1400" dirty="0" err="1">
                <a:latin typeface="Times New Roman" panose="02020603050405020304" pitchFamily="18" charset="0"/>
                <a:cs typeface="Times New Roman" panose="02020603050405020304" pitchFamily="18" charset="0"/>
              </a:rPr>
              <a:t>MaxVex</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int</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vexnum</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int</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arcnum</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GraphKind</a:t>
            </a:r>
            <a:r>
              <a:rPr lang="en-US" altLang="zh-CN" sz="1400" dirty="0">
                <a:latin typeface="Times New Roman" panose="02020603050405020304" pitchFamily="18" charset="0"/>
                <a:cs typeface="Times New Roman" panose="02020603050405020304" pitchFamily="18" charset="0"/>
              </a:rPr>
              <a:t> kind;</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AdjLGraph</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ts val="2100"/>
              </a:lnSpc>
              <a:spcBef>
                <a:spcPts val="0"/>
              </a:spcBef>
              <a:buNone/>
            </a:pPr>
            <a:endParaRPr lang="zh-CN" altLang="en-US" sz="1400" dirty="0">
              <a:latin typeface="Times New Roman" panose="02020603050405020304" pitchFamily="18" charset="0"/>
              <a:cs typeface="Times New Roman" panose="02020603050405020304" pitchFamily="18" charset="0"/>
            </a:endParaRPr>
          </a:p>
        </p:txBody>
      </p:sp>
      <p:pic>
        <p:nvPicPr>
          <p:cNvPr id="6" name="图片 5"/>
          <p:cNvPicPr>
            <a:picLocks noChangeAspect="1"/>
          </p:cNvPicPr>
          <p:nvPr/>
        </p:nvPicPr>
        <p:blipFill>
          <a:blip r:embed="rId2"/>
          <a:stretch>
            <a:fillRect/>
          </a:stretch>
        </p:blipFill>
        <p:spPr>
          <a:xfrm>
            <a:off x="5076056" y="1059582"/>
            <a:ext cx="3647404" cy="1512168"/>
          </a:xfrm>
          <a:prstGeom prst="rect">
            <a:avLst/>
          </a:prstGeom>
        </p:spPr>
      </p:pic>
      <p:sp>
        <p:nvSpPr>
          <p:cNvPr id="7" name="矩形 6"/>
          <p:cNvSpPr/>
          <p:nvPr/>
        </p:nvSpPr>
        <p:spPr>
          <a:xfrm>
            <a:off x="251520" y="1635646"/>
            <a:ext cx="4824536" cy="108012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sp>
        <p:nvSpPr>
          <p:cNvPr id="8" name="椭圆 7"/>
          <p:cNvSpPr/>
          <p:nvPr/>
        </p:nvSpPr>
        <p:spPr>
          <a:xfrm>
            <a:off x="5868144" y="1047082"/>
            <a:ext cx="2376264" cy="30053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cxnSp>
        <p:nvCxnSpPr>
          <p:cNvPr id="10" name="直接箭头连接符 9"/>
          <p:cNvCxnSpPr/>
          <p:nvPr/>
        </p:nvCxnSpPr>
        <p:spPr>
          <a:xfrm flipV="1">
            <a:off x="4427984" y="1347614"/>
            <a:ext cx="2232248" cy="288032"/>
          </a:xfrm>
          <a:prstGeom prst="straightConnector1">
            <a:avLst/>
          </a:prstGeom>
          <a:ln>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矩形 10"/>
          <p:cNvSpPr/>
          <p:nvPr/>
        </p:nvSpPr>
        <p:spPr>
          <a:xfrm>
            <a:off x="251520" y="2859782"/>
            <a:ext cx="5760640" cy="864096"/>
          </a:xfrm>
          <a:prstGeom prst="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2" name="椭圆 11"/>
          <p:cNvSpPr/>
          <p:nvPr/>
        </p:nvSpPr>
        <p:spPr>
          <a:xfrm>
            <a:off x="5220072" y="1047082"/>
            <a:ext cx="648072" cy="372540"/>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cxnSp>
        <p:nvCxnSpPr>
          <p:cNvPr id="14" name="直接箭头连接符 13"/>
          <p:cNvCxnSpPr>
            <a:endCxn id="12" idx="3"/>
          </p:cNvCxnSpPr>
          <p:nvPr/>
        </p:nvCxnSpPr>
        <p:spPr>
          <a:xfrm flipV="1">
            <a:off x="4274543" y="1365065"/>
            <a:ext cx="1040437" cy="1494717"/>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5" name="矩形 14"/>
          <p:cNvSpPr/>
          <p:nvPr/>
        </p:nvSpPr>
        <p:spPr>
          <a:xfrm>
            <a:off x="179512" y="3795886"/>
            <a:ext cx="2592288" cy="1296144"/>
          </a:xfrm>
          <a:prstGeom prst="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6" name="椭圆 15"/>
          <p:cNvSpPr/>
          <p:nvPr/>
        </p:nvSpPr>
        <p:spPr>
          <a:xfrm>
            <a:off x="5076056" y="843558"/>
            <a:ext cx="360040" cy="2016224"/>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黑体" panose="02010609060101010101" pitchFamily="49" charset="-122"/>
              <a:cs typeface="Times New Roman" panose="02020603050405020304" pitchFamily="18" charset="0"/>
            </a:endParaRPr>
          </a:p>
        </p:txBody>
      </p:sp>
      <p:cxnSp>
        <p:nvCxnSpPr>
          <p:cNvPr id="18" name="直接箭头连接符 17"/>
          <p:cNvCxnSpPr>
            <a:endCxn id="16" idx="5"/>
          </p:cNvCxnSpPr>
          <p:nvPr/>
        </p:nvCxnSpPr>
        <p:spPr>
          <a:xfrm flipV="1">
            <a:off x="2771800" y="2564513"/>
            <a:ext cx="2611569" cy="1807437"/>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7" name="文本框 16"/>
          <p:cNvSpPr txBox="1"/>
          <p:nvPr/>
        </p:nvSpPr>
        <p:spPr>
          <a:xfrm>
            <a:off x="611380" y="115457"/>
            <a:ext cx="273648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邻接表存储结构的定义</a:t>
            </a:r>
          </a:p>
        </p:txBody>
      </p:sp>
    </p:spTree>
    <p:extLst>
      <p:ext uri="{BB962C8B-B14F-4D97-AF65-F5344CB8AC3E}">
        <p14:creationId xmlns:p14="http://schemas.microsoft.com/office/powerpoint/2010/main" val="2040520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 calcmode="lin" valueType="num">
                                      <p:cBhvr additive="base">
                                        <p:cTn id="27"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3">
                                            <p:txEl>
                                              <p:pRg st="3" end="3"/>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3">
                                            <p:txEl>
                                              <p:pRg st="5" end="5"/>
                                            </p:txEl>
                                          </p:spTgt>
                                        </p:tgtEl>
                                        <p:attrNameLst>
                                          <p:attrName>style.visibility</p:attrName>
                                        </p:attrNameLst>
                                      </p:cBhvr>
                                      <p:to>
                                        <p:strVal val="visible"/>
                                      </p:to>
                                    </p:set>
                                    <p:anim calcmode="lin" valueType="num">
                                      <p:cBhvr additive="base">
                                        <p:cTn id="35"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3">
                                            <p:txEl>
                                              <p:pRg st="5" end="5"/>
                                            </p:txEl>
                                          </p:spTgt>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3">
                                            <p:txEl>
                                              <p:pRg st="6" end="6"/>
                                            </p:txEl>
                                          </p:spTgt>
                                        </p:tgtEl>
                                        <p:attrNameLst>
                                          <p:attrName>style.visibility</p:attrName>
                                        </p:attrNameLst>
                                      </p:cBhvr>
                                      <p:to>
                                        <p:strVal val="visible"/>
                                      </p:to>
                                    </p:set>
                                    <p:anim calcmode="lin" valueType="num">
                                      <p:cBhvr additive="base">
                                        <p:cTn id="39"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
                                            <p:txEl>
                                              <p:pRg st="7" end="7"/>
                                            </p:txEl>
                                          </p:spTgt>
                                        </p:tgtEl>
                                        <p:attrNameLst>
                                          <p:attrName>style.visibility</p:attrName>
                                        </p:attrNameLst>
                                      </p:cBhvr>
                                      <p:to>
                                        <p:strVal val="visible"/>
                                      </p:to>
                                    </p:set>
                                    <p:anim calcmode="lin" valueType="num">
                                      <p:cBhvr additive="base">
                                        <p:cTn id="43"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500" fill="hold"/>
                                        <p:tgtEl>
                                          <p:spTgt spid="7"/>
                                        </p:tgtEl>
                                        <p:attrNameLst>
                                          <p:attrName>ppt_x</p:attrName>
                                        </p:attrNameLst>
                                      </p:cBhvr>
                                      <p:tavLst>
                                        <p:tav tm="0">
                                          <p:val>
                                            <p:strVal val="#ppt_x"/>
                                          </p:val>
                                        </p:tav>
                                        <p:tav tm="100000">
                                          <p:val>
                                            <p:strVal val="#ppt_x"/>
                                          </p:val>
                                        </p:tav>
                                      </p:tavLst>
                                    </p:anim>
                                    <p:anim calcmode="lin" valueType="num">
                                      <p:cBhvr additive="base">
                                        <p:cTn id="50" dur="500" fill="hold"/>
                                        <p:tgtEl>
                                          <p:spTgt spid="7"/>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10"/>
                                        </p:tgtEl>
                                        <p:attrNameLst>
                                          <p:attrName>style.visibility</p:attrName>
                                        </p:attrNameLst>
                                      </p:cBhvr>
                                      <p:to>
                                        <p:strVal val="visible"/>
                                      </p:to>
                                    </p:set>
                                    <p:anim calcmode="lin" valueType="num">
                                      <p:cBhvr additive="base">
                                        <p:cTn id="53" dur="500" fill="hold"/>
                                        <p:tgtEl>
                                          <p:spTgt spid="10"/>
                                        </p:tgtEl>
                                        <p:attrNameLst>
                                          <p:attrName>ppt_x</p:attrName>
                                        </p:attrNameLst>
                                      </p:cBhvr>
                                      <p:tavLst>
                                        <p:tav tm="0">
                                          <p:val>
                                            <p:strVal val="#ppt_x"/>
                                          </p:val>
                                        </p:tav>
                                        <p:tav tm="100000">
                                          <p:val>
                                            <p:strVal val="#ppt_x"/>
                                          </p:val>
                                        </p:tav>
                                      </p:tavLst>
                                    </p:anim>
                                    <p:anim calcmode="lin" valueType="num">
                                      <p:cBhvr additive="base">
                                        <p:cTn id="54" dur="500" fill="hold"/>
                                        <p:tgtEl>
                                          <p:spTgt spid="10"/>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additive="base">
                                        <p:cTn id="57" dur="500" fill="hold"/>
                                        <p:tgtEl>
                                          <p:spTgt spid="8"/>
                                        </p:tgtEl>
                                        <p:attrNameLst>
                                          <p:attrName>ppt_x</p:attrName>
                                        </p:attrNameLst>
                                      </p:cBhvr>
                                      <p:tavLst>
                                        <p:tav tm="0">
                                          <p:val>
                                            <p:strVal val="#ppt_x"/>
                                          </p:val>
                                        </p:tav>
                                        <p:tav tm="100000">
                                          <p:val>
                                            <p:strVal val="#ppt_x"/>
                                          </p:val>
                                        </p:tav>
                                      </p:tavLst>
                                    </p:anim>
                                    <p:anim calcmode="lin" valueType="num">
                                      <p:cBhvr additive="base">
                                        <p:cTn id="5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3">
                                            <p:txEl>
                                              <p:pRg st="9" end="9"/>
                                            </p:txEl>
                                          </p:spTgt>
                                        </p:tgtEl>
                                        <p:attrNameLst>
                                          <p:attrName>style.visibility</p:attrName>
                                        </p:attrNameLst>
                                      </p:cBhvr>
                                      <p:to>
                                        <p:strVal val="visible"/>
                                      </p:to>
                                    </p:set>
                                    <p:anim calcmode="lin" valueType="num">
                                      <p:cBhvr additive="base">
                                        <p:cTn id="63"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3">
                                            <p:txEl>
                                              <p:pRg st="9" end="9"/>
                                            </p:txEl>
                                          </p:spTgt>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3">
                                            <p:txEl>
                                              <p:pRg st="10" end="10"/>
                                            </p:txEl>
                                          </p:spTgt>
                                        </p:tgtEl>
                                        <p:attrNameLst>
                                          <p:attrName>style.visibility</p:attrName>
                                        </p:attrNameLst>
                                      </p:cBhvr>
                                      <p:to>
                                        <p:strVal val="visible"/>
                                      </p:to>
                                    </p:set>
                                    <p:anim calcmode="lin" valueType="num">
                                      <p:cBhvr additive="base">
                                        <p:cTn id="6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10" end="10"/>
                                            </p:txEl>
                                          </p:spTgt>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3">
                                            <p:txEl>
                                              <p:pRg st="11" end="11"/>
                                            </p:txEl>
                                          </p:spTgt>
                                        </p:tgtEl>
                                        <p:attrNameLst>
                                          <p:attrName>style.visibility</p:attrName>
                                        </p:attrNameLst>
                                      </p:cBhvr>
                                      <p:to>
                                        <p:strVal val="visible"/>
                                      </p:to>
                                    </p:set>
                                    <p:anim calcmode="lin" valueType="num">
                                      <p:cBhvr additive="base">
                                        <p:cTn id="71"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3">
                                            <p:txEl>
                                              <p:pRg st="11" end="11"/>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3">
                                            <p:txEl>
                                              <p:pRg st="12" end="12"/>
                                            </p:txEl>
                                          </p:spTgt>
                                        </p:tgtEl>
                                        <p:attrNameLst>
                                          <p:attrName>style.visibility</p:attrName>
                                        </p:attrNameLst>
                                      </p:cBhvr>
                                      <p:to>
                                        <p:strVal val="visible"/>
                                      </p:to>
                                    </p:set>
                                    <p:anim calcmode="lin" valueType="num">
                                      <p:cBhvr additive="base">
                                        <p:cTn id="75"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1"/>
                                        </p:tgtEl>
                                        <p:attrNameLst>
                                          <p:attrName>style.visibility</p:attrName>
                                        </p:attrNameLst>
                                      </p:cBhvr>
                                      <p:to>
                                        <p:strVal val="visible"/>
                                      </p:to>
                                    </p:set>
                                    <p:anim calcmode="lin" valueType="num">
                                      <p:cBhvr additive="base">
                                        <p:cTn id="81" dur="500" fill="hold"/>
                                        <p:tgtEl>
                                          <p:spTgt spid="11"/>
                                        </p:tgtEl>
                                        <p:attrNameLst>
                                          <p:attrName>ppt_x</p:attrName>
                                        </p:attrNameLst>
                                      </p:cBhvr>
                                      <p:tavLst>
                                        <p:tav tm="0">
                                          <p:val>
                                            <p:strVal val="#ppt_x"/>
                                          </p:val>
                                        </p:tav>
                                        <p:tav tm="100000">
                                          <p:val>
                                            <p:strVal val="#ppt_x"/>
                                          </p:val>
                                        </p:tav>
                                      </p:tavLst>
                                    </p:anim>
                                    <p:anim calcmode="lin" valueType="num">
                                      <p:cBhvr additive="base">
                                        <p:cTn id="82" dur="500" fill="hold"/>
                                        <p:tgtEl>
                                          <p:spTgt spid="11"/>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14"/>
                                        </p:tgtEl>
                                        <p:attrNameLst>
                                          <p:attrName>style.visibility</p:attrName>
                                        </p:attrNameLst>
                                      </p:cBhvr>
                                      <p:to>
                                        <p:strVal val="visible"/>
                                      </p:to>
                                    </p:set>
                                    <p:anim calcmode="lin" valueType="num">
                                      <p:cBhvr additive="base">
                                        <p:cTn id="85" dur="500" fill="hold"/>
                                        <p:tgtEl>
                                          <p:spTgt spid="14"/>
                                        </p:tgtEl>
                                        <p:attrNameLst>
                                          <p:attrName>ppt_x</p:attrName>
                                        </p:attrNameLst>
                                      </p:cBhvr>
                                      <p:tavLst>
                                        <p:tav tm="0">
                                          <p:val>
                                            <p:strVal val="#ppt_x"/>
                                          </p:val>
                                        </p:tav>
                                        <p:tav tm="100000">
                                          <p:val>
                                            <p:strVal val="#ppt_x"/>
                                          </p:val>
                                        </p:tav>
                                      </p:tavLst>
                                    </p:anim>
                                    <p:anim calcmode="lin" valueType="num">
                                      <p:cBhvr additive="base">
                                        <p:cTn id="86" dur="500" fill="hold"/>
                                        <p:tgtEl>
                                          <p:spTgt spid="14"/>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12"/>
                                        </p:tgtEl>
                                        <p:attrNameLst>
                                          <p:attrName>style.visibility</p:attrName>
                                        </p:attrNameLst>
                                      </p:cBhvr>
                                      <p:to>
                                        <p:strVal val="visible"/>
                                      </p:to>
                                    </p:set>
                                    <p:anim calcmode="lin" valueType="num">
                                      <p:cBhvr additive="base">
                                        <p:cTn id="89" dur="500" fill="hold"/>
                                        <p:tgtEl>
                                          <p:spTgt spid="12"/>
                                        </p:tgtEl>
                                        <p:attrNameLst>
                                          <p:attrName>ppt_x</p:attrName>
                                        </p:attrNameLst>
                                      </p:cBhvr>
                                      <p:tavLst>
                                        <p:tav tm="0">
                                          <p:val>
                                            <p:strVal val="#ppt_x"/>
                                          </p:val>
                                        </p:tav>
                                        <p:tav tm="100000">
                                          <p:val>
                                            <p:strVal val="#ppt_x"/>
                                          </p:val>
                                        </p:tav>
                                      </p:tavLst>
                                    </p:anim>
                                    <p:anim calcmode="lin" valueType="num">
                                      <p:cBhvr additive="base">
                                        <p:cTn id="9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nodeType="clickEffect">
                                  <p:stCondLst>
                                    <p:cond delay="0"/>
                                  </p:stCondLst>
                                  <p:childTnLst>
                                    <p:set>
                                      <p:cBhvr>
                                        <p:cTn id="94" dur="1" fill="hold">
                                          <p:stCondLst>
                                            <p:cond delay="0"/>
                                          </p:stCondLst>
                                        </p:cTn>
                                        <p:tgtEl>
                                          <p:spTgt spid="3">
                                            <p:txEl>
                                              <p:pRg st="13" end="13"/>
                                            </p:txEl>
                                          </p:spTgt>
                                        </p:tgtEl>
                                        <p:attrNameLst>
                                          <p:attrName>style.visibility</p:attrName>
                                        </p:attrNameLst>
                                      </p:cBhvr>
                                      <p:to>
                                        <p:strVal val="visible"/>
                                      </p:to>
                                    </p:set>
                                    <p:animEffect transition="in" filter="fade">
                                      <p:cBhvr>
                                        <p:cTn id="95" dur="1000"/>
                                        <p:tgtEl>
                                          <p:spTgt spid="3">
                                            <p:txEl>
                                              <p:pRg st="13" end="13"/>
                                            </p:txEl>
                                          </p:spTgt>
                                        </p:tgtEl>
                                      </p:cBhvr>
                                    </p:animEffect>
                                    <p:anim calcmode="lin" valueType="num">
                                      <p:cBhvr>
                                        <p:cTn id="96" dur="1000" fill="hold"/>
                                        <p:tgtEl>
                                          <p:spTgt spid="3">
                                            <p:txEl>
                                              <p:pRg st="13" end="13"/>
                                            </p:txEl>
                                          </p:spTgt>
                                        </p:tgtEl>
                                        <p:attrNameLst>
                                          <p:attrName>ppt_x</p:attrName>
                                        </p:attrNameLst>
                                      </p:cBhvr>
                                      <p:tavLst>
                                        <p:tav tm="0">
                                          <p:val>
                                            <p:strVal val="#ppt_x"/>
                                          </p:val>
                                        </p:tav>
                                        <p:tav tm="100000">
                                          <p:val>
                                            <p:strVal val="#ppt_x"/>
                                          </p:val>
                                        </p:tav>
                                      </p:tavLst>
                                    </p:anim>
                                    <p:anim calcmode="lin" valueType="num">
                                      <p:cBhvr>
                                        <p:cTn id="97" dur="1000" fill="hold"/>
                                        <p:tgtEl>
                                          <p:spTgt spid="3">
                                            <p:txEl>
                                              <p:pRg st="13" end="13"/>
                                            </p:txEl>
                                          </p:spTgt>
                                        </p:tgtEl>
                                        <p:attrNameLst>
                                          <p:attrName>ppt_y</p:attrName>
                                        </p:attrNameLst>
                                      </p:cBhvr>
                                      <p:tavLst>
                                        <p:tav tm="0">
                                          <p:val>
                                            <p:strVal val="#ppt_y+.1"/>
                                          </p:val>
                                        </p:tav>
                                        <p:tav tm="100000">
                                          <p:val>
                                            <p:strVal val="#ppt_y"/>
                                          </p:val>
                                        </p:tav>
                                      </p:tavLst>
                                    </p:anim>
                                  </p:childTnLst>
                                </p:cTn>
                              </p:par>
                              <p:par>
                                <p:cTn id="98" presetID="42" presetClass="entr" presetSubtype="0" fill="hold" nodeType="withEffect">
                                  <p:stCondLst>
                                    <p:cond delay="0"/>
                                  </p:stCondLst>
                                  <p:childTnLst>
                                    <p:set>
                                      <p:cBhvr>
                                        <p:cTn id="99" dur="1" fill="hold">
                                          <p:stCondLst>
                                            <p:cond delay="0"/>
                                          </p:stCondLst>
                                        </p:cTn>
                                        <p:tgtEl>
                                          <p:spTgt spid="3">
                                            <p:txEl>
                                              <p:pRg st="14" end="14"/>
                                            </p:txEl>
                                          </p:spTgt>
                                        </p:tgtEl>
                                        <p:attrNameLst>
                                          <p:attrName>style.visibility</p:attrName>
                                        </p:attrNameLst>
                                      </p:cBhvr>
                                      <p:to>
                                        <p:strVal val="visible"/>
                                      </p:to>
                                    </p:set>
                                    <p:animEffect transition="in" filter="fade">
                                      <p:cBhvr>
                                        <p:cTn id="100" dur="1000"/>
                                        <p:tgtEl>
                                          <p:spTgt spid="3">
                                            <p:txEl>
                                              <p:pRg st="14" end="14"/>
                                            </p:txEl>
                                          </p:spTgt>
                                        </p:tgtEl>
                                      </p:cBhvr>
                                    </p:animEffect>
                                    <p:anim calcmode="lin" valueType="num">
                                      <p:cBhvr>
                                        <p:cTn id="101" dur="1000" fill="hold"/>
                                        <p:tgtEl>
                                          <p:spTgt spid="3">
                                            <p:txEl>
                                              <p:pRg st="14" end="14"/>
                                            </p:txEl>
                                          </p:spTgt>
                                        </p:tgtEl>
                                        <p:attrNameLst>
                                          <p:attrName>ppt_x</p:attrName>
                                        </p:attrNameLst>
                                      </p:cBhvr>
                                      <p:tavLst>
                                        <p:tav tm="0">
                                          <p:val>
                                            <p:strVal val="#ppt_x"/>
                                          </p:val>
                                        </p:tav>
                                        <p:tav tm="100000">
                                          <p:val>
                                            <p:strVal val="#ppt_x"/>
                                          </p:val>
                                        </p:tav>
                                      </p:tavLst>
                                    </p:anim>
                                    <p:anim calcmode="lin" valueType="num">
                                      <p:cBhvr>
                                        <p:cTn id="102" dur="1000" fill="hold"/>
                                        <p:tgtEl>
                                          <p:spTgt spid="3">
                                            <p:txEl>
                                              <p:pRg st="14" end="14"/>
                                            </p:txEl>
                                          </p:spTgt>
                                        </p:tgtEl>
                                        <p:attrNameLst>
                                          <p:attrName>ppt_y</p:attrName>
                                        </p:attrNameLst>
                                      </p:cBhvr>
                                      <p:tavLst>
                                        <p:tav tm="0">
                                          <p:val>
                                            <p:strVal val="#ppt_y+.1"/>
                                          </p:val>
                                        </p:tav>
                                        <p:tav tm="100000">
                                          <p:val>
                                            <p:strVal val="#ppt_y"/>
                                          </p:val>
                                        </p:tav>
                                      </p:tavLst>
                                    </p:anim>
                                  </p:childTnLst>
                                </p:cTn>
                              </p:par>
                              <p:par>
                                <p:cTn id="103" presetID="42" presetClass="entr" presetSubtype="0" fill="hold" nodeType="withEffect">
                                  <p:stCondLst>
                                    <p:cond delay="0"/>
                                  </p:stCondLst>
                                  <p:childTnLst>
                                    <p:set>
                                      <p:cBhvr>
                                        <p:cTn id="104" dur="1" fill="hold">
                                          <p:stCondLst>
                                            <p:cond delay="0"/>
                                          </p:stCondLst>
                                        </p:cTn>
                                        <p:tgtEl>
                                          <p:spTgt spid="3">
                                            <p:txEl>
                                              <p:pRg st="15" end="15"/>
                                            </p:txEl>
                                          </p:spTgt>
                                        </p:tgtEl>
                                        <p:attrNameLst>
                                          <p:attrName>style.visibility</p:attrName>
                                        </p:attrNameLst>
                                      </p:cBhvr>
                                      <p:to>
                                        <p:strVal val="visible"/>
                                      </p:to>
                                    </p:set>
                                    <p:animEffect transition="in" filter="fade">
                                      <p:cBhvr>
                                        <p:cTn id="105" dur="1000"/>
                                        <p:tgtEl>
                                          <p:spTgt spid="3">
                                            <p:txEl>
                                              <p:pRg st="15" end="15"/>
                                            </p:txEl>
                                          </p:spTgt>
                                        </p:tgtEl>
                                      </p:cBhvr>
                                    </p:animEffect>
                                    <p:anim calcmode="lin" valueType="num">
                                      <p:cBhvr>
                                        <p:cTn id="106" dur="1000" fill="hold"/>
                                        <p:tgtEl>
                                          <p:spTgt spid="3">
                                            <p:txEl>
                                              <p:pRg st="15" end="15"/>
                                            </p:txEl>
                                          </p:spTgt>
                                        </p:tgtEl>
                                        <p:attrNameLst>
                                          <p:attrName>ppt_x</p:attrName>
                                        </p:attrNameLst>
                                      </p:cBhvr>
                                      <p:tavLst>
                                        <p:tav tm="0">
                                          <p:val>
                                            <p:strVal val="#ppt_x"/>
                                          </p:val>
                                        </p:tav>
                                        <p:tav tm="100000">
                                          <p:val>
                                            <p:strVal val="#ppt_x"/>
                                          </p:val>
                                        </p:tav>
                                      </p:tavLst>
                                    </p:anim>
                                    <p:anim calcmode="lin" valueType="num">
                                      <p:cBhvr>
                                        <p:cTn id="107" dur="1000" fill="hold"/>
                                        <p:tgtEl>
                                          <p:spTgt spid="3">
                                            <p:txEl>
                                              <p:pRg st="15" end="15"/>
                                            </p:txEl>
                                          </p:spTgt>
                                        </p:tgtEl>
                                        <p:attrNameLst>
                                          <p:attrName>ppt_y</p:attrName>
                                        </p:attrNameLst>
                                      </p:cBhvr>
                                      <p:tavLst>
                                        <p:tav tm="0">
                                          <p:val>
                                            <p:strVal val="#ppt_y+.1"/>
                                          </p:val>
                                        </p:tav>
                                        <p:tav tm="100000">
                                          <p:val>
                                            <p:strVal val="#ppt_y"/>
                                          </p:val>
                                        </p:tav>
                                      </p:tavLst>
                                    </p:anim>
                                  </p:childTnLst>
                                </p:cTn>
                              </p:par>
                              <p:par>
                                <p:cTn id="108" presetID="42" presetClass="entr" presetSubtype="0" fill="hold" nodeType="withEffect">
                                  <p:stCondLst>
                                    <p:cond delay="0"/>
                                  </p:stCondLst>
                                  <p:childTnLst>
                                    <p:set>
                                      <p:cBhvr>
                                        <p:cTn id="109" dur="1" fill="hold">
                                          <p:stCondLst>
                                            <p:cond delay="0"/>
                                          </p:stCondLst>
                                        </p:cTn>
                                        <p:tgtEl>
                                          <p:spTgt spid="3">
                                            <p:txEl>
                                              <p:pRg st="16" end="16"/>
                                            </p:txEl>
                                          </p:spTgt>
                                        </p:tgtEl>
                                        <p:attrNameLst>
                                          <p:attrName>style.visibility</p:attrName>
                                        </p:attrNameLst>
                                      </p:cBhvr>
                                      <p:to>
                                        <p:strVal val="visible"/>
                                      </p:to>
                                    </p:set>
                                    <p:animEffect transition="in" filter="fade">
                                      <p:cBhvr>
                                        <p:cTn id="110" dur="1000"/>
                                        <p:tgtEl>
                                          <p:spTgt spid="3">
                                            <p:txEl>
                                              <p:pRg st="16" end="16"/>
                                            </p:txEl>
                                          </p:spTgt>
                                        </p:tgtEl>
                                      </p:cBhvr>
                                    </p:animEffect>
                                    <p:anim calcmode="lin" valueType="num">
                                      <p:cBhvr>
                                        <p:cTn id="111" dur="1000" fill="hold"/>
                                        <p:tgtEl>
                                          <p:spTgt spid="3">
                                            <p:txEl>
                                              <p:pRg st="16" end="16"/>
                                            </p:txEl>
                                          </p:spTgt>
                                        </p:tgtEl>
                                        <p:attrNameLst>
                                          <p:attrName>ppt_x</p:attrName>
                                        </p:attrNameLst>
                                      </p:cBhvr>
                                      <p:tavLst>
                                        <p:tav tm="0">
                                          <p:val>
                                            <p:strVal val="#ppt_x"/>
                                          </p:val>
                                        </p:tav>
                                        <p:tav tm="100000">
                                          <p:val>
                                            <p:strVal val="#ppt_x"/>
                                          </p:val>
                                        </p:tav>
                                      </p:tavLst>
                                    </p:anim>
                                    <p:anim calcmode="lin" valueType="num">
                                      <p:cBhvr>
                                        <p:cTn id="112" dur="1000" fill="hold"/>
                                        <p:tgtEl>
                                          <p:spTgt spid="3">
                                            <p:txEl>
                                              <p:pRg st="16" end="16"/>
                                            </p:txEl>
                                          </p:spTgt>
                                        </p:tgtEl>
                                        <p:attrNameLst>
                                          <p:attrName>ppt_y</p:attrName>
                                        </p:attrNameLst>
                                      </p:cBhvr>
                                      <p:tavLst>
                                        <p:tav tm="0">
                                          <p:val>
                                            <p:strVal val="#ppt_y+.1"/>
                                          </p:val>
                                        </p:tav>
                                        <p:tav tm="100000">
                                          <p:val>
                                            <p:strVal val="#ppt_y"/>
                                          </p:val>
                                        </p:tav>
                                      </p:tavLst>
                                    </p:anim>
                                  </p:childTnLst>
                                </p:cTn>
                              </p:par>
                              <p:par>
                                <p:cTn id="113" presetID="42" presetClass="entr" presetSubtype="0" fill="hold" nodeType="withEffect">
                                  <p:stCondLst>
                                    <p:cond delay="0"/>
                                  </p:stCondLst>
                                  <p:childTnLst>
                                    <p:set>
                                      <p:cBhvr>
                                        <p:cTn id="114" dur="1" fill="hold">
                                          <p:stCondLst>
                                            <p:cond delay="0"/>
                                          </p:stCondLst>
                                        </p:cTn>
                                        <p:tgtEl>
                                          <p:spTgt spid="3">
                                            <p:txEl>
                                              <p:pRg st="17" end="17"/>
                                            </p:txEl>
                                          </p:spTgt>
                                        </p:tgtEl>
                                        <p:attrNameLst>
                                          <p:attrName>style.visibility</p:attrName>
                                        </p:attrNameLst>
                                      </p:cBhvr>
                                      <p:to>
                                        <p:strVal val="visible"/>
                                      </p:to>
                                    </p:set>
                                    <p:animEffect transition="in" filter="fade">
                                      <p:cBhvr>
                                        <p:cTn id="115" dur="1000"/>
                                        <p:tgtEl>
                                          <p:spTgt spid="3">
                                            <p:txEl>
                                              <p:pRg st="17" end="17"/>
                                            </p:txEl>
                                          </p:spTgt>
                                        </p:tgtEl>
                                      </p:cBhvr>
                                    </p:animEffect>
                                    <p:anim calcmode="lin" valueType="num">
                                      <p:cBhvr>
                                        <p:cTn id="116" dur="1000" fill="hold"/>
                                        <p:tgtEl>
                                          <p:spTgt spid="3">
                                            <p:txEl>
                                              <p:pRg st="17" end="17"/>
                                            </p:txEl>
                                          </p:spTgt>
                                        </p:tgtEl>
                                        <p:attrNameLst>
                                          <p:attrName>ppt_x</p:attrName>
                                        </p:attrNameLst>
                                      </p:cBhvr>
                                      <p:tavLst>
                                        <p:tav tm="0">
                                          <p:val>
                                            <p:strVal val="#ppt_x"/>
                                          </p:val>
                                        </p:tav>
                                        <p:tav tm="100000">
                                          <p:val>
                                            <p:strVal val="#ppt_x"/>
                                          </p:val>
                                        </p:tav>
                                      </p:tavLst>
                                    </p:anim>
                                    <p:anim calcmode="lin" valueType="num">
                                      <p:cBhvr>
                                        <p:cTn id="117" dur="1000" fill="hold"/>
                                        <p:tgtEl>
                                          <p:spTgt spid="3">
                                            <p:txEl>
                                              <p:pRg st="17" end="17"/>
                                            </p:txEl>
                                          </p:spTgt>
                                        </p:tgtEl>
                                        <p:attrNameLst>
                                          <p:attrName>ppt_y</p:attrName>
                                        </p:attrNameLst>
                                      </p:cBhvr>
                                      <p:tavLst>
                                        <p:tav tm="0">
                                          <p:val>
                                            <p:strVal val="#ppt_y+.1"/>
                                          </p:val>
                                        </p:tav>
                                        <p:tav tm="100000">
                                          <p:val>
                                            <p:strVal val="#ppt_y"/>
                                          </p:val>
                                        </p:tav>
                                      </p:tavLst>
                                    </p:anim>
                                  </p:childTnLst>
                                </p:cTn>
                              </p:par>
                              <p:par>
                                <p:cTn id="118" presetID="42" presetClass="entr" presetSubtype="0" fill="hold" nodeType="withEffect">
                                  <p:stCondLst>
                                    <p:cond delay="0"/>
                                  </p:stCondLst>
                                  <p:childTnLst>
                                    <p:set>
                                      <p:cBhvr>
                                        <p:cTn id="119" dur="1" fill="hold">
                                          <p:stCondLst>
                                            <p:cond delay="0"/>
                                          </p:stCondLst>
                                        </p:cTn>
                                        <p:tgtEl>
                                          <p:spTgt spid="3">
                                            <p:txEl>
                                              <p:pRg st="18" end="18"/>
                                            </p:txEl>
                                          </p:spTgt>
                                        </p:tgtEl>
                                        <p:attrNameLst>
                                          <p:attrName>style.visibility</p:attrName>
                                        </p:attrNameLst>
                                      </p:cBhvr>
                                      <p:to>
                                        <p:strVal val="visible"/>
                                      </p:to>
                                    </p:set>
                                    <p:animEffect transition="in" filter="fade">
                                      <p:cBhvr>
                                        <p:cTn id="120" dur="1000"/>
                                        <p:tgtEl>
                                          <p:spTgt spid="3">
                                            <p:txEl>
                                              <p:pRg st="18" end="18"/>
                                            </p:txEl>
                                          </p:spTgt>
                                        </p:tgtEl>
                                      </p:cBhvr>
                                    </p:animEffect>
                                    <p:anim calcmode="lin" valueType="num">
                                      <p:cBhvr>
                                        <p:cTn id="121" dur="1000" fill="hold"/>
                                        <p:tgtEl>
                                          <p:spTgt spid="3">
                                            <p:txEl>
                                              <p:pRg st="18" end="18"/>
                                            </p:txEl>
                                          </p:spTgt>
                                        </p:tgtEl>
                                        <p:attrNameLst>
                                          <p:attrName>ppt_x</p:attrName>
                                        </p:attrNameLst>
                                      </p:cBhvr>
                                      <p:tavLst>
                                        <p:tav tm="0">
                                          <p:val>
                                            <p:strVal val="#ppt_x"/>
                                          </p:val>
                                        </p:tav>
                                        <p:tav tm="100000">
                                          <p:val>
                                            <p:strVal val="#ppt_x"/>
                                          </p:val>
                                        </p:tav>
                                      </p:tavLst>
                                    </p:anim>
                                    <p:anim calcmode="lin" valueType="num">
                                      <p:cBhvr>
                                        <p:cTn id="122" dur="1000" fill="hold"/>
                                        <p:tgtEl>
                                          <p:spTgt spid="3">
                                            <p:txEl>
                                              <p:pRg st="18" end="18"/>
                                            </p:txEl>
                                          </p:spTgt>
                                        </p:tgtEl>
                                        <p:attrNameLst>
                                          <p:attrName>ppt_y</p:attrName>
                                        </p:attrNameLst>
                                      </p:cBhvr>
                                      <p:tavLst>
                                        <p:tav tm="0">
                                          <p:val>
                                            <p:strVal val="#ppt_y+.1"/>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42" presetClass="entr" presetSubtype="0" fill="hold" grpId="0" nodeType="clickEffect">
                                  <p:stCondLst>
                                    <p:cond delay="0"/>
                                  </p:stCondLst>
                                  <p:childTnLst>
                                    <p:set>
                                      <p:cBhvr>
                                        <p:cTn id="126" dur="1" fill="hold">
                                          <p:stCondLst>
                                            <p:cond delay="0"/>
                                          </p:stCondLst>
                                        </p:cTn>
                                        <p:tgtEl>
                                          <p:spTgt spid="15"/>
                                        </p:tgtEl>
                                        <p:attrNameLst>
                                          <p:attrName>style.visibility</p:attrName>
                                        </p:attrNameLst>
                                      </p:cBhvr>
                                      <p:to>
                                        <p:strVal val="visible"/>
                                      </p:to>
                                    </p:set>
                                    <p:animEffect transition="in" filter="fade">
                                      <p:cBhvr>
                                        <p:cTn id="127" dur="1000"/>
                                        <p:tgtEl>
                                          <p:spTgt spid="15"/>
                                        </p:tgtEl>
                                      </p:cBhvr>
                                    </p:animEffect>
                                    <p:anim calcmode="lin" valueType="num">
                                      <p:cBhvr>
                                        <p:cTn id="128" dur="1000" fill="hold"/>
                                        <p:tgtEl>
                                          <p:spTgt spid="15"/>
                                        </p:tgtEl>
                                        <p:attrNameLst>
                                          <p:attrName>ppt_x</p:attrName>
                                        </p:attrNameLst>
                                      </p:cBhvr>
                                      <p:tavLst>
                                        <p:tav tm="0">
                                          <p:val>
                                            <p:strVal val="#ppt_x"/>
                                          </p:val>
                                        </p:tav>
                                        <p:tav tm="100000">
                                          <p:val>
                                            <p:strVal val="#ppt_x"/>
                                          </p:val>
                                        </p:tav>
                                      </p:tavLst>
                                    </p:anim>
                                    <p:anim calcmode="lin" valueType="num">
                                      <p:cBhvr>
                                        <p:cTn id="129" dur="1000" fill="hold"/>
                                        <p:tgtEl>
                                          <p:spTgt spid="15"/>
                                        </p:tgtEl>
                                        <p:attrNameLst>
                                          <p:attrName>ppt_y</p:attrName>
                                        </p:attrNameLst>
                                      </p:cBhvr>
                                      <p:tavLst>
                                        <p:tav tm="0">
                                          <p:val>
                                            <p:strVal val="#ppt_y+.1"/>
                                          </p:val>
                                        </p:tav>
                                        <p:tav tm="100000">
                                          <p:val>
                                            <p:strVal val="#ppt_y"/>
                                          </p:val>
                                        </p:tav>
                                      </p:tavLst>
                                    </p:anim>
                                  </p:childTnLst>
                                </p:cTn>
                              </p:par>
                              <p:par>
                                <p:cTn id="130" presetID="42" presetClass="entr" presetSubtype="0" fill="hold" nodeType="withEffect">
                                  <p:stCondLst>
                                    <p:cond delay="0"/>
                                  </p:stCondLst>
                                  <p:childTnLst>
                                    <p:set>
                                      <p:cBhvr>
                                        <p:cTn id="131" dur="1" fill="hold">
                                          <p:stCondLst>
                                            <p:cond delay="0"/>
                                          </p:stCondLst>
                                        </p:cTn>
                                        <p:tgtEl>
                                          <p:spTgt spid="18"/>
                                        </p:tgtEl>
                                        <p:attrNameLst>
                                          <p:attrName>style.visibility</p:attrName>
                                        </p:attrNameLst>
                                      </p:cBhvr>
                                      <p:to>
                                        <p:strVal val="visible"/>
                                      </p:to>
                                    </p:set>
                                    <p:animEffect transition="in" filter="fade">
                                      <p:cBhvr>
                                        <p:cTn id="132" dur="1000"/>
                                        <p:tgtEl>
                                          <p:spTgt spid="18"/>
                                        </p:tgtEl>
                                      </p:cBhvr>
                                    </p:animEffect>
                                    <p:anim calcmode="lin" valueType="num">
                                      <p:cBhvr>
                                        <p:cTn id="133" dur="1000" fill="hold"/>
                                        <p:tgtEl>
                                          <p:spTgt spid="18"/>
                                        </p:tgtEl>
                                        <p:attrNameLst>
                                          <p:attrName>ppt_x</p:attrName>
                                        </p:attrNameLst>
                                      </p:cBhvr>
                                      <p:tavLst>
                                        <p:tav tm="0">
                                          <p:val>
                                            <p:strVal val="#ppt_x"/>
                                          </p:val>
                                        </p:tav>
                                        <p:tav tm="100000">
                                          <p:val>
                                            <p:strVal val="#ppt_x"/>
                                          </p:val>
                                        </p:tav>
                                      </p:tavLst>
                                    </p:anim>
                                    <p:anim calcmode="lin" valueType="num">
                                      <p:cBhvr>
                                        <p:cTn id="134" dur="1000" fill="hold"/>
                                        <p:tgtEl>
                                          <p:spTgt spid="18"/>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Effect transition="in" filter="fade">
                                      <p:cBhvr>
                                        <p:cTn id="137" dur="1000"/>
                                        <p:tgtEl>
                                          <p:spTgt spid="16"/>
                                        </p:tgtEl>
                                      </p:cBhvr>
                                    </p:animEffect>
                                    <p:anim calcmode="lin" valueType="num">
                                      <p:cBhvr>
                                        <p:cTn id="138" dur="1000" fill="hold"/>
                                        <p:tgtEl>
                                          <p:spTgt spid="16"/>
                                        </p:tgtEl>
                                        <p:attrNameLst>
                                          <p:attrName>ppt_x</p:attrName>
                                        </p:attrNameLst>
                                      </p:cBhvr>
                                      <p:tavLst>
                                        <p:tav tm="0">
                                          <p:val>
                                            <p:strVal val="#ppt_x"/>
                                          </p:val>
                                        </p:tav>
                                        <p:tav tm="100000">
                                          <p:val>
                                            <p:strVal val="#ppt_x"/>
                                          </p:val>
                                        </p:tav>
                                      </p:tavLst>
                                    </p:anim>
                                    <p:anim calcmode="lin" valueType="num">
                                      <p:cBhvr>
                                        <p:cTn id="13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1" grpId="0" animBg="1"/>
      <p:bldP spid="12" grpId="0" animBg="1"/>
      <p:bldP spid="15" grpId="0" animBg="1"/>
      <p:bldP spid="1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915566"/>
            <a:ext cx="8136904" cy="3507876"/>
          </a:xfrm>
        </p:spPr>
        <p:txBody>
          <a:bodyPr/>
          <a:lstStyle/>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class </a:t>
            </a:r>
            <a:r>
              <a:rPr lang="en-US" altLang="zh-CN" sz="1600" dirty="0" err="1">
                <a:latin typeface="Times New Roman" panose="02020603050405020304" pitchFamily="18" charset="0"/>
                <a:cs typeface="Times New Roman" panose="02020603050405020304" pitchFamily="18" charset="0"/>
              </a:rPr>
              <a:t>ALGraph</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private:</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AdjLGraph</a:t>
            </a:r>
            <a:r>
              <a:rPr lang="en-US" altLang="zh-CN" sz="1600" dirty="0">
                <a:latin typeface="Times New Roman" panose="02020603050405020304" pitchFamily="18" charset="0"/>
                <a:cs typeface="Times New Roman" panose="02020603050405020304" pitchFamily="18" charset="0"/>
              </a:rPr>
              <a:t> ag;</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public:</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CreateGraph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n,int</a:t>
            </a:r>
            <a:r>
              <a:rPr lang="en-US" altLang="zh-CN" sz="1600" dirty="0">
                <a:latin typeface="Times New Roman" panose="02020603050405020304" pitchFamily="18" charset="0"/>
                <a:cs typeface="Times New Roman" panose="02020603050405020304" pitchFamily="18" charset="0"/>
              </a:rPr>
              <a:t> m);</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创建</a:t>
            </a:r>
            <a:r>
              <a:rPr lang="en-US" altLang="zh-CN" sz="1600" dirty="0">
                <a:latin typeface="Times New Roman" panose="02020603050405020304" pitchFamily="18" charset="0"/>
                <a:cs typeface="Times New Roman" panose="02020603050405020304" pitchFamily="18" charset="0"/>
              </a:rPr>
              <a:t>n</a:t>
            </a:r>
            <a:r>
              <a:rPr lang="zh-CN" altLang="zh-CN" sz="1600" dirty="0">
                <a:latin typeface="Times New Roman" panose="02020603050405020304" pitchFamily="18" charset="0"/>
                <a:cs typeface="Times New Roman" panose="02020603050405020304" pitchFamily="18" charset="0"/>
              </a:rPr>
              <a:t>个顶点，</a:t>
            </a:r>
            <a:r>
              <a:rPr lang="en-US" altLang="zh-CN" sz="1600" dirty="0">
                <a:latin typeface="Times New Roman" panose="02020603050405020304" pitchFamily="18" charset="0"/>
                <a:cs typeface="Times New Roman" panose="02020603050405020304" pitchFamily="18" charset="0"/>
              </a:rPr>
              <a:t>m</a:t>
            </a:r>
            <a:r>
              <a:rPr lang="zh-CN" altLang="zh-CN" sz="1600" dirty="0">
                <a:latin typeface="Times New Roman" panose="02020603050405020304" pitchFamily="18" charset="0"/>
                <a:cs typeface="Times New Roman" panose="02020603050405020304" pitchFamily="18" charset="0"/>
              </a:rPr>
              <a:t>条边的图，以无向网为例</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u);</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图中存在顶点</a:t>
            </a:r>
            <a:r>
              <a:rPr lang="en-US" altLang="zh-CN" sz="1600" dirty="0">
                <a:latin typeface="Times New Roman" panose="02020603050405020304" pitchFamily="18" charset="0"/>
                <a:cs typeface="Times New Roman" panose="02020603050405020304" pitchFamily="18" charset="0"/>
              </a:rPr>
              <a:t>u </a:t>
            </a:r>
            <a:r>
              <a:rPr lang="zh-CN" altLang="zh-CN" sz="1600" dirty="0">
                <a:latin typeface="Times New Roman" panose="02020603050405020304" pitchFamily="18" charset="0"/>
                <a:cs typeface="Times New Roman" panose="02020603050405020304" pitchFamily="18" charset="0"/>
              </a:rPr>
              <a:t>则返回该顶点在数组中的下标，否则返回</a:t>
            </a:r>
            <a:r>
              <a:rPr lang="en-US" altLang="zh-CN" sz="1600" dirty="0">
                <a:latin typeface="Times New Roman" panose="02020603050405020304" pitchFamily="18" charset="0"/>
                <a:cs typeface="Times New Roman" panose="02020603050405020304" pitchFamily="18" charset="0"/>
              </a:rPr>
              <a:t>-1</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Degree(</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u);      //</a:t>
            </a:r>
            <a:r>
              <a:rPr lang="zh-CN" altLang="zh-CN" sz="1600" dirty="0">
                <a:latin typeface="Times New Roman" panose="02020603050405020304" pitchFamily="18" charset="0"/>
                <a:cs typeface="Times New Roman" panose="02020603050405020304" pitchFamily="18" charset="0"/>
              </a:rPr>
              <a:t>计算顶点</a:t>
            </a:r>
            <a:r>
              <a:rPr lang="en-US" altLang="zh-CN" sz="1600" dirty="0">
                <a:latin typeface="Times New Roman" panose="02020603050405020304" pitchFamily="18" charset="0"/>
                <a:cs typeface="Times New Roman" panose="02020603050405020304" pitchFamily="18" charset="0"/>
              </a:rPr>
              <a:t>u</a:t>
            </a:r>
            <a:r>
              <a:rPr lang="zh-CN" altLang="zh-CN" sz="1600" dirty="0">
                <a:latin typeface="Times New Roman" panose="02020603050405020304" pitchFamily="18" charset="0"/>
                <a:cs typeface="Times New Roman" panose="02020603050405020304" pitchFamily="18" charset="0"/>
              </a:rPr>
              <a:t>的度数</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InsertArcGraph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u,VElemType</a:t>
            </a:r>
            <a:r>
              <a:rPr lang="en-US" altLang="zh-CN" sz="1600" dirty="0">
                <a:latin typeface="Times New Roman" panose="02020603050405020304" pitchFamily="18" charset="0"/>
                <a:cs typeface="Times New Roman" panose="02020603050405020304" pitchFamily="18" charset="0"/>
              </a:rPr>
              <a:t> v,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info );//</a:t>
            </a:r>
            <a:r>
              <a:rPr lang="zh-CN" altLang="zh-CN" sz="1600" dirty="0">
                <a:latin typeface="Times New Roman" panose="02020603050405020304" pitchFamily="18" charset="0"/>
                <a:cs typeface="Times New Roman" panose="02020603050405020304" pitchFamily="18" charset="0"/>
              </a:rPr>
              <a:t>插入一条边</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void BFS(</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v);     //</a:t>
            </a:r>
            <a:r>
              <a:rPr lang="zh-CN" altLang="zh-CN" sz="1600" dirty="0">
                <a:latin typeface="Times New Roman" panose="02020603050405020304" pitchFamily="18" charset="0"/>
                <a:cs typeface="Times New Roman" panose="02020603050405020304" pitchFamily="18" charset="0"/>
              </a:rPr>
              <a:t>以</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为初始点的连通分量的广度优先搜索</a:t>
            </a:r>
          </a:p>
        </p:txBody>
      </p:sp>
      <p:sp>
        <p:nvSpPr>
          <p:cNvPr id="4" name="文本框 3"/>
          <p:cNvSpPr txBox="1"/>
          <p:nvPr/>
        </p:nvSpPr>
        <p:spPr>
          <a:xfrm>
            <a:off x="3919121" y="704170"/>
            <a:ext cx="5148064" cy="3895938"/>
          </a:xfrm>
          <a:prstGeom prst="rect">
            <a:avLst/>
          </a:prstGeom>
          <a:solidFill>
            <a:schemeClr val="accent2"/>
          </a:solidFill>
        </p:spPr>
        <p:txBody>
          <a:bodyPr wrap="square" rtlCol="0">
            <a:spAutoFit/>
          </a:bodyPr>
          <a:lstStyle/>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DFS(</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 </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以</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为初始点的连通分量的深度优先搜索</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BFSTraverse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图的广度优先搜索</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DFSTraverse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图的深度优先搜索</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Connected();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计算连通分量的个数</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Edge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Kruskal</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Kruskal</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算法求最小生成树</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Edge *Prim(</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u); //prim</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算法求最小生成树</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TopSort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拓扑排序</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CriticalPath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求关键路径</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AdjLGraph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GetAg</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(){return ag;}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返回私有成员</a:t>
            </a:r>
          </a:p>
          <a:p>
            <a:pPr>
              <a:lnSpc>
                <a:spcPts val="2500"/>
              </a:lnSpc>
              <a:spcBef>
                <a:spcPts val="0"/>
              </a:spcBef>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611560" y="123478"/>
            <a:ext cx="30245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邻接表存储结构的类定义</a:t>
            </a:r>
          </a:p>
        </p:txBody>
      </p:sp>
    </p:spTree>
    <p:extLst>
      <p:ext uri="{BB962C8B-B14F-4D97-AF65-F5344CB8AC3E}">
        <p14:creationId xmlns:p14="http://schemas.microsoft.com/office/powerpoint/2010/main" val="1266445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 calcmode="lin" valueType="num">
                                      <p:cBhvr additive="base">
                                        <p:cTn id="1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anim calcmode="lin" valueType="num">
                                      <p:cBhvr additive="base">
                                        <p:cTn id="23"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
                                            <p:txEl>
                                              <p:pRg st="4" end="4"/>
                                            </p:txEl>
                                          </p:spTgt>
                                        </p:tgtEl>
                                        <p:attrNameLst>
                                          <p:attrName>style.visibility</p:attrName>
                                        </p:attrNameLst>
                                      </p:cBhvr>
                                      <p:to>
                                        <p:strVal val="visible"/>
                                      </p:to>
                                    </p:set>
                                    <p:anim calcmode="lin" valueType="num">
                                      <p:cBhvr additive="base">
                                        <p:cTn id="29"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3">
                                            <p:txEl>
                                              <p:pRg st="4" end="4"/>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xEl>
                                              <p:pRg st="5" end="5"/>
                                            </p:txEl>
                                          </p:spTgt>
                                        </p:tgtEl>
                                        <p:attrNameLst>
                                          <p:attrName>style.visibility</p:attrName>
                                        </p:attrNameLst>
                                      </p:cBhvr>
                                      <p:to>
                                        <p:strVal val="visible"/>
                                      </p:to>
                                    </p:set>
                                    <p:anim calcmode="lin" valueType="num">
                                      <p:cBhvr additive="base">
                                        <p:cTn id="33"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3">
                                            <p:txEl>
                                              <p:pRg st="6" end="6"/>
                                            </p:txEl>
                                          </p:spTgt>
                                        </p:tgtEl>
                                        <p:attrNameLst>
                                          <p:attrName>style.visibility</p:attrName>
                                        </p:attrNameLst>
                                      </p:cBhvr>
                                      <p:to>
                                        <p:strVal val="visible"/>
                                      </p:to>
                                    </p:set>
                                    <p:anim calcmode="lin" valueType="num">
                                      <p:cBhvr additive="base">
                                        <p:cTn id="39"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
                                            <p:txEl>
                                              <p:pRg st="7" end="7"/>
                                            </p:txEl>
                                          </p:spTgt>
                                        </p:tgtEl>
                                        <p:attrNameLst>
                                          <p:attrName>style.visibility</p:attrName>
                                        </p:attrNameLst>
                                      </p:cBhvr>
                                      <p:to>
                                        <p:strVal val="visible"/>
                                      </p:to>
                                    </p:set>
                                    <p:anim calcmode="lin" valueType="num">
                                      <p:cBhvr additive="base">
                                        <p:cTn id="43"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
                                            <p:txEl>
                                              <p:pRg st="8" end="8"/>
                                            </p:txEl>
                                          </p:spTgt>
                                        </p:tgtEl>
                                        <p:attrNameLst>
                                          <p:attrName>style.visibility</p:attrName>
                                        </p:attrNameLst>
                                      </p:cBhvr>
                                      <p:to>
                                        <p:strVal val="visible"/>
                                      </p:to>
                                    </p:set>
                                    <p:anim calcmode="lin" valueType="num">
                                      <p:cBhvr additive="base">
                                        <p:cTn id="49"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
                                            <p:txEl>
                                              <p:pRg st="9" end="9"/>
                                            </p:txEl>
                                          </p:spTgt>
                                        </p:tgtEl>
                                        <p:attrNameLst>
                                          <p:attrName>style.visibility</p:attrName>
                                        </p:attrNameLst>
                                      </p:cBhvr>
                                      <p:to>
                                        <p:strVal val="visible"/>
                                      </p:to>
                                    </p:set>
                                    <p:anim calcmode="lin" valueType="num">
                                      <p:cBhvr additive="base">
                                        <p:cTn id="55"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
                                            <p:txEl>
                                              <p:pRg st="10" end="10"/>
                                            </p:txEl>
                                          </p:spTgt>
                                        </p:tgtEl>
                                        <p:attrNameLst>
                                          <p:attrName>style.visibility</p:attrName>
                                        </p:attrNameLst>
                                      </p:cBhvr>
                                      <p:to>
                                        <p:strVal val="visible"/>
                                      </p:to>
                                    </p:set>
                                    <p:anim calcmode="lin" valueType="num">
                                      <p:cBhvr additive="base">
                                        <p:cTn id="61"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4"/>
                                        </p:tgtEl>
                                        <p:attrNameLst>
                                          <p:attrName>style.visibility</p:attrName>
                                        </p:attrNameLst>
                                      </p:cBhvr>
                                      <p:to>
                                        <p:strVal val="visible"/>
                                      </p:to>
                                    </p:set>
                                    <p:animEffect transition="in" filter="fade">
                                      <p:cBhvr>
                                        <p:cTn id="67" dur="1000"/>
                                        <p:tgtEl>
                                          <p:spTgt spid="4"/>
                                        </p:tgtEl>
                                      </p:cBhvr>
                                    </p:animEffect>
                                    <p:anim calcmode="lin" valueType="num">
                                      <p:cBhvr>
                                        <p:cTn id="68" dur="1000" fill="hold"/>
                                        <p:tgtEl>
                                          <p:spTgt spid="4"/>
                                        </p:tgtEl>
                                        <p:attrNameLst>
                                          <p:attrName>ppt_x</p:attrName>
                                        </p:attrNameLst>
                                      </p:cBhvr>
                                      <p:tavLst>
                                        <p:tav tm="0">
                                          <p:val>
                                            <p:strVal val="#ppt_x"/>
                                          </p:val>
                                        </p:tav>
                                        <p:tav tm="100000">
                                          <p:val>
                                            <p:strVal val="#ppt_x"/>
                                          </p:val>
                                        </p:tav>
                                      </p:tavLst>
                                    </p:anim>
                                    <p:anim calcmode="lin" valueType="num">
                                      <p:cBhvr>
                                        <p:cTn id="6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4">
                                            <p:txEl>
                                              <p:pRg st="0" end="0"/>
                                            </p:txEl>
                                          </p:spTgt>
                                        </p:tgtEl>
                                        <p:attrNameLst>
                                          <p:attrName>style.visibility</p:attrName>
                                        </p:attrNameLst>
                                      </p:cBhvr>
                                      <p:to>
                                        <p:strVal val="visible"/>
                                      </p:to>
                                    </p:set>
                                    <p:animEffect transition="in" filter="fade">
                                      <p:cBhvr>
                                        <p:cTn id="74" dur="1000"/>
                                        <p:tgtEl>
                                          <p:spTgt spid="4">
                                            <p:txEl>
                                              <p:pRg st="0" end="0"/>
                                            </p:txEl>
                                          </p:spTgt>
                                        </p:tgtEl>
                                      </p:cBhvr>
                                    </p:animEffect>
                                    <p:anim calcmode="lin" valueType="num">
                                      <p:cBhvr>
                                        <p:cTn id="7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7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nodeType="clickEffect">
                                  <p:stCondLst>
                                    <p:cond delay="0"/>
                                  </p:stCondLst>
                                  <p:childTnLst>
                                    <p:set>
                                      <p:cBhvr>
                                        <p:cTn id="80" dur="1" fill="hold">
                                          <p:stCondLst>
                                            <p:cond delay="0"/>
                                          </p:stCondLst>
                                        </p:cTn>
                                        <p:tgtEl>
                                          <p:spTgt spid="4">
                                            <p:txEl>
                                              <p:pRg st="1" end="1"/>
                                            </p:txEl>
                                          </p:spTgt>
                                        </p:tgtEl>
                                        <p:attrNameLst>
                                          <p:attrName>style.visibility</p:attrName>
                                        </p:attrNameLst>
                                      </p:cBhvr>
                                      <p:to>
                                        <p:strVal val="visible"/>
                                      </p:to>
                                    </p:set>
                                    <p:animEffect transition="in" filter="fade">
                                      <p:cBhvr>
                                        <p:cTn id="81" dur="1000"/>
                                        <p:tgtEl>
                                          <p:spTgt spid="4">
                                            <p:txEl>
                                              <p:pRg st="1" end="1"/>
                                            </p:txEl>
                                          </p:spTgt>
                                        </p:tgtEl>
                                      </p:cBhvr>
                                    </p:animEffect>
                                    <p:anim calcmode="lin" valueType="num">
                                      <p:cBhvr>
                                        <p:cTn id="82"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83"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2" presetClass="entr" presetSubtype="4" fill="hold" nodeType="clickEffect">
                                  <p:stCondLst>
                                    <p:cond delay="0"/>
                                  </p:stCondLst>
                                  <p:childTnLst>
                                    <p:set>
                                      <p:cBhvr>
                                        <p:cTn id="87" dur="1" fill="hold">
                                          <p:stCondLst>
                                            <p:cond delay="0"/>
                                          </p:stCondLst>
                                        </p:cTn>
                                        <p:tgtEl>
                                          <p:spTgt spid="4">
                                            <p:txEl>
                                              <p:pRg st="2" end="2"/>
                                            </p:txEl>
                                          </p:spTgt>
                                        </p:tgtEl>
                                        <p:attrNameLst>
                                          <p:attrName>style.visibility</p:attrName>
                                        </p:attrNameLst>
                                      </p:cBhvr>
                                      <p:to>
                                        <p:strVal val="visible"/>
                                      </p:to>
                                    </p:set>
                                    <p:anim calcmode="lin" valueType="num">
                                      <p:cBhvr additive="base">
                                        <p:cTn id="88"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0" fill="hold">
                      <p:stCondLst>
                        <p:cond delay="indefinite"/>
                      </p:stCondLst>
                      <p:childTnLst>
                        <p:par>
                          <p:cTn id="91" fill="hold">
                            <p:stCondLst>
                              <p:cond delay="0"/>
                            </p:stCondLst>
                            <p:childTnLst>
                              <p:par>
                                <p:cTn id="92" presetID="2" presetClass="entr" presetSubtype="4" fill="hold" nodeType="clickEffect">
                                  <p:stCondLst>
                                    <p:cond delay="0"/>
                                  </p:stCondLst>
                                  <p:childTnLst>
                                    <p:set>
                                      <p:cBhvr>
                                        <p:cTn id="93" dur="1" fill="hold">
                                          <p:stCondLst>
                                            <p:cond delay="0"/>
                                          </p:stCondLst>
                                        </p:cTn>
                                        <p:tgtEl>
                                          <p:spTgt spid="4">
                                            <p:txEl>
                                              <p:pRg st="3" end="3"/>
                                            </p:txEl>
                                          </p:spTgt>
                                        </p:tgtEl>
                                        <p:attrNameLst>
                                          <p:attrName>style.visibility</p:attrName>
                                        </p:attrNameLst>
                                      </p:cBhvr>
                                      <p:to>
                                        <p:strVal val="visible"/>
                                      </p:to>
                                    </p:set>
                                    <p:anim calcmode="lin" valueType="num">
                                      <p:cBhvr additive="base">
                                        <p:cTn id="94"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95"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2" presetClass="entr" presetSubtype="4" fill="hold" nodeType="clickEffect">
                                  <p:stCondLst>
                                    <p:cond delay="0"/>
                                  </p:stCondLst>
                                  <p:childTnLst>
                                    <p:set>
                                      <p:cBhvr>
                                        <p:cTn id="99" dur="1" fill="hold">
                                          <p:stCondLst>
                                            <p:cond delay="0"/>
                                          </p:stCondLst>
                                        </p:cTn>
                                        <p:tgtEl>
                                          <p:spTgt spid="4">
                                            <p:txEl>
                                              <p:pRg st="4" end="4"/>
                                            </p:txEl>
                                          </p:spTgt>
                                        </p:tgtEl>
                                        <p:attrNameLst>
                                          <p:attrName>style.visibility</p:attrName>
                                        </p:attrNameLst>
                                      </p:cBhvr>
                                      <p:to>
                                        <p:strVal val="visible"/>
                                      </p:to>
                                    </p:set>
                                    <p:anim calcmode="lin" valueType="num">
                                      <p:cBhvr additive="base">
                                        <p:cTn id="100"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101"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02" fill="hold">
                      <p:stCondLst>
                        <p:cond delay="indefinite"/>
                      </p:stCondLst>
                      <p:childTnLst>
                        <p:par>
                          <p:cTn id="103" fill="hold">
                            <p:stCondLst>
                              <p:cond delay="0"/>
                            </p:stCondLst>
                            <p:childTnLst>
                              <p:par>
                                <p:cTn id="104" presetID="42" presetClass="entr" presetSubtype="0" fill="hold" nodeType="clickEffect">
                                  <p:stCondLst>
                                    <p:cond delay="0"/>
                                  </p:stCondLst>
                                  <p:childTnLst>
                                    <p:set>
                                      <p:cBhvr>
                                        <p:cTn id="105" dur="1" fill="hold">
                                          <p:stCondLst>
                                            <p:cond delay="0"/>
                                          </p:stCondLst>
                                        </p:cTn>
                                        <p:tgtEl>
                                          <p:spTgt spid="4">
                                            <p:txEl>
                                              <p:pRg st="5" end="5"/>
                                            </p:txEl>
                                          </p:spTgt>
                                        </p:tgtEl>
                                        <p:attrNameLst>
                                          <p:attrName>style.visibility</p:attrName>
                                        </p:attrNameLst>
                                      </p:cBhvr>
                                      <p:to>
                                        <p:strVal val="visible"/>
                                      </p:to>
                                    </p:set>
                                    <p:animEffect transition="in" filter="fade">
                                      <p:cBhvr>
                                        <p:cTn id="106" dur="1000"/>
                                        <p:tgtEl>
                                          <p:spTgt spid="4">
                                            <p:txEl>
                                              <p:pRg st="5" end="5"/>
                                            </p:txEl>
                                          </p:spTgt>
                                        </p:tgtEl>
                                      </p:cBhvr>
                                    </p:animEffect>
                                    <p:anim calcmode="lin" valueType="num">
                                      <p:cBhvr>
                                        <p:cTn id="107"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108"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42" presetClass="entr" presetSubtype="0" fill="hold" nodeType="clickEffect">
                                  <p:stCondLst>
                                    <p:cond delay="0"/>
                                  </p:stCondLst>
                                  <p:childTnLst>
                                    <p:set>
                                      <p:cBhvr>
                                        <p:cTn id="112" dur="1" fill="hold">
                                          <p:stCondLst>
                                            <p:cond delay="0"/>
                                          </p:stCondLst>
                                        </p:cTn>
                                        <p:tgtEl>
                                          <p:spTgt spid="4">
                                            <p:txEl>
                                              <p:pRg st="6" end="6"/>
                                            </p:txEl>
                                          </p:spTgt>
                                        </p:tgtEl>
                                        <p:attrNameLst>
                                          <p:attrName>style.visibility</p:attrName>
                                        </p:attrNameLst>
                                      </p:cBhvr>
                                      <p:to>
                                        <p:strVal val="visible"/>
                                      </p:to>
                                    </p:set>
                                    <p:animEffect transition="in" filter="fade">
                                      <p:cBhvr>
                                        <p:cTn id="113" dur="1000"/>
                                        <p:tgtEl>
                                          <p:spTgt spid="4">
                                            <p:txEl>
                                              <p:pRg st="6" end="6"/>
                                            </p:txEl>
                                          </p:spTgt>
                                        </p:tgtEl>
                                      </p:cBhvr>
                                    </p:animEffect>
                                    <p:anim calcmode="lin" valueType="num">
                                      <p:cBhvr>
                                        <p:cTn id="114"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115"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116" fill="hold">
                      <p:stCondLst>
                        <p:cond delay="indefinite"/>
                      </p:stCondLst>
                      <p:childTnLst>
                        <p:par>
                          <p:cTn id="117" fill="hold">
                            <p:stCondLst>
                              <p:cond delay="0"/>
                            </p:stCondLst>
                            <p:childTnLst>
                              <p:par>
                                <p:cTn id="118" presetID="2" presetClass="entr" presetSubtype="4" fill="hold" nodeType="clickEffect">
                                  <p:stCondLst>
                                    <p:cond delay="0"/>
                                  </p:stCondLst>
                                  <p:childTnLst>
                                    <p:set>
                                      <p:cBhvr>
                                        <p:cTn id="119" dur="1" fill="hold">
                                          <p:stCondLst>
                                            <p:cond delay="0"/>
                                          </p:stCondLst>
                                        </p:cTn>
                                        <p:tgtEl>
                                          <p:spTgt spid="4">
                                            <p:txEl>
                                              <p:pRg st="7" end="7"/>
                                            </p:txEl>
                                          </p:spTgt>
                                        </p:tgtEl>
                                        <p:attrNameLst>
                                          <p:attrName>style.visibility</p:attrName>
                                        </p:attrNameLst>
                                      </p:cBhvr>
                                      <p:to>
                                        <p:strVal val="visible"/>
                                      </p:to>
                                    </p:set>
                                    <p:anim calcmode="lin" valueType="num">
                                      <p:cBhvr additive="base">
                                        <p:cTn id="120"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121" dur="500" fill="hold"/>
                                        <p:tgtEl>
                                          <p:spTgt spid="4">
                                            <p:txEl>
                                              <p:pRg st="7" end="7"/>
                                            </p:txEl>
                                          </p:spTgt>
                                        </p:tgtEl>
                                        <p:attrNameLst>
                                          <p:attrName>ppt_y</p:attrName>
                                        </p:attrNameLst>
                                      </p:cBhvr>
                                      <p:tavLst>
                                        <p:tav tm="0">
                                          <p:val>
                                            <p:strVal val="1+#ppt_h/2"/>
                                          </p:val>
                                        </p:tav>
                                        <p:tav tm="100000">
                                          <p:val>
                                            <p:strVal val="#ppt_y"/>
                                          </p:val>
                                        </p:tav>
                                      </p:tavLst>
                                    </p:anim>
                                  </p:childTnLst>
                                </p:cTn>
                              </p:par>
                              <p:par>
                                <p:cTn id="122" presetID="2" presetClass="entr" presetSubtype="4" fill="hold" nodeType="withEffect">
                                  <p:stCondLst>
                                    <p:cond delay="0"/>
                                  </p:stCondLst>
                                  <p:childTnLst>
                                    <p:set>
                                      <p:cBhvr>
                                        <p:cTn id="123" dur="1" fill="hold">
                                          <p:stCondLst>
                                            <p:cond delay="0"/>
                                          </p:stCondLst>
                                        </p:cTn>
                                        <p:tgtEl>
                                          <p:spTgt spid="4">
                                            <p:txEl>
                                              <p:pRg st="8" end="8"/>
                                            </p:txEl>
                                          </p:spTgt>
                                        </p:tgtEl>
                                        <p:attrNameLst>
                                          <p:attrName>style.visibility</p:attrName>
                                        </p:attrNameLst>
                                      </p:cBhvr>
                                      <p:to>
                                        <p:strVal val="visible"/>
                                      </p:to>
                                    </p:set>
                                    <p:anim calcmode="lin" valueType="num">
                                      <p:cBhvr additive="base">
                                        <p:cTn id="124"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125" dur="500" fill="hold"/>
                                        <p:tgtEl>
                                          <p:spTgt spid="4">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126" fill="hold">
                      <p:stCondLst>
                        <p:cond delay="indefinite"/>
                      </p:stCondLst>
                      <p:childTnLst>
                        <p:par>
                          <p:cTn id="127" fill="hold">
                            <p:stCondLst>
                              <p:cond delay="0"/>
                            </p:stCondLst>
                            <p:childTnLst>
                              <p:par>
                                <p:cTn id="128" presetID="2" presetClass="entr" presetSubtype="4" fill="hold" nodeType="clickEffect">
                                  <p:stCondLst>
                                    <p:cond delay="0"/>
                                  </p:stCondLst>
                                  <p:childTnLst>
                                    <p:set>
                                      <p:cBhvr>
                                        <p:cTn id="129" dur="1" fill="hold">
                                          <p:stCondLst>
                                            <p:cond delay="0"/>
                                          </p:stCondLst>
                                        </p:cTn>
                                        <p:tgtEl>
                                          <p:spTgt spid="4">
                                            <p:txEl>
                                              <p:pRg st="9" end="9"/>
                                            </p:txEl>
                                          </p:spTgt>
                                        </p:tgtEl>
                                        <p:attrNameLst>
                                          <p:attrName>style.visibility</p:attrName>
                                        </p:attrNameLst>
                                      </p:cBhvr>
                                      <p:to>
                                        <p:strVal val="visible"/>
                                      </p:to>
                                    </p:set>
                                    <p:anim calcmode="lin" valueType="num">
                                      <p:cBhvr additive="base">
                                        <p:cTn id="130" dur="500" fill="hold"/>
                                        <p:tgtEl>
                                          <p:spTgt spid="4">
                                            <p:txEl>
                                              <p:pRg st="9" end="9"/>
                                            </p:txEl>
                                          </p:spTgt>
                                        </p:tgtEl>
                                        <p:attrNameLst>
                                          <p:attrName>ppt_x</p:attrName>
                                        </p:attrNameLst>
                                      </p:cBhvr>
                                      <p:tavLst>
                                        <p:tav tm="0">
                                          <p:val>
                                            <p:strVal val="#ppt_x"/>
                                          </p:val>
                                        </p:tav>
                                        <p:tav tm="100000">
                                          <p:val>
                                            <p:strVal val="#ppt_x"/>
                                          </p:val>
                                        </p:tav>
                                      </p:tavLst>
                                    </p:anim>
                                    <p:anim calcmode="lin" valueType="num">
                                      <p:cBhvr additive="base">
                                        <p:cTn id="131" dur="500" fill="hold"/>
                                        <p:tgtEl>
                                          <p:spTgt spid="4">
                                            <p:txEl>
                                              <p:pRg st="9" end="9"/>
                                            </p:txEl>
                                          </p:spTgt>
                                        </p:tgtEl>
                                        <p:attrNameLst>
                                          <p:attrName>ppt_y</p:attrName>
                                        </p:attrNameLst>
                                      </p:cBhvr>
                                      <p:tavLst>
                                        <p:tav tm="0">
                                          <p:val>
                                            <p:strVal val="1+#ppt_h/2"/>
                                          </p:val>
                                        </p:tav>
                                        <p:tav tm="100000">
                                          <p:val>
                                            <p:strVal val="#ppt_y"/>
                                          </p:val>
                                        </p:tav>
                                      </p:tavLst>
                                    </p:anim>
                                  </p:childTnLst>
                                </p:cTn>
                              </p:par>
                              <p:par>
                                <p:cTn id="132" presetID="2" presetClass="entr" presetSubtype="4" fill="hold" nodeType="withEffect">
                                  <p:stCondLst>
                                    <p:cond delay="0"/>
                                  </p:stCondLst>
                                  <p:childTnLst>
                                    <p:set>
                                      <p:cBhvr>
                                        <p:cTn id="133" dur="1" fill="hold">
                                          <p:stCondLst>
                                            <p:cond delay="0"/>
                                          </p:stCondLst>
                                        </p:cTn>
                                        <p:tgtEl>
                                          <p:spTgt spid="4">
                                            <p:txEl>
                                              <p:pRg st="10" end="10"/>
                                            </p:txEl>
                                          </p:spTgt>
                                        </p:tgtEl>
                                        <p:attrNameLst>
                                          <p:attrName>style.visibility</p:attrName>
                                        </p:attrNameLst>
                                      </p:cBhvr>
                                      <p:to>
                                        <p:strVal val="visible"/>
                                      </p:to>
                                    </p:set>
                                    <p:anim calcmode="lin" valueType="num">
                                      <p:cBhvr additive="base">
                                        <p:cTn id="134" dur="500" fill="hold"/>
                                        <p:tgtEl>
                                          <p:spTgt spid="4">
                                            <p:txEl>
                                              <p:pRg st="10" end="10"/>
                                            </p:txEl>
                                          </p:spTgt>
                                        </p:tgtEl>
                                        <p:attrNameLst>
                                          <p:attrName>ppt_x</p:attrName>
                                        </p:attrNameLst>
                                      </p:cBhvr>
                                      <p:tavLst>
                                        <p:tav tm="0">
                                          <p:val>
                                            <p:strVal val="#ppt_x"/>
                                          </p:val>
                                        </p:tav>
                                        <p:tav tm="100000">
                                          <p:val>
                                            <p:strVal val="#ppt_x"/>
                                          </p:val>
                                        </p:tav>
                                      </p:tavLst>
                                    </p:anim>
                                    <p:anim calcmode="lin" valueType="num">
                                      <p:cBhvr additive="base">
                                        <p:cTn id="135" dur="500" fill="hold"/>
                                        <p:tgtEl>
                                          <p:spTgt spid="4">
                                            <p:txEl>
                                              <p:pRg st="10" end="1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674385"/>
            <a:ext cx="8928992" cy="571522"/>
          </a:xfrm>
        </p:spPr>
        <p:txBody>
          <a:bodyPr/>
          <a:lstStyle/>
          <a:p>
            <a:pPr marL="0" indent="0">
              <a:buNone/>
            </a:pPr>
            <a:r>
              <a:rPr lang="zh-CN" altLang="zh-CN" sz="1800" dirty="0">
                <a:solidFill>
                  <a:srgbClr val="C00000"/>
                </a:solidFill>
                <a:latin typeface="Times New Roman" panose="02020603050405020304" pitchFamily="18" charset="0"/>
                <a:cs typeface="Times New Roman" panose="02020603050405020304" pitchFamily="18" charset="0"/>
              </a:rPr>
              <a:t>构造一个有</a:t>
            </a:r>
            <a:r>
              <a:rPr lang="en-US" altLang="zh-CN" sz="1800" dirty="0">
                <a:solidFill>
                  <a:srgbClr val="C00000"/>
                </a:solidFill>
                <a:latin typeface="Times New Roman" panose="02020603050405020304" pitchFamily="18" charset="0"/>
                <a:cs typeface="Times New Roman" panose="02020603050405020304" pitchFamily="18" charset="0"/>
              </a:rPr>
              <a:t>n</a:t>
            </a:r>
            <a:r>
              <a:rPr lang="zh-CN" altLang="zh-CN" sz="1800" dirty="0">
                <a:solidFill>
                  <a:srgbClr val="C00000"/>
                </a:solidFill>
                <a:latin typeface="Times New Roman" panose="02020603050405020304" pitchFamily="18" charset="0"/>
                <a:cs typeface="Times New Roman" panose="02020603050405020304" pitchFamily="18" charset="0"/>
              </a:rPr>
              <a:t>个顶点，</a:t>
            </a:r>
            <a:r>
              <a:rPr lang="en-US" altLang="zh-CN" sz="1800" dirty="0">
                <a:solidFill>
                  <a:srgbClr val="C00000"/>
                </a:solidFill>
                <a:latin typeface="Times New Roman" panose="02020603050405020304" pitchFamily="18" charset="0"/>
                <a:cs typeface="Times New Roman" panose="02020603050405020304" pitchFamily="18" charset="0"/>
              </a:rPr>
              <a:t>m</a:t>
            </a:r>
            <a:r>
              <a:rPr lang="zh-CN" altLang="zh-CN" sz="1800" dirty="0">
                <a:solidFill>
                  <a:srgbClr val="C00000"/>
                </a:solidFill>
                <a:latin typeface="Times New Roman" panose="02020603050405020304" pitchFamily="18" charset="0"/>
                <a:cs typeface="Times New Roman" panose="02020603050405020304" pitchFamily="18" charset="0"/>
              </a:rPr>
              <a:t>条边的图，本算法以无向</a:t>
            </a:r>
            <a:r>
              <a:rPr lang="zh-CN" altLang="en-US" sz="1800" dirty="0">
                <a:solidFill>
                  <a:srgbClr val="C00000"/>
                </a:solidFill>
                <a:latin typeface="Times New Roman" panose="02020603050405020304" pitchFamily="18" charset="0"/>
                <a:cs typeface="Times New Roman" panose="02020603050405020304" pitchFamily="18" charset="0"/>
              </a:rPr>
              <a:t>图</a:t>
            </a:r>
            <a:r>
              <a:rPr lang="zh-CN" altLang="zh-CN" sz="1800" dirty="0">
                <a:solidFill>
                  <a:srgbClr val="C00000"/>
                </a:solidFill>
                <a:latin typeface="Times New Roman" panose="02020603050405020304" pitchFamily="18" charset="0"/>
                <a:cs typeface="Times New Roman" panose="02020603050405020304" pitchFamily="18" charset="0"/>
              </a:rPr>
              <a:t>为例说明图的创建过程</a:t>
            </a:r>
            <a:endParaRPr lang="zh-CN" altLang="en-US" sz="1800" dirty="0">
              <a:solidFill>
                <a:srgbClr val="C00000"/>
              </a:solidFill>
              <a:latin typeface="Times New Roman" panose="02020603050405020304" pitchFamily="18" charset="0"/>
              <a:cs typeface="Times New Roman" panose="02020603050405020304" pitchFamily="18" charset="0"/>
            </a:endParaRPr>
          </a:p>
        </p:txBody>
      </p:sp>
      <p:sp>
        <p:nvSpPr>
          <p:cNvPr id="4" name="文本框 3"/>
          <p:cNvSpPr txBox="1"/>
          <p:nvPr/>
        </p:nvSpPr>
        <p:spPr>
          <a:xfrm>
            <a:off x="0" y="1347614"/>
            <a:ext cx="5508104" cy="3416320"/>
          </a:xfrm>
          <a:prstGeom prst="rect">
            <a:avLst/>
          </a:prstGeom>
          <a:noFill/>
        </p:spPr>
        <p:txBody>
          <a:bodyPr wrap="square" rtlCol="0">
            <a:spAutoFit/>
          </a:bodyPr>
          <a:lstStyle/>
          <a:p>
            <a:r>
              <a:rPr lang="en-US" altLang="zh-CN" dirty="0">
                <a:latin typeface="Times New Roman" panose="02020603050405020304" pitchFamily="18" charset="0"/>
                <a:cs typeface="Times New Roman" panose="02020603050405020304" pitchFamily="18" charset="0"/>
              </a:rPr>
              <a:t>void </a:t>
            </a:r>
            <a:r>
              <a:rPr lang="en-US" altLang="zh-CN" dirty="0" err="1">
                <a:latin typeface="Times New Roman" panose="02020603050405020304" pitchFamily="18" charset="0"/>
                <a:cs typeface="Times New Roman" panose="02020603050405020304" pitchFamily="18" charset="0"/>
              </a:rPr>
              <a:t>ALGraph</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CreateGraph</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int</a:t>
            </a:r>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n,int</a:t>
            </a:r>
            <a:r>
              <a:rPr lang="en-US" altLang="zh-CN" dirty="0">
                <a:latin typeface="Times New Roman" panose="02020603050405020304" pitchFamily="18" charset="0"/>
                <a:cs typeface="Times New Roman" panose="02020603050405020304" pitchFamily="18" charset="0"/>
              </a:rPr>
              <a:t> m){</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ag.vexnum</a:t>
            </a:r>
            <a:r>
              <a:rPr lang="en-US" altLang="zh-CN" dirty="0">
                <a:latin typeface="Times New Roman" panose="02020603050405020304" pitchFamily="18" charset="0"/>
                <a:cs typeface="Times New Roman" panose="02020603050405020304" pitchFamily="18" charset="0"/>
              </a:rPr>
              <a:t>=n;</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ag.arcnum</a:t>
            </a:r>
            <a:r>
              <a:rPr lang="en-US" altLang="zh-CN" dirty="0">
                <a:latin typeface="Times New Roman" panose="02020603050405020304" pitchFamily="18" charset="0"/>
                <a:cs typeface="Times New Roman" panose="02020603050405020304" pitchFamily="18" charset="0"/>
              </a:rPr>
              <a:t>=m;</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ag.kind</a:t>
            </a:r>
            <a:r>
              <a:rPr lang="en-US" altLang="zh-CN" dirty="0">
                <a:latin typeface="Times New Roman" panose="02020603050405020304" pitchFamily="18" charset="0"/>
                <a:cs typeface="Times New Roman" panose="02020603050405020304" pitchFamily="18" charset="0"/>
              </a:rPr>
              <a:t>=UDN;</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int</a:t>
            </a:r>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i,j,w,h,t</a:t>
            </a:r>
            <a:r>
              <a:rPr lang="en-US" altLang="zh-CN" dirty="0">
                <a:latin typeface="Times New Roman" panose="02020603050405020304" pitchFamily="18" charset="0"/>
                <a:cs typeface="Times New Roman" panose="02020603050405020304" pitchFamily="18" charset="0"/>
              </a:rPr>
              <a:t>;</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VElemType</a:t>
            </a:r>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u,v</a:t>
            </a:r>
            <a:r>
              <a:rPr lang="en-US" altLang="zh-CN" dirty="0">
                <a:latin typeface="Times New Roman" panose="02020603050405020304" pitchFamily="18" charset="0"/>
                <a:cs typeface="Times New Roman" panose="02020603050405020304" pitchFamily="18" charset="0"/>
              </a:rPr>
              <a:t>;</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ArcNode</a:t>
            </a:r>
            <a:r>
              <a:rPr lang="en-US" altLang="zh-CN" dirty="0">
                <a:latin typeface="Times New Roman" panose="02020603050405020304" pitchFamily="18" charset="0"/>
                <a:cs typeface="Times New Roman" panose="02020603050405020304" pitchFamily="18" charset="0"/>
              </a:rPr>
              <a:t> *p;</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for(</a:t>
            </a:r>
            <a:r>
              <a:rPr lang="en-US" altLang="zh-CN" dirty="0" err="1">
                <a:latin typeface="Times New Roman" panose="02020603050405020304" pitchFamily="18" charset="0"/>
                <a:cs typeface="Times New Roman" panose="02020603050405020304" pitchFamily="18" charset="0"/>
              </a:rPr>
              <a:t>i</a:t>
            </a:r>
            <a:r>
              <a:rPr lang="en-US" altLang="zh-CN" dirty="0">
                <a:latin typeface="Times New Roman" panose="02020603050405020304" pitchFamily="18" charset="0"/>
                <a:cs typeface="Times New Roman" panose="02020603050405020304" pitchFamily="18" charset="0"/>
              </a:rPr>
              <a:t>=0;i&lt;</a:t>
            </a:r>
            <a:r>
              <a:rPr lang="en-US" altLang="zh-CN" dirty="0" err="1">
                <a:latin typeface="Times New Roman" panose="02020603050405020304" pitchFamily="18" charset="0"/>
                <a:cs typeface="Times New Roman" panose="02020603050405020304" pitchFamily="18" charset="0"/>
              </a:rPr>
              <a:t>n;i</a:t>
            </a:r>
            <a:r>
              <a:rPr lang="en-US" altLang="zh-CN" dirty="0">
                <a:latin typeface="Times New Roman" panose="02020603050405020304" pitchFamily="18" charset="0"/>
                <a:cs typeface="Times New Roman" panose="02020603050405020304" pitchFamily="18" charset="0"/>
              </a:rPr>
              <a:t>++){              //</a:t>
            </a:r>
            <a:r>
              <a:rPr lang="zh-CN" altLang="zh-CN" dirty="0">
                <a:latin typeface="Times New Roman" panose="02020603050405020304" pitchFamily="18" charset="0"/>
                <a:cs typeface="Times New Roman" panose="02020603050405020304" pitchFamily="18" charset="0"/>
              </a:rPr>
              <a:t>初始化顶点数组表</a:t>
            </a: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cin</a:t>
            </a:r>
            <a:r>
              <a:rPr lang="en-US" altLang="zh-CN" dirty="0">
                <a:latin typeface="Times New Roman" panose="02020603050405020304" pitchFamily="18" charset="0"/>
                <a:cs typeface="Times New Roman" panose="02020603050405020304" pitchFamily="18" charset="0"/>
              </a:rPr>
              <a:t>&gt;&gt;</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i</a:t>
            </a:r>
            <a:r>
              <a:rPr lang="en-US" altLang="zh-CN" dirty="0">
                <a:latin typeface="Times New Roman" panose="02020603050405020304" pitchFamily="18" charset="0"/>
                <a:cs typeface="Times New Roman" panose="02020603050405020304" pitchFamily="18" charset="0"/>
              </a:rPr>
              <a:t>].data;</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i</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firstarc</a:t>
            </a:r>
            <a:r>
              <a:rPr lang="en-US" altLang="zh-CN" dirty="0">
                <a:latin typeface="Times New Roman" panose="02020603050405020304" pitchFamily="18" charset="0"/>
                <a:cs typeface="Times New Roman" panose="02020603050405020304" pitchFamily="18" charset="0"/>
              </a:rPr>
              <a:t>=NULL;</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endParaRPr lang="zh-CN" altLang="en-US" dirty="0">
              <a:latin typeface="Times New Roman" panose="02020603050405020304" pitchFamily="18" charset="0"/>
              <a:cs typeface="Times New Roman" panose="02020603050405020304" pitchFamily="18" charset="0"/>
            </a:endParaRPr>
          </a:p>
        </p:txBody>
      </p:sp>
      <p:sp>
        <p:nvSpPr>
          <p:cNvPr id="5" name="文本框 4"/>
          <p:cNvSpPr txBox="1"/>
          <p:nvPr/>
        </p:nvSpPr>
        <p:spPr>
          <a:xfrm>
            <a:off x="4644008" y="211934"/>
            <a:ext cx="4104456" cy="4801314"/>
          </a:xfrm>
          <a:prstGeom prst="rect">
            <a:avLst/>
          </a:prstGeom>
          <a:solidFill>
            <a:schemeClr val="accent2"/>
          </a:solidFill>
        </p:spPr>
        <p:txBody>
          <a:bodyPr wrap="square" rtlCol="0">
            <a:spAutoFit/>
          </a:bodyPr>
          <a:lstStyle/>
          <a:p>
            <a:r>
              <a:rPr lang="en-US" altLang="zh-CN" dirty="0"/>
              <a:t>   </a:t>
            </a:r>
            <a:r>
              <a:rPr lang="en-US" altLang="zh-CN" dirty="0">
                <a:latin typeface="Times New Roman" panose="02020603050405020304" pitchFamily="18" charset="0"/>
                <a:cs typeface="Times New Roman" panose="02020603050405020304" pitchFamily="18" charset="0"/>
              </a:rPr>
              <a:t>for(j=0;j&lt;</a:t>
            </a:r>
            <a:r>
              <a:rPr lang="en-US" altLang="zh-CN" dirty="0" err="1">
                <a:latin typeface="Times New Roman" panose="02020603050405020304" pitchFamily="18" charset="0"/>
                <a:cs typeface="Times New Roman" panose="02020603050405020304" pitchFamily="18" charset="0"/>
              </a:rPr>
              <a:t>m;j</a:t>
            </a:r>
            <a:r>
              <a:rPr lang="en-US" altLang="zh-CN" dirty="0">
                <a:latin typeface="Times New Roman" panose="02020603050405020304" pitchFamily="18" charset="0"/>
                <a:cs typeface="Times New Roman" panose="02020603050405020304" pitchFamily="18" charset="0"/>
              </a:rPr>
              <a:t>++){              //</a:t>
            </a:r>
            <a:r>
              <a:rPr lang="zh-CN" altLang="zh-CN" dirty="0">
                <a:latin typeface="Times New Roman" panose="02020603050405020304" pitchFamily="18" charset="0"/>
                <a:cs typeface="Times New Roman" panose="02020603050405020304" pitchFamily="18" charset="0"/>
              </a:rPr>
              <a:t>建立边集</a:t>
            </a: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cin</a:t>
            </a:r>
            <a:r>
              <a:rPr lang="en-US" altLang="zh-CN" dirty="0">
                <a:latin typeface="Times New Roman" panose="02020603050405020304" pitchFamily="18" charset="0"/>
                <a:cs typeface="Times New Roman" panose="02020603050405020304" pitchFamily="18" charset="0"/>
              </a:rPr>
              <a:t>&gt;&gt;u&gt;&gt;v&gt;&gt;w;  </a:t>
            </a:r>
            <a:r>
              <a:rPr lang="en-US" altLang="zh-CN" sz="1400" dirty="0">
                <a:latin typeface="Times New Roman" panose="02020603050405020304" pitchFamily="18" charset="0"/>
                <a:cs typeface="Times New Roman" panose="02020603050405020304" pitchFamily="18" charset="0"/>
              </a:rPr>
              <a:t>//</a:t>
            </a:r>
            <a:r>
              <a:rPr lang="zh-CN" altLang="zh-CN" sz="1400" dirty="0">
                <a:latin typeface="Times New Roman" panose="02020603050405020304" pitchFamily="18" charset="0"/>
                <a:cs typeface="Times New Roman" panose="02020603050405020304" pitchFamily="18" charset="0"/>
              </a:rPr>
              <a:t>输入一条弧</a:t>
            </a:r>
            <a:r>
              <a:rPr lang="en-US" altLang="zh-CN" sz="1400" dirty="0">
                <a:latin typeface="Times New Roman" panose="02020603050405020304" pitchFamily="18" charset="0"/>
                <a:cs typeface="Times New Roman" panose="02020603050405020304" pitchFamily="18" charset="0"/>
              </a:rPr>
              <a:t>&lt;</a:t>
            </a:r>
            <a:r>
              <a:rPr lang="en-US" altLang="zh-CN" sz="1400" dirty="0" err="1">
                <a:latin typeface="Times New Roman" panose="02020603050405020304" pitchFamily="18" charset="0"/>
                <a:cs typeface="Times New Roman" panose="02020603050405020304" pitchFamily="18" charset="0"/>
              </a:rPr>
              <a:t>u,v,w</a:t>
            </a:r>
            <a:r>
              <a:rPr lang="en-US" altLang="zh-CN" sz="1400" dirty="0">
                <a:latin typeface="Times New Roman" panose="02020603050405020304" pitchFamily="18" charset="0"/>
                <a:cs typeface="Times New Roman" panose="02020603050405020304" pitchFamily="18" charset="0"/>
              </a:rPr>
              <a:t>&gt;</a:t>
            </a:r>
            <a:endParaRPr lang="zh-CN" altLang="zh-CN" sz="1400"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h=</a:t>
            </a:r>
            <a:r>
              <a:rPr lang="en-US" altLang="zh-CN" dirty="0" err="1">
                <a:latin typeface="Times New Roman" panose="02020603050405020304" pitchFamily="18" charset="0"/>
                <a:cs typeface="Times New Roman" panose="02020603050405020304" pitchFamily="18" charset="0"/>
              </a:rPr>
              <a:t>LocateVex</a:t>
            </a:r>
            <a:r>
              <a:rPr lang="en-US" altLang="zh-CN" dirty="0">
                <a:latin typeface="Times New Roman" panose="02020603050405020304" pitchFamily="18" charset="0"/>
                <a:cs typeface="Times New Roman" panose="02020603050405020304" pitchFamily="18" charset="0"/>
              </a:rPr>
              <a:t>(u);</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t=</a:t>
            </a:r>
            <a:r>
              <a:rPr lang="en-US" altLang="zh-CN" dirty="0" err="1">
                <a:latin typeface="Times New Roman" panose="02020603050405020304" pitchFamily="18" charset="0"/>
                <a:cs typeface="Times New Roman" panose="02020603050405020304" pitchFamily="18" charset="0"/>
              </a:rPr>
              <a:t>LocateVex</a:t>
            </a:r>
            <a:r>
              <a:rPr lang="en-US" altLang="zh-CN" dirty="0">
                <a:latin typeface="Times New Roman" panose="02020603050405020304" pitchFamily="18" charset="0"/>
                <a:cs typeface="Times New Roman" panose="02020603050405020304" pitchFamily="18" charset="0"/>
              </a:rPr>
              <a:t>(v);</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p=new </a:t>
            </a:r>
            <a:r>
              <a:rPr lang="en-US" altLang="zh-CN"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存储无向边（</a:t>
            </a:r>
            <a:r>
              <a:rPr lang="en-US" altLang="zh-CN" sz="1400" dirty="0" err="1">
                <a:latin typeface="Times New Roman" panose="02020603050405020304" pitchFamily="18" charset="0"/>
                <a:cs typeface="Times New Roman" panose="02020603050405020304" pitchFamily="18" charset="0"/>
              </a:rPr>
              <a:t>u,v</a:t>
            </a:r>
            <a:r>
              <a:rPr lang="zh-CN" altLang="zh-CN" sz="1400" dirty="0">
                <a:latin typeface="Times New Roman" panose="02020603050405020304" pitchFamily="18" charset="0"/>
                <a:cs typeface="Times New Roman" panose="02020603050405020304" pitchFamily="18" charset="0"/>
              </a:rPr>
              <a:t>）</a:t>
            </a:r>
          </a:p>
          <a:p>
            <a:r>
              <a:rPr lang="en-US" altLang="zh-CN" dirty="0">
                <a:latin typeface="Times New Roman" panose="02020603050405020304" pitchFamily="18" charset="0"/>
                <a:cs typeface="Times New Roman" panose="02020603050405020304" pitchFamily="18" charset="0"/>
              </a:rPr>
              <a:t>        p-&gt;</a:t>
            </a:r>
            <a:r>
              <a:rPr lang="en-US" altLang="zh-CN" dirty="0" err="1">
                <a:latin typeface="Times New Roman" panose="02020603050405020304" pitchFamily="18" charset="0"/>
                <a:cs typeface="Times New Roman" panose="02020603050405020304" pitchFamily="18" charset="0"/>
              </a:rPr>
              <a:t>adjvex</a:t>
            </a:r>
            <a:r>
              <a:rPr lang="en-US" altLang="zh-CN" dirty="0">
                <a:latin typeface="Times New Roman" panose="02020603050405020304" pitchFamily="18" charset="0"/>
                <a:cs typeface="Times New Roman" panose="02020603050405020304" pitchFamily="18" charset="0"/>
              </a:rPr>
              <a:t>=t;</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p-&gt;info=w;</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p-&gt;</a:t>
            </a:r>
            <a:r>
              <a:rPr lang="en-US" altLang="zh-CN" dirty="0" err="1">
                <a:latin typeface="Times New Roman" panose="02020603050405020304" pitchFamily="18" charset="0"/>
                <a:cs typeface="Times New Roman" panose="02020603050405020304" pitchFamily="18" charset="0"/>
              </a:rPr>
              <a:t>nextarc</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[h].</a:t>
            </a:r>
            <a:r>
              <a:rPr lang="en-US" altLang="zh-CN" dirty="0" err="1">
                <a:latin typeface="Times New Roman" panose="02020603050405020304" pitchFamily="18" charset="0"/>
                <a:cs typeface="Times New Roman" panose="02020603050405020304" pitchFamily="18" charset="0"/>
              </a:rPr>
              <a:t>firstarc</a:t>
            </a:r>
            <a:r>
              <a:rPr lang="en-US" altLang="zh-CN" dirty="0">
                <a:latin typeface="Times New Roman" panose="02020603050405020304" pitchFamily="18" charset="0"/>
                <a:cs typeface="Times New Roman" panose="02020603050405020304" pitchFamily="18" charset="0"/>
              </a:rPr>
              <a:t>;</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[h].</a:t>
            </a:r>
            <a:r>
              <a:rPr lang="en-US" altLang="zh-CN" dirty="0" err="1">
                <a:latin typeface="Times New Roman" panose="02020603050405020304" pitchFamily="18" charset="0"/>
                <a:cs typeface="Times New Roman" panose="02020603050405020304" pitchFamily="18" charset="0"/>
              </a:rPr>
              <a:t>firstarc</a:t>
            </a:r>
            <a:r>
              <a:rPr lang="en-US" altLang="zh-CN" dirty="0">
                <a:latin typeface="Times New Roman" panose="02020603050405020304" pitchFamily="18" charset="0"/>
                <a:cs typeface="Times New Roman" panose="02020603050405020304" pitchFamily="18" charset="0"/>
              </a:rPr>
              <a:t>=p;</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 =new </a:t>
            </a:r>
            <a:r>
              <a:rPr lang="en-US" altLang="zh-CN" dirty="0" err="1">
                <a:latin typeface="Times New Roman" panose="02020603050405020304" pitchFamily="18" charset="0"/>
                <a:cs typeface="Times New Roman" panose="02020603050405020304" pitchFamily="18" charset="0"/>
              </a:rPr>
              <a:t>ArcNode</a:t>
            </a:r>
            <a:r>
              <a:rPr lang="en-US" altLang="zh-CN" dirty="0">
                <a:latin typeface="Times New Roman" panose="02020603050405020304" pitchFamily="18" charset="0"/>
                <a:cs typeface="Times New Roman" panose="02020603050405020304" pitchFamily="18" charset="0"/>
              </a:rPr>
              <a:t>;  </a:t>
            </a:r>
            <a:r>
              <a:rPr lang="en-US" altLang="zh-CN" sz="1400" dirty="0">
                <a:latin typeface="Times New Roman" panose="02020603050405020304" pitchFamily="18" charset="0"/>
                <a:cs typeface="Times New Roman" panose="02020603050405020304" pitchFamily="18" charset="0"/>
              </a:rPr>
              <a:t>//</a:t>
            </a:r>
            <a:r>
              <a:rPr lang="zh-CN" altLang="zh-CN" sz="1400" dirty="0">
                <a:latin typeface="Times New Roman" panose="02020603050405020304" pitchFamily="18" charset="0"/>
                <a:cs typeface="Times New Roman" panose="02020603050405020304" pitchFamily="18" charset="0"/>
              </a:rPr>
              <a:t>存储无向边（</a:t>
            </a:r>
            <a:r>
              <a:rPr lang="en-US" altLang="zh-CN" sz="1400" dirty="0" err="1">
                <a:latin typeface="Times New Roman" panose="02020603050405020304" pitchFamily="18" charset="0"/>
                <a:cs typeface="Times New Roman" panose="02020603050405020304" pitchFamily="18" charset="0"/>
              </a:rPr>
              <a:t>v,u</a:t>
            </a:r>
            <a:r>
              <a:rPr lang="zh-CN" altLang="zh-CN" sz="1400" dirty="0">
                <a:latin typeface="Times New Roman" panose="02020603050405020304" pitchFamily="18" charset="0"/>
                <a:cs typeface="Times New Roman" panose="02020603050405020304" pitchFamily="18" charset="0"/>
              </a:rPr>
              <a:t>）</a:t>
            </a:r>
          </a:p>
          <a:p>
            <a:r>
              <a:rPr lang="en-US" altLang="zh-CN" dirty="0">
                <a:latin typeface="Times New Roman" panose="02020603050405020304" pitchFamily="18" charset="0"/>
                <a:cs typeface="Times New Roman" panose="02020603050405020304" pitchFamily="18" charset="0"/>
              </a:rPr>
              <a:t>        p-&gt;</a:t>
            </a:r>
            <a:r>
              <a:rPr lang="en-US" altLang="zh-CN" dirty="0" err="1">
                <a:latin typeface="Times New Roman" panose="02020603050405020304" pitchFamily="18" charset="0"/>
                <a:cs typeface="Times New Roman" panose="02020603050405020304" pitchFamily="18" charset="0"/>
              </a:rPr>
              <a:t>adjvex</a:t>
            </a:r>
            <a:r>
              <a:rPr lang="en-US" altLang="zh-CN" dirty="0">
                <a:latin typeface="Times New Roman" panose="02020603050405020304" pitchFamily="18" charset="0"/>
                <a:cs typeface="Times New Roman" panose="02020603050405020304" pitchFamily="18" charset="0"/>
              </a:rPr>
              <a:t>=h;</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p-&gt;info=w;</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p-&gt;</a:t>
            </a:r>
            <a:r>
              <a:rPr lang="en-US" altLang="zh-CN" dirty="0" err="1">
                <a:latin typeface="Times New Roman" panose="02020603050405020304" pitchFamily="18" charset="0"/>
                <a:cs typeface="Times New Roman" panose="02020603050405020304" pitchFamily="18" charset="0"/>
              </a:rPr>
              <a:t>nextarc</a:t>
            </a:r>
            <a:r>
              <a:rPr lang="en-US" altLang="zh-CN" dirty="0">
                <a:latin typeface="Times New Roman" panose="02020603050405020304" pitchFamily="18" charset="0"/>
                <a:cs typeface="Times New Roman" panose="02020603050405020304" pitchFamily="18" charset="0"/>
              </a:rPr>
              <a:t>=</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[t].</a:t>
            </a:r>
            <a:r>
              <a:rPr lang="en-US" altLang="zh-CN" dirty="0" err="1">
                <a:latin typeface="Times New Roman" panose="02020603050405020304" pitchFamily="18" charset="0"/>
                <a:cs typeface="Times New Roman" panose="02020603050405020304" pitchFamily="18" charset="0"/>
              </a:rPr>
              <a:t>firstarc</a:t>
            </a:r>
            <a:r>
              <a:rPr lang="en-US" altLang="zh-CN" dirty="0">
                <a:latin typeface="Times New Roman" panose="02020603050405020304" pitchFamily="18" charset="0"/>
                <a:cs typeface="Times New Roman" panose="02020603050405020304" pitchFamily="18" charset="0"/>
              </a:rPr>
              <a:t>;</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r>
              <a:rPr lang="en-US" altLang="zh-CN" dirty="0" err="1">
                <a:latin typeface="Times New Roman" panose="02020603050405020304" pitchFamily="18" charset="0"/>
                <a:cs typeface="Times New Roman" panose="02020603050405020304" pitchFamily="18" charset="0"/>
              </a:rPr>
              <a:t>ag.vertices</a:t>
            </a:r>
            <a:r>
              <a:rPr lang="en-US" altLang="zh-CN" dirty="0">
                <a:latin typeface="Times New Roman" panose="02020603050405020304" pitchFamily="18" charset="0"/>
                <a:cs typeface="Times New Roman" panose="02020603050405020304" pitchFamily="18" charset="0"/>
              </a:rPr>
              <a:t>[t].</a:t>
            </a:r>
            <a:r>
              <a:rPr lang="en-US" altLang="zh-CN" dirty="0" err="1">
                <a:latin typeface="Times New Roman" panose="02020603050405020304" pitchFamily="18" charset="0"/>
                <a:cs typeface="Times New Roman" panose="02020603050405020304" pitchFamily="18" charset="0"/>
              </a:rPr>
              <a:t>firstarc</a:t>
            </a:r>
            <a:r>
              <a:rPr lang="en-US" altLang="zh-CN" dirty="0">
                <a:latin typeface="Times New Roman" panose="02020603050405020304" pitchFamily="18" charset="0"/>
                <a:cs typeface="Times New Roman" panose="02020603050405020304" pitchFamily="18" charset="0"/>
              </a:rPr>
              <a:t>=p;</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    }</a:t>
            </a:r>
            <a:endParaRPr lang="zh-CN" altLang="zh-CN" dirty="0">
              <a:latin typeface="Times New Roman" panose="02020603050405020304" pitchFamily="18" charset="0"/>
              <a:cs typeface="Times New Roman" panose="02020603050405020304" pitchFamily="18" charset="0"/>
            </a:endParaRPr>
          </a:p>
          <a:p>
            <a:r>
              <a:rPr lang="en-US" altLang="zh-CN" dirty="0">
                <a:latin typeface="Times New Roman" panose="02020603050405020304" pitchFamily="18" charset="0"/>
                <a:cs typeface="Times New Roman" panose="02020603050405020304" pitchFamily="18" charset="0"/>
              </a:rPr>
              <a:t>}</a:t>
            </a:r>
            <a:endParaRPr lang="zh-CN" altLang="zh-CN" dirty="0">
              <a:latin typeface="Times New Roman" panose="02020603050405020304" pitchFamily="18" charset="0"/>
              <a:cs typeface="Times New Roman" panose="02020603050405020304" pitchFamily="18" charset="0"/>
            </a:endParaRPr>
          </a:p>
          <a:p>
            <a:endParaRPr lang="zh-CN" altLang="en-US" dirty="0">
              <a:latin typeface="Times New Roman" panose="02020603050405020304" pitchFamily="18" charset="0"/>
              <a:cs typeface="Times New Roman" panose="02020603050405020304" pitchFamily="18" charset="0"/>
            </a:endParaRPr>
          </a:p>
        </p:txBody>
      </p:sp>
      <p:sp>
        <p:nvSpPr>
          <p:cNvPr id="6" name="矩形 5"/>
          <p:cNvSpPr/>
          <p:nvPr/>
        </p:nvSpPr>
        <p:spPr>
          <a:xfrm>
            <a:off x="5148064" y="2787774"/>
            <a:ext cx="3528392" cy="151216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右箭头标注 7"/>
          <p:cNvSpPr/>
          <p:nvPr/>
        </p:nvSpPr>
        <p:spPr>
          <a:xfrm>
            <a:off x="3275856" y="2548972"/>
            <a:ext cx="1860158" cy="967271"/>
          </a:xfrm>
          <a:prstGeom prst="rightArrowCallou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en-US" sz="1600" dirty="0">
                <a:solidFill>
                  <a:srgbClr val="C00000"/>
                </a:solidFill>
              </a:rPr>
              <a:t>如果是有向图，此处可省略</a:t>
            </a:r>
          </a:p>
        </p:txBody>
      </p:sp>
      <p:sp>
        <p:nvSpPr>
          <p:cNvPr id="9" name="文本框 8"/>
          <p:cNvSpPr txBox="1"/>
          <p:nvPr/>
        </p:nvSpPr>
        <p:spPr>
          <a:xfrm>
            <a:off x="611380" y="115457"/>
            <a:ext cx="151234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创建一个图</a:t>
            </a:r>
          </a:p>
        </p:txBody>
      </p:sp>
    </p:spTree>
    <p:extLst>
      <p:ext uri="{BB962C8B-B14F-4D97-AF65-F5344CB8AC3E}">
        <p14:creationId xmlns:p14="http://schemas.microsoft.com/office/powerpoint/2010/main" val="150337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 calcmode="lin" valueType="num">
                                      <p:cBhvr additive="base">
                                        <p:cTn id="13"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xEl>
                                              <p:pRg st="1" end="1"/>
                                            </p:txEl>
                                          </p:spTgt>
                                        </p:tgtEl>
                                        <p:attrNameLst>
                                          <p:attrName>style.visibility</p:attrName>
                                        </p:attrNameLst>
                                      </p:cBhvr>
                                      <p:to>
                                        <p:strVal val="visible"/>
                                      </p:to>
                                    </p:set>
                                    <p:anim calcmode="lin" valueType="num">
                                      <p:cBhvr additive="base">
                                        <p:cTn id="19"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2" end="2"/>
                                            </p:txEl>
                                          </p:spTgt>
                                        </p:tgtEl>
                                        <p:attrNameLst>
                                          <p:attrName>style.visibility</p:attrName>
                                        </p:attrNameLst>
                                      </p:cBhvr>
                                      <p:to>
                                        <p:strVal val="visible"/>
                                      </p:to>
                                    </p:set>
                                    <p:anim calcmode="lin" valueType="num">
                                      <p:cBhvr additive="base">
                                        <p:cTn id="25"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xEl>
                                              <p:pRg st="3" end="3"/>
                                            </p:txEl>
                                          </p:spTgt>
                                        </p:tgtEl>
                                        <p:attrNameLst>
                                          <p:attrName>style.visibility</p:attrName>
                                        </p:attrNameLst>
                                      </p:cBhvr>
                                      <p:to>
                                        <p:strVal val="visible"/>
                                      </p:to>
                                    </p:set>
                                    <p:anim calcmode="lin" valueType="num">
                                      <p:cBhvr additive="base">
                                        <p:cTn id="31"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
                                            <p:txEl>
                                              <p:pRg st="4" end="4"/>
                                            </p:txEl>
                                          </p:spTgt>
                                        </p:tgtEl>
                                        <p:attrNameLst>
                                          <p:attrName>style.visibility</p:attrName>
                                        </p:attrNameLst>
                                      </p:cBhvr>
                                      <p:to>
                                        <p:strVal val="visible"/>
                                      </p:to>
                                    </p:set>
                                    <p:anim calcmode="lin" valueType="num">
                                      <p:cBhvr additive="base">
                                        <p:cTn id="37"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
                                            <p:txEl>
                                              <p:pRg st="5" end="5"/>
                                            </p:txEl>
                                          </p:spTgt>
                                        </p:tgtEl>
                                        <p:attrNameLst>
                                          <p:attrName>style.visibility</p:attrName>
                                        </p:attrNameLst>
                                      </p:cBhvr>
                                      <p:to>
                                        <p:strVal val="visible"/>
                                      </p:to>
                                    </p:set>
                                    <p:anim calcmode="lin" valueType="num">
                                      <p:cBhvr additive="base">
                                        <p:cTn id="43"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
                                            <p:txEl>
                                              <p:pRg st="5" end="5"/>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
                                            <p:txEl>
                                              <p:pRg st="6" end="6"/>
                                            </p:txEl>
                                          </p:spTgt>
                                        </p:tgtEl>
                                        <p:attrNameLst>
                                          <p:attrName>style.visibility</p:attrName>
                                        </p:attrNameLst>
                                      </p:cBhvr>
                                      <p:to>
                                        <p:strVal val="visible"/>
                                      </p:to>
                                    </p:set>
                                    <p:anim calcmode="lin" valueType="num">
                                      <p:cBhvr additive="base">
                                        <p:cTn id="47"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4">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4">
                                            <p:txEl>
                                              <p:pRg st="7" end="7"/>
                                            </p:txEl>
                                          </p:spTgt>
                                        </p:tgtEl>
                                        <p:attrNameLst>
                                          <p:attrName>style.visibility</p:attrName>
                                        </p:attrNameLst>
                                      </p:cBhvr>
                                      <p:to>
                                        <p:strVal val="visible"/>
                                      </p:to>
                                    </p:set>
                                    <p:anim calcmode="lin" valueType="num">
                                      <p:cBhvr additive="base">
                                        <p:cTn id="53"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
                                            <p:txEl>
                                              <p:pRg st="7" end="7"/>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
                                            <p:txEl>
                                              <p:pRg st="8" end="8"/>
                                            </p:txEl>
                                          </p:spTgt>
                                        </p:tgtEl>
                                        <p:attrNameLst>
                                          <p:attrName>style.visibility</p:attrName>
                                        </p:attrNameLst>
                                      </p:cBhvr>
                                      <p:to>
                                        <p:strVal val="visible"/>
                                      </p:to>
                                    </p:set>
                                    <p:anim calcmode="lin" valueType="num">
                                      <p:cBhvr additive="base">
                                        <p:cTn id="57"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4">
                                            <p:txEl>
                                              <p:pRg st="8" end="8"/>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4">
                                            <p:txEl>
                                              <p:pRg st="9" end="9"/>
                                            </p:txEl>
                                          </p:spTgt>
                                        </p:tgtEl>
                                        <p:attrNameLst>
                                          <p:attrName>style.visibility</p:attrName>
                                        </p:attrNameLst>
                                      </p:cBhvr>
                                      <p:to>
                                        <p:strVal val="visible"/>
                                      </p:to>
                                    </p:set>
                                    <p:anim calcmode="lin" valueType="num">
                                      <p:cBhvr additive="base">
                                        <p:cTn id="61" dur="500" fill="hold"/>
                                        <p:tgtEl>
                                          <p:spTgt spid="4">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
                                            <p:txEl>
                                              <p:pRg st="9" end="9"/>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4">
                                            <p:txEl>
                                              <p:pRg st="10" end="10"/>
                                            </p:txEl>
                                          </p:spTgt>
                                        </p:tgtEl>
                                        <p:attrNameLst>
                                          <p:attrName>style.visibility</p:attrName>
                                        </p:attrNameLst>
                                      </p:cBhvr>
                                      <p:to>
                                        <p:strVal val="visible"/>
                                      </p:to>
                                    </p:set>
                                    <p:anim calcmode="lin" valueType="num">
                                      <p:cBhvr additive="base">
                                        <p:cTn id="65" dur="500" fill="hold"/>
                                        <p:tgtEl>
                                          <p:spTgt spid="4">
                                            <p:txEl>
                                              <p:pRg st="10" end="10"/>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500" fill="hold"/>
                                        <p:tgtEl>
                                          <p:spTgt spid="5"/>
                                        </p:tgtEl>
                                        <p:attrNameLst>
                                          <p:attrName>ppt_x</p:attrName>
                                        </p:attrNameLst>
                                      </p:cBhvr>
                                      <p:tavLst>
                                        <p:tav tm="0">
                                          <p:val>
                                            <p:strVal val="#ppt_x"/>
                                          </p:val>
                                        </p:tav>
                                        <p:tav tm="100000">
                                          <p:val>
                                            <p:strVal val="#ppt_x"/>
                                          </p:val>
                                        </p:tav>
                                      </p:tavLst>
                                    </p:anim>
                                    <p:anim calcmode="lin" valueType="num">
                                      <p:cBhvr additive="base">
                                        <p:cTn id="7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5">
                                            <p:txEl>
                                              <p:pRg st="0" end="0"/>
                                            </p:txEl>
                                          </p:spTgt>
                                        </p:tgtEl>
                                        <p:attrNameLst>
                                          <p:attrName>style.visibility</p:attrName>
                                        </p:attrNameLst>
                                      </p:cBhvr>
                                      <p:to>
                                        <p:strVal val="visible"/>
                                      </p:to>
                                    </p:set>
                                    <p:anim calcmode="lin" valueType="num">
                                      <p:cBhvr additive="base">
                                        <p:cTn id="7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5">
                                            <p:txEl>
                                              <p:pRg st="1" end="1"/>
                                            </p:txEl>
                                          </p:spTgt>
                                        </p:tgtEl>
                                        <p:attrNameLst>
                                          <p:attrName>style.visibility</p:attrName>
                                        </p:attrNameLst>
                                      </p:cBhvr>
                                      <p:to>
                                        <p:strVal val="visible"/>
                                      </p:to>
                                    </p:set>
                                    <p:anim calcmode="lin" valueType="num">
                                      <p:cBhvr additive="base">
                                        <p:cTn id="8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42" presetClass="entr" presetSubtype="0" fill="hold" nodeType="clickEffect">
                                  <p:stCondLst>
                                    <p:cond delay="0"/>
                                  </p:stCondLst>
                                  <p:childTnLst>
                                    <p:set>
                                      <p:cBhvr>
                                        <p:cTn id="88" dur="1" fill="hold">
                                          <p:stCondLst>
                                            <p:cond delay="0"/>
                                          </p:stCondLst>
                                        </p:cTn>
                                        <p:tgtEl>
                                          <p:spTgt spid="5">
                                            <p:txEl>
                                              <p:pRg st="2" end="2"/>
                                            </p:txEl>
                                          </p:spTgt>
                                        </p:tgtEl>
                                        <p:attrNameLst>
                                          <p:attrName>style.visibility</p:attrName>
                                        </p:attrNameLst>
                                      </p:cBhvr>
                                      <p:to>
                                        <p:strVal val="visible"/>
                                      </p:to>
                                    </p:set>
                                    <p:animEffect transition="in" filter="fade">
                                      <p:cBhvr>
                                        <p:cTn id="89" dur="1000"/>
                                        <p:tgtEl>
                                          <p:spTgt spid="5">
                                            <p:txEl>
                                              <p:pRg st="2" end="2"/>
                                            </p:txEl>
                                          </p:spTgt>
                                        </p:tgtEl>
                                      </p:cBhvr>
                                    </p:animEffect>
                                    <p:anim calcmode="lin" valueType="num">
                                      <p:cBhvr>
                                        <p:cTn id="90"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91"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92" fill="hold">
                      <p:stCondLst>
                        <p:cond delay="indefinite"/>
                      </p:stCondLst>
                      <p:childTnLst>
                        <p:par>
                          <p:cTn id="93" fill="hold">
                            <p:stCondLst>
                              <p:cond delay="0"/>
                            </p:stCondLst>
                            <p:childTnLst>
                              <p:par>
                                <p:cTn id="94" presetID="42" presetClass="entr" presetSubtype="0" fill="hold" nodeType="clickEffect">
                                  <p:stCondLst>
                                    <p:cond delay="0"/>
                                  </p:stCondLst>
                                  <p:childTnLst>
                                    <p:set>
                                      <p:cBhvr>
                                        <p:cTn id="95" dur="1" fill="hold">
                                          <p:stCondLst>
                                            <p:cond delay="0"/>
                                          </p:stCondLst>
                                        </p:cTn>
                                        <p:tgtEl>
                                          <p:spTgt spid="5">
                                            <p:txEl>
                                              <p:pRg st="3" end="3"/>
                                            </p:txEl>
                                          </p:spTgt>
                                        </p:tgtEl>
                                        <p:attrNameLst>
                                          <p:attrName>style.visibility</p:attrName>
                                        </p:attrNameLst>
                                      </p:cBhvr>
                                      <p:to>
                                        <p:strVal val="visible"/>
                                      </p:to>
                                    </p:set>
                                    <p:animEffect transition="in" filter="fade">
                                      <p:cBhvr>
                                        <p:cTn id="96" dur="1000"/>
                                        <p:tgtEl>
                                          <p:spTgt spid="5">
                                            <p:txEl>
                                              <p:pRg st="3" end="3"/>
                                            </p:txEl>
                                          </p:spTgt>
                                        </p:tgtEl>
                                      </p:cBhvr>
                                    </p:animEffect>
                                    <p:anim calcmode="lin" valueType="num">
                                      <p:cBhvr>
                                        <p:cTn id="97"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98"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5">
                                            <p:txEl>
                                              <p:pRg st="4" end="4"/>
                                            </p:txEl>
                                          </p:spTgt>
                                        </p:tgtEl>
                                        <p:attrNameLst>
                                          <p:attrName>style.visibility</p:attrName>
                                        </p:attrNameLst>
                                      </p:cBhvr>
                                      <p:to>
                                        <p:strVal val="visible"/>
                                      </p:to>
                                    </p:set>
                                    <p:anim calcmode="lin" valueType="num">
                                      <p:cBhvr additive="base">
                                        <p:cTn id="103"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5">
                                            <p:txEl>
                                              <p:pRg st="5" end="5"/>
                                            </p:txEl>
                                          </p:spTgt>
                                        </p:tgtEl>
                                        <p:attrNameLst>
                                          <p:attrName>style.visibility</p:attrName>
                                        </p:attrNameLst>
                                      </p:cBhvr>
                                      <p:to>
                                        <p:strVal val="visible"/>
                                      </p:to>
                                    </p:set>
                                    <p:anim calcmode="lin" valueType="num">
                                      <p:cBhvr additive="base">
                                        <p:cTn id="109"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5">
                                            <p:txEl>
                                              <p:pRg st="6" end="6"/>
                                            </p:txEl>
                                          </p:spTgt>
                                        </p:tgtEl>
                                        <p:attrNameLst>
                                          <p:attrName>style.visibility</p:attrName>
                                        </p:attrNameLst>
                                      </p:cBhvr>
                                      <p:to>
                                        <p:strVal val="visible"/>
                                      </p:to>
                                    </p:set>
                                    <p:anim calcmode="lin" valueType="num">
                                      <p:cBhvr additive="base">
                                        <p:cTn id="115"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nodeType="clickEffect">
                                  <p:stCondLst>
                                    <p:cond delay="0"/>
                                  </p:stCondLst>
                                  <p:childTnLst>
                                    <p:set>
                                      <p:cBhvr>
                                        <p:cTn id="120" dur="1" fill="hold">
                                          <p:stCondLst>
                                            <p:cond delay="0"/>
                                          </p:stCondLst>
                                        </p:cTn>
                                        <p:tgtEl>
                                          <p:spTgt spid="5">
                                            <p:txEl>
                                              <p:pRg st="7" end="7"/>
                                            </p:txEl>
                                          </p:spTgt>
                                        </p:tgtEl>
                                        <p:attrNameLst>
                                          <p:attrName>style.visibility</p:attrName>
                                        </p:attrNameLst>
                                      </p:cBhvr>
                                      <p:to>
                                        <p:strVal val="visible"/>
                                      </p:to>
                                    </p:set>
                                    <p:anim calcmode="lin" valueType="num">
                                      <p:cBhvr additive="base">
                                        <p:cTn id="121" dur="500" fill="hold"/>
                                        <p:tgtEl>
                                          <p:spTgt spid="5">
                                            <p:txEl>
                                              <p:pRg st="7" end="7"/>
                                            </p:txEl>
                                          </p:spTgt>
                                        </p:tgtEl>
                                        <p:attrNameLst>
                                          <p:attrName>ppt_x</p:attrName>
                                        </p:attrNameLst>
                                      </p:cBhvr>
                                      <p:tavLst>
                                        <p:tav tm="0">
                                          <p:val>
                                            <p:strVal val="#ppt_x"/>
                                          </p:val>
                                        </p:tav>
                                        <p:tav tm="100000">
                                          <p:val>
                                            <p:strVal val="#ppt_x"/>
                                          </p:val>
                                        </p:tav>
                                      </p:tavLst>
                                    </p:anim>
                                    <p:anim calcmode="lin" valueType="num">
                                      <p:cBhvr additive="base">
                                        <p:cTn id="122" dur="500" fill="hold"/>
                                        <p:tgtEl>
                                          <p:spTgt spid="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nodeType="clickEffect">
                                  <p:stCondLst>
                                    <p:cond delay="0"/>
                                  </p:stCondLst>
                                  <p:childTnLst>
                                    <p:set>
                                      <p:cBhvr>
                                        <p:cTn id="126" dur="1" fill="hold">
                                          <p:stCondLst>
                                            <p:cond delay="0"/>
                                          </p:stCondLst>
                                        </p:cTn>
                                        <p:tgtEl>
                                          <p:spTgt spid="5">
                                            <p:txEl>
                                              <p:pRg st="8" end="8"/>
                                            </p:txEl>
                                          </p:spTgt>
                                        </p:tgtEl>
                                        <p:attrNameLst>
                                          <p:attrName>style.visibility</p:attrName>
                                        </p:attrNameLst>
                                      </p:cBhvr>
                                      <p:to>
                                        <p:strVal val="visible"/>
                                      </p:to>
                                    </p:set>
                                    <p:anim calcmode="lin" valueType="num">
                                      <p:cBhvr additive="base">
                                        <p:cTn id="127" dur="500" fill="hold"/>
                                        <p:tgtEl>
                                          <p:spTgt spid="5">
                                            <p:txEl>
                                              <p:pRg st="8" end="8"/>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5">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4" fill="hold" nodeType="clickEffect">
                                  <p:stCondLst>
                                    <p:cond delay="0"/>
                                  </p:stCondLst>
                                  <p:childTnLst>
                                    <p:set>
                                      <p:cBhvr>
                                        <p:cTn id="132" dur="1" fill="hold">
                                          <p:stCondLst>
                                            <p:cond delay="0"/>
                                          </p:stCondLst>
                                        </p:cTn>
                                        <p:tgtEl>
                                          <p:spTgt spid="5">
                                            <p:txEl>
                                              <p:pRg st="9" end="9"/>
                                            </p:txEl>
                                          </p:spTgt>
                                        </p:tgtEl>
                                        <p:attrNameLst>
                                          <p:attrName>style.visibility</p:attrName>
                                        </p:attrNameLst>
                                      </p:cBhvr>
                                      <p:to>
                                        <p:strVal val="visible"/>
                                      </p:to>
                                    </p:set>
                                    <p:anim calcmode="lin" valueType="num">
                                      <p:cBhvr additive="base">
                                        <p:cTn id="133" dur="500" fill="hold"/>
                                        <p:tgtEl>
                                          <p:spTgt spid="5">
                                            <p:txEl>
                                              <p:pRg st="9" end="9"/>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5">
                                            <p:txEl>
                                              <p:pRg st="9" end="9"/>
                                            </p:txEl>
                                          </p:spTgt>
                                        </p:tgtEl>
                                        <p:attrNameLst>
                                          <p:attrName>ppt_y</p:attrName>
                                        </p:attrNameLst>
                                      </p:cBhvr>
                                      <p:tavLst>
                                        <p:tav tm="0">
                                          <p:val>
                                            <p:strVal val="1+#ppt_h/2"/>
                                          </p:val>
                                        </p:tav>
                                        <p:tav tm="100000">
                                          <p:val>
                                            <p:strVal val="#ppt_y"/>
                                          </p:val>
                                        </p:tav>
                                      </p:tavLst>
                                    </p:anim>
                                  </p:childTnLst>
                                </p:cTn>
                              </p:par>
                              <p:par>
                                <p:cTn id="135" presetID="2" presetClass="entr" presetSubtype="4" fill="hold" nodeType="withEffect">
                                  <p:stCondLst>
                                    <p:cond delay="0"/>
                                  </p:stCondLst>
                                  <p:childTnLst>
                                    <p:set>
                                      <p:cBhvr>
                                        <p:cTn id="136" dur="1" fill="hold">
                                          <p:stCondLst>
                                            <p:cond delay="0"/>
                                          </p:stCondLst>
                                        </p:cTn>
                                        <p:tgtEl>
                                          <p:spTgt spid="5">
                                            <p:txEl>
                                              <p:pRg st="10" end="10"/>
                                            </p:txEl>
                                          </p:spTgt>
                                        </p:tgtEl>
                                        <p:attrNameLst>
                                          <p:attrName>style.visibility</p:attrName>
                                        </p:attrNameLst>
                                      </p:cBhvr>
                                      <p:to>
                                        <p:strVal val="visible"/>
                                      </p:to>
                                    </p:set>
                                    <p:anim calcmode="lin" valueType="num">
                                      <p:cBhvr additive="base">
                                        <p:cTn id="137" dur="500" fill="hold"/>
                                        <p:tgtEl>
                                          <p:spTgt spid="5">
                                            <p:txEl>
                                              <p:pRg st="10" end="1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5">
                                            <p:txEl>
                                              <p:pRg st="10" end="10"/>
                                            </p:txEl>
                                          </p:spTgt>
                                        </p:tgtEl>
                                        <p:attrNameLst>
                                          <p:attrName>ppt_y</p:attrName>
                                        </p:attrNameLst>
                                      </p:cBhvr>
                                      <p:tavLst>
                                        <p:tav tm="0">
                                          <p:val>
                                            <p:strVal val="1+#ppt_h/2"/>
                                          </p:val>
                                        </p:tav>
                                        <p:tav tm="100000">
                                          <p:val>
                                            <p:strVal val="#ppt_y"/>
                                          </p:val>
                                        </p:tav>
                                      </p:tavLst>
                                    </p:anim>
                                  </p:childTnLst>
                                </p:cTn>
                              </p:par>
                              <p:par>
                                <p:cTn id="139" presetID="2" presetClass="entr" presetSubtype="4" fill="hold" nodeType="withEffect">
                                  <p:stCondLst>
                                    <p:cond delay="0"/>
                                  </p:stCondLst>
                                  <p:childTnLst>
                                    <p:set>
                                      <p:cBhvr>
                                        <p:cTn id="140" dur="1" fill="hold">
                                          <p:stCondLst>
                                            <p:cond delay="0"/>
                                          </p:stCondLst>
                                        </p:cTn>
                                        <p:tgtEl>
                                          <p:spTgt spid="5">
                                            <p:txEl>
                                              <p:pRg st="11" end="11"/>
                                            </p:txEl>
                                          </p:spTgt>
                                        </p:tgtEl>
                                        <p:attrNameLst>
                                          <p:attrName>style.visibility</p:attrName>
                                        </p:attrNameLst>
                                      </p:cBhvr>
                                      <p:to>
                                        <p:strVal val="visible"/>
                                      </p:to>
                                    </p:set>
                                    <p:anim calcmode="lin" valueType="num">
                                      <p:cBhvr additive="base">
                                        <p:cTn id="141" dur="500" fill="hold"/>
                                        <p:tgtEl>
                                          <p:spTgt spid="5">
                                            <p:txEl>
                                              <p:pRg st="11" end="11"/>
                                            </p:txEl>
                                          </p:spTgt>
                                        </p:tgtEl>
                                        <p:attrNameLst>
                                          <p:attrName>ppt_x</p:attrName>
                                        </p:attrNameLst>
                                      </p:cBhvr>
                                      <p:tavLst>
                                        <p:tav tm="0">
                                          <p:val>
                                            <p:strVal val="#ppt_x"/>
                                          </p:val>
                                        </p:tav>
                                        <p:tav tm="100000">
                                          <p:val>
                                            <p:strVal val="#ppt_x"/>
                                          </p:val>
                                        </p:tav>
                                      </p:tavLst>
                                    </p:anim>
                                    <p:anim calcmode="lin" valueType="num">
                                      <p:cBhvr additive="base">
                                        <p:cTn id="142" dur="500" fill="hold"/>
                                        <p:tgtEl>
                                          <p:spTgt spid="5">
                                            <p:txEl>
                                              <p:pRg st="11" end="11"/>
                                            </p:txEl>
                                          </p:spTgt>
                                        </p:tgtEl>
                                        <p:attrNameLst>
                                          <p:attrName>ppt_y</p:attrName>
                                        </p:attrNameLst>
                                      </p:cBhvr>
                                      <p:tavLst>
                                        <p:tav tm="0">
                                          <p:val>
                                            <p:strVal val="1+#ppt_h/2"/>
                                          </p:val>
                                        </p:tav>
                                        <p:tav tm="100000">
                                          <p:val>
                                            <p:strVal val="#ppt_y"/>
                                          </p:val>
                                        </p:tav>
                                      </p:tavLst>
                                    </p:anim>
                                  </p:childTnLst>
                                </p:cTn>
                              </p:par>
                              <p:par>
                                <p:cTn id="143" presetID="2" presetClass="entr" presetSubtype="4" fill="hold" nodeType="withEffect">
                                  <p:stCondLst>
                                    <p:cond delay="0"/>
                                  </p:stCondLst>
                                  <p:childTnLst>
                                    <p:set>
                                      <p:cBhvr>
                                        <p:cTn id="144" dur="1" fill="hold">
                                          <p:stCondLst>
                                            <p:cond delay="0"/>
                                          </p:stCondLst>
                                        </p:cTn>
                                        <p:tgtEl>
                                          <p:spTgt spid="5">
                                            <p:txEl>
                                              <p:pRg st="12" end="12"/>
                                            </p:txEl>
                                          </p:spTgt>
                                        </p:tgtEl>
                                        <p:attrNameLst>
                                          <p:attrName>style.visibility</p:attrName>
                                        </p:attrNameLst>
                                      </p:cBhvr>
                                      <p:to>
                                        <p:strVal val="visible"/>
                                      </p:to>
                                    </p:set>
                                    <p:anim calcmode="lin" valueType="num">
                                      <p:cBhvr additive="base">
                                        <p:cTn id="145" dur="500" fill="hold"/>
                                        <p:tgtEl>
                                          <p:spTgt spid="5">
                                            <p:txEl>
                                              <p:pRg st="12" end="12"/>
                                            </p:txEl>
                                          </p:spTgt>
                                        </p:tgtEl>
                                        <p:attrNameLst>
                                          <p:attrName>ppt_x</p:attrName>
                                        </p:attrNameLst>
                                      </p:cBhvr>
                                      <p:tavLst>
                                        <p:tav tm="0">
                                          <p:val>
                                            <p:strVal val="#ppt_x"/>
                                          </p:val>
                                        </p:tav>
                                        <p:tav tm="100000">
                                          <p:val>
                                            <p:strVal val="#ppt_x"/>
                                          </p:val>
                                        </p:tav>
                                      </p:tavLst>
                                    </p:anim>
                                    <p:anim calcmode="lin" valueType="num">
                                      <p:cBhvr additive="base">
                                        <p:cTn id="146" dur="500" fill="hold"/>
                                        <p:tgtEl>
                                          <p:spTgt spid="5">
                                            <p:txEl>
                                              <p:pRg st="12" end="12"/>
                                            </p:txEl>
                                          </p:spTgt>
                                        </p:tgtEl>
                                        <p:attrNameLst>
                                          <p:attrName>ppt_y</p:attrName>
                                        </p:attrNameLst>
                                      </p:cBhvr>
                                      <p:tavLst>
                                        <p:tav tm="0">
                                          <p:val>
                                            <p:strVal val="1+#ppt_h/2"/>
                                          </p:val>
                                        </p:tav>
                                        <p:tav tm="100000">
                                          <p:val>
                                            <p:strVal val="#ppt_y"/>
                                          </p:val>
                                        </p:tav>
                                      </p:tavLst>
                                    </p:anim>
                                  </p:childTnLst>
                                </p:cTn>
                              </p:par>
                              <p:par>
                                <p:cTn id="147" presetID="2" presetClass="entr" presetSubtype="4" fill="hold" nodeType="withEffect">
                                  <p:stCondLst>
                                    <p:cond delay="0"/>
                                  </p:stCondLst>
                                  <p:childTnLst>
                                    <p:set>
                                      <p:cBhvr>
                                        <p:cTn id="148" dur="1" fill="hold">
                                          <p:stCondLst>
                                            <p:cond delay="0"/>
                                          </p:stCondLst>
                                        </p:cTn>
                                        <p:tgtEl>
                                          <p:spTgt spid="5">
                                            <p:txEl>
                                              <p:pRg st="13" end="13"/>
                                            </p:txEl>
                                          </p:spTgt>
                                        </p:tgtEl>
                                        <p:attrNameLst>
                                          <p:attrName>style.visibility</p:attrName>
                                        </p:attrNameLst>
                                      </p:cBhvr>
                                      <p:to>
                                        <p:strVal val="visible"/>
                                      </p:to>
                                    </p:set>
                                    <p:anim calcmode="lin" valueType="num">
                                      <p:cBhvr additive="base">
                                        <p:cTn id="149" dur="500" fill="hold"/>
                                        <p:tgtEl>
                                          <p:spTgt spid="5">
                                            <p:txEl>
                                              <p:pRg st="13" end="13"/>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5">
                                            <p:txEl>
                                              <p:pRg st="13" end="13"/>
                                            </p:txEl>
                                          </p:spTgt>
                                        </p:tgtEl>
                                        <p:attrNameLst>
                                          <p:attrName>ppt_y</p:attrName>
                                        </p:attrNameLst>
                                      </p:cBhvr>
                                      <p:tavLst>
                                        <p:tav tm="0">
                                          <p:val>
                                            <p:strVal val="1+#ppt_h/2"/>
                                          </p:val>
                                        </p:tav>
                                        <p:tav tm="100000">
                                          <p:val>
                                            <p:strVal val="#ppt_y"/>
                                          </p:val>
                                        </p:tav>
                                      </p:tavLst>
                                    </p:anim>
                                  </p:childTnLst>
                                </p:cTn>
                              </p:par>
                              <p:par>
                                <p:cTn id="151" presetID="2" presetClass="entr" presetSubtype="4" fill="hold" nodeType="withEffect">
                                  <p:stCondLst>
                                    <p:cond delay="0"/>
                                  </p:stCondLst>
                                  <p:childTnLst>
                                    <p:set>
                                      <p:cBhvr>
                                        <p:cTn id="152" dur="1" fill="hold">
                                          <p:stCondLst>
                                            <p:cond delay="0"/>
                                          </p:stCondLst>
                                        </p:cTn>
                                        <p:tgtEl>
                                          <p:spTgt spid="5">
                                            <p:txEl>
                                              <p:pRg st="14" end="14"/>
                                            </p:txEl>
                                          </p:spTgt>
                                        </p:tgtEl>
                                        <p:attrNameLst>
                                          <p:attrName>style.visibility</p:attrName>
                                        </p:attrNameLst>
                                      </p:cBhvr>
                                      <p:to>
                                        <p:strVal val="visible"/>
                                      </p:to>
                                    </p:set>
                                    <p:anim calcmode="lin" valueType="num">
                                      <p:cBhvr additive="base">
                                        <p:cTn id="153" dur="500" fill="hold"/>
                                        <p:tgtEl>
                                          <p:spTgt spid="5">
                                            <p:txEl>
                                              <p:pRg st="14" end="14"/>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5">
                                            <p:txEl>
                                              <p:pRg st="14" end="14"/>
                                            </p:txEl>
                                          </p:spTgt>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5">
                                            <p:txEl>
                                              <p:pRg st="15" end="15"/>
                                            </p:txEl>
                                          </p:spTgt>
                                        </p:tgtEl>
                                        <p:attrNameLst>
                                          <p:attrName>style.visibility</p:attrName>
                                        </p:attrNameLst>
                                      </p:cBhvr>
                                      <p:to>
                                        <p:strVal val="visible"/>
                                      </p:to>
                                    </p:set>
                                    <p:anim calcmode="lin" valueType="num">
                                      <p:cBhvr additive="base">
                                        <p:cTn id="157" dur="500" fill="hold"/>
                                        <p:tgtEl>
                                          <p:spTgt spid="5">
                                            <p:txEl>
                                              <p:pRg st="15" end="15"/>
                                            </p:txEl>
                                          </p:spTgt>
                                        </p:tgtEl>
                                        <p:attrNameLst>
                                          <p:attrName>ppt_x</p:attrName>
                                        </p:attrNameLst>
                                      </p:cBhvr>
                                      <p:tavLst>
                                        <p:tav tm="0">
                                          <p:val>
                                            <p:strVal val="#ppt_x"/>
                                          </p:val>
                                        </p:tav>
                                        <p:tav tm="100000">
                                          <p:val>
                                            <p:strVal val="#ppt_x"/>
                                          </p:val>
                                        </p:tav>
                                      </p:tavLst>
                                    </p:anim>
                                    <p:anim calcmode="lin" valueType="num">
                                      <p:cBhvr additive="base">
                                        <p:cTn id="158" dur="500" fill="hold"/>
                                        <p:tgtEl>
                                          <p:spTgt spid="5">
                                            <p:txEl>
                                              <p:pRg st="15" end="15"/>
                                            </p:txEl>
                                          </p:spTgt>
                                        </p:tgtEl>
                                        <p:attrNameLst>
                                          <p:attrName>ppt_y</p:attrName>
                                        </p:attrNameLst>
                                      </p:cBhvr>
                                      <p:tavLst>
                                        <p:tav tm="0">
                                          <p:val>
                                            <p:strVal val="1+#ppt_h/2"/>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grpId="0" nodeType="clickEffect">
                                  <p:stCondLst>
                                    <p:cond delay="0"/>
                                  </p:stCondLst>
                                  <p:childTnLst>
                                    <p:set>
                                      <p:cBhvr>
                                        <p:cTn id="162" dur="1" fill="hold">
                                          <p:stCondLst>
                                            <p:cond delay="0"/>
                                          </p:stCondLst>
                                        </p:cTn>
                                        <p:tgtEl>
                                          <p:spTgt spid="8"/>
                                        </p:tgtEl>
                                        <p:attrNameLst>
                                          <p:attrName>style.visibility</p:attrName>
                                        </p:attrNameLst>
                                      </p:cBhvr>
                                      <p:to>
                                        <p:strVal val="visible"/>
                                      </p:to>
                                    </p:set>
                                    <p:anim calcmode="lin" valueType="num">
                                      <p:cBhvr additive="base">
                                        <p:cTn id="163" dur="500" fill="hold"/>
                                        <p:tgtEl>
                                          <p:spTgt spid="8"/>
                                        </p:tgtEl>
                                        <p:attrNameLst>
                                          <p:attrName>ppt_x</p:attrName>
                                        </p:attrNameLst>
                                      </p:cBhvr>
                                      <p:tavLst>
                                        <p:tav tm="0">
                                          <p:val>
                                            <p:strVal val="#ppt_x"/>
                                          </p:val>
                                        </p:tav>
                                        <p:tav tm="100000">
                                          <p:val>
                                            <p:strVal val="#ppt_x"/>
                                          </p:val>
                                        </p:tav>
                                      </p:tavLst>
                                    </p:anim>
                                    <p:anim calcmode="lin" valueType="num">
                                      <p:cBhvr additive="base">
                                        <p:cTn id="164" dur="500" fill="hold"/>
                                        <p:tgtEl>
                                          <p:spTgt spid="8"/>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6"/>
                                        </p:tgtEl>
                                        <p:attrNameLst>
                                          <p:attrName>style.visibility</p:attrName>
                                        </p:attrNameLst>
                                      </p:cBhvr>
                                      <p:to>
                                        <p:strVal val="visible"/>
                                      </p:to>
                                    </p:set>
                                    <p:anim calcmode="lin" valueType="num">
                                      <p:cBhvr additive="base">
                                        <p:cTn id="167" dur="500" fill="hold"/>
                                        <p:tgtEl>
                                          <p:spTgt spid="6"/>
                                        </p:tgtEl>
                                        <p:attrNameLst>
                                          <p:attrName>ppt_x</p:attrName>
                                        </p:attrNameLst>
                                      </p:cBhvr>
                                      <p:tavLst>
                                        <p:tav tm="0">
                                          <p:val>
                                            <p:strVal val="#ppt_x"/>
                                          </p:val>
                                        </p:tav>
                                        <p:tav tm="100000">
                                          <p:val>
                                            <p:strVal val="#ppt_x"/>
                                          </p:val>
                                        </p:tav>
                                      </p:tavLst>
                                    </p:anim>
                                    <p:anim calcmode="lin" valueType="num">
                                      <p:cBhvr additive="base">
                                        <p:cTn id="16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P spid="6" grpId="0" animBg="1"/>
      <p:bldP spid="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79512" y="1064124"/>
            <a:ext cx="8784975" cy="3507876"/>
          </a:xfrm>
        </p:spPr>
        <p:txBody>
          <a:bodyPr/>
          <a:lstStyle/>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int  </a:t>
            </a:r>
            <a:r>
              <a:rPr lang="en-US" altLang="zh-CN" sz="1800" dirty="0" err="1">
                <a:latin typeface="Times New Roman" panose="02020603050405020304" pitchFamily="18" charset="0"/>
                <a:cs typeface="Times New Roman" panose="02020603050405020304" pitchFamily="18" charset="0"/>
              </a:rPr>
              <a:t>ALGraph</a:t>
            </a:r>
            <a:r>
              <a:rPr lang="en-US" altLang="zh-CN" sz="1800" dirty="0">
                <a:latin typeface="Times New Roman" panose="02020603050405020304" pitchFamily="18" charset="0"/>
                <a:cs typeface="Times New Roman" panose="02020603050405020304" pitchFamily="18" charset="0"/>
              </a:rPr>
              <a:t>::</a:t>
            </a:r>
            <a:r>
              <a:rPr lang="en-US" altLang="zh-CN" sz="1800" dirty="0" err="1">
                <a:latin typeface="Times New Roman" panose="02020603050405020304" pitchFamily="18" charset="0"/>
                <a:cs typeface="Times New Roman" panose="02020603050405020304" pitchFamily="18" charset="0"/>
              </a:rPr>
              <a:t>LocateVex</a:t>
            </a:r>
            <a:r>
              <a:rPr lang="en-US" altLang="zh-CN" sz="1800" dirty="0">
                <a:latin typeface="Times New Roman" panose="02020603050405020304" pitchFamily="18" charset="0"/>
                <a:cs typeface="Times New Roman" panose="02020603050405020304" pitchFamily="18" charset="0"/>
              </a:rPr>
              <a:t>(</a:t>
            </a:r>
            <a:r>
              <a:rPr lang="en-US" altLang="zh-CN" sz="1800" dirty="0" err="1">
                <a:latin typeface="Times New Roman" panose="02020603050405020304" pitchFamily="18" charset="0"/>
                <a:cs typeface="Times New Roman" panose="02020603050405020304" pitchFamily="18" charset="0"/>
              </a:rPr>
              <a:t>VEelemType</a:t>
            </a:r>
            <a:r>
              <a:rPr lang="en-US" altLang="zh-CN" sz="1800" dirty="0">
                <a:latin typeface="Times New Roman" panose="02020603050405020304" pitchFamily="18" charset="0"/>
                <a:cs typeface="Times New Roman" panose="02020603050405020304" pitchFamily="18" charset="0"/>
              </a:rPr>
              <a:t> u){  //</a:t>
            </a:r>
            <a:r>
              <a:rPr lang="zh-CN" altLang="zh-CN" sz="1800" dirty="0">
                <a:latin typeface="Times New Roman" panose="02020603050405020304" pitchFamily="18" charset="0"/>
                <a:cs typeface="Times New Roman" panose="02020603050405020304" pitchFamily="18" charset="0"/>
              </a:rPr>
              <a:t>查找顶点信息在顶点数组中的下标</a:t>
            </a: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for(int </a:t>
            </a:r>
            <a:r>
              <a:rPr lang="en-US" altLang="zh-CN" sz="1800" dirty="0" err="1">
                <a:latin typeface="Times New Roman" panose="02020603050405020304" pitchFamily="18" charset="0"/>
                <a:cs typeface="Times New Roman" panose="02020603050405020304" pitchFamily="18" charset="0"/>
              </a:rPr>
              <a:t>i</a:t>
            </a:r>
            <a:r>
              <a:rPr lang="en-US" altLang="zh-CN" sz="1800" dirty="0">
                <a:latin typeface="Times New Roman" panose="02020603050405020304" pitchFamily="18" charset="0"/>
                <a:cs typeface="Times New Roman" panose="02020603050405020304" pitchFamily="18" charset="0"/>
              </a:rPr>
              <a:t>=0;i&lt;</a:t>
            </a:r>
            <a:r>
              <a:rPr lang="en-US" altLang="zh-CN" sz="1800" dirty="0" err="1">
                <a:latin typeface="Times New Roman" panose="02020603050405020304" pitchFamily="18" charset="0"/>
                <a:cs typeface="Times New Roman" panose="02020603050405020304" pitchFamily="18" charset="0"/>
              </a:rPr>
              <a:t>ag.vexnum;i</a:t>
            </a:r>
            <a:r>
              <a:rPr lang="en-US" altLang="zh-CN" sz="1800" dirty="0">
                <a:latin typeface="Times New Roman" panose="02020603050405020304" pitchFamily="18" charset="0"/>
                <a:cs typeface="Times New Roman" panose="02020603050405020304" pitchFamily="18" charset="0"/>
              </a:rPr>
              <a: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if(u==</a:t>
            </a:r>
            <a:r>
              <a:rPr lang="en-US" altLang="zh-CN" sz="1800" dirty="0" err="1">
                <a:latin typeface="Times New Roman" panose="02020603050405020304" pitchFamily="18" charset="0"/>
                <a:cs typeface="Times New Roman" panose="02020603050405020304" pitchFamily="18" charset="0"/>
              </a:rPr>
              <a:t>ag.vertices</a:t>
            </a:r>
            <a:r>
              <a:rPr lang="en-US" altLang="zh-CN" sz="1800" dirty="0">
                <a:latin typeface="Times New Roman" panose="02020603050405020304" pitchFamily="18" charset="0"/>
                <a:cs typeface="Times New Roman" panose="02020603050405020304" pitchFamily="18" charset="0"/>
              </a:rPr>
              <a:t>[</a:t>
            </a:r>
            <a:r>
              <a:rPr lang="en-US" altLang="zh-CN" sz="1800" dirty="0" err="1">
                <a:latin typeface="Times New Roman" panose="02020603050405020304" pitchFamily="18" charset="0"/>
                <a:cs typeface="Times New Roman" panose="02020603050405020304" pitchFamily="18" charset="0"/>
              </a:rPr>
              <a:t>i</a:t>
            </a:r>
            <a:r>
              <a:rPr lang="en-US" altLang="zh-CN" sz="1800" dirty="0">
                <a:latin typeface="Times New Roman" panose="02020603050405020304" pitchFamily="18" charset="0"/>
                <a:cs typeface="Times New Roman" panose="02020603050405020304" pitchFamily="18" charset="0"/>
              </a:rPr>
              <a:t>].data)  return </a:t>
            </a:r>
            <a:r>
              <a:rPr lang="en-US" altLang="zh-CN" sz="1800" dirty="0" err="1">
                <a:latin typeface="Times New Roman" panose="02020603050405020304" pitchFamily="18" charset="0"/>
                <a:cs typeface="Times New Roman" panose="02020603050405020304" pitchFamily="18" charset="0"/>
              </a:rPr>
              <a:t>i</a:t>
            </a:r>
            <a:r>
              <a:rPr lang="en-US" altLang="zh-CN" sz="1800" dirty="0">
                <a:latin typeface="Times New Roman" panose="02020603050405020304" pitchFamily="18" charset="0"/>
                <a:cs typeface="Times New Roman" panose="02020603050405020304" pitchFamily="18" charset="0"/>
              </a:rPr>
              <a: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return -1;</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a:t>
            </a:r>
            <a:endParaRPr lang="zh-CN" altLang="zh-CN" sz="1800" dirty="0">
              <a:latin typeface="Times New Roman" panose="02020603050405020304" pitchFamily="18" charset="0"/>
              <a:cs typeface="Times New Roman" panose="02020603050405020304" pitchFamily="18" charset="0"/>
            </a:endParaRPr>
          </a:p>
          <a:p>
            <a:pPr marL="0" indent="0">
              <a:buNone/>
            </a:pPr>
            <a:endParaRPr lang="zh-CN" altLang="en-US" sz="1800" dirty="0"/>
          </a:p>
        </p:txBody>
      </p:sp>
      <p:sp>
        <p:nvSpPr>
          <p:cNvPr id="4" name="文本框 3"/>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定位操作</a:t>
            </a:r>
          </a:p>
        </p:txBody>
      </p:sp>
    </p:spTree>
    <p:extLst>
      <p:ext uri="{BB962C8B-B14F-4D97-AF65-F5344CB8AC3E}">
        <p14:creationId xmlns:p14="http://schemas.microsoft.com/office/powerpoint/2010/main" val="1232595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755576" y="915566"/>
            <a:ext cx="8208912" cy="3507876"/>
          </a:xfrm>
        </p:spPr>
        <p:txBody>
          <a:bodyPr/>
          <a:lstStyle/>
          <a:p>
            <a:pPr marL="0" indent="0">
              <a:lnSpc>
                <a:spcPts val="2600"/>
              </a:lnSpc>
              <a:spcBef>
                <a:spcPts val="0"/>
              </a:spcBef>
              <a:buNone/>
            </a:pPr>
            <a:r>
              <a:rPr lang="en-US" altLang="zh-CN" sz="1800" dirty="0" err="1">
                <a:latin typeface="Times New Roman" panose="02020603050405020304" pitchFamily="18" charset="0"/>
                <a:cs typeface="Times New Roman" panose="02020603050405020304" pitchFamily="18" charset="0"/>
              </a:rPr>
              <a:t>int</a:t>
            </a: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ALGraph</a:t>
            </a:r>
            <a:r>
              <a:rPr lang="en-US" altLang="zh-CN" sz="1800" dirty="0">
                <a:latin typeface="Times New Roman" panose="02020603050405020304" pitchFamily="18" charset="0"/>
                <a:cs typeface="Times New Roman" panose="02020603050405020304" pitchFamily="18" charset="0"/>
              </a:rPr>
              <a:t>::Degree(</a:t>
            </a:r>
            <a:r>
              <a:rPr lang="en-US" altLang="zh-CN" sz="1800" dirty="0" err="1">
                <a:latin typeface="Times New Roman" panose="02020603050405020304" pitchFamily="18" charset="0"/>
                <a:cs typeface="Times New Roman" panose="02020603050405020304" pitchFamily="18" charset="0"/>
              </a:rPr>
              <a:t>VElemType</a:t>
            </a:r>
            <a:r>
              <a:rPr lang="en-US" altLang="zh-CN" sz="1800" dirty="0">
                <a:latin typeface="Times New Roman" panose="02020603050405020304" pitchFamily="18" charset="0"/>
                <a:cs typeface="Times New Roman" panose="02020603050405020304" pitchFamily="18" charset="0"/>
              </a:rPr>
              <a:t> u){   //</a:t>
            </a:r>
            <a:r>
              <a:rPr lang="zh-CN" altLang="zh-CN" sz="1800" dirty="0">
                <a:latin typeface="Times New Roman" panose="02020603050405020304" pitchFamily="18" charset="0"/>
                <a:cs typeface="Times New Roman" panose="02020603050405020304" pitchFamily="18" charset="0"/>
              </a:rPr>
              <a:t>以无向</a:t>
            </a:r>
            <a:r>
              <a:rPr lang="zh-CN" altLang="en-US" sz="1800" dirty="0">
                <a:latin typeface="Times New Roman" panose="02020603050405020304" pitchFamily="18" charset="0"/>
                <a:cs typeface="Times New Roman" panose="02020603050405020304" pitchFamily="18" charset="0"/>
              </a:rPr>
              <a:t>网</a:t>
            </a:r>
            <a:r>
              <a:rPr lang="zh-CN" altLang="zh-CN" sz="1800" dirty="0">
                <a:latin typeface="Times New Roman" panose="02020603050405020304" pitchFamily="18" charset="0"/>
                <a:cs typeface="Times New Roman" panose="02020603050405020304" pitchFamily="18" charset="0"/>
              </a:rPr>
              <a:t>为例</a:t>
            </a: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int h=</a:t>
            </a:r>
            <a:r>
              <a:rPr lang="en-US" altLang="zh-CN" sz="1800" dirty="0" err="1">
                <a:latin typeface="Times New Roman" panose="02020603050405020304" pitchFamily="18" charset="0"/>
                <a:cs typeface="Times New Roman" panose="02020603050405020304" pitchFamily="18" charset="0"/>
              </a:rPr>
              <a:t>LocateVex</a:t>
            </a:r>
            <a:r>
              <a:rPr lang="en-US" altLang="zh-CN" sz="1800" dirty="0">
                <a:latin typeface="Times New Roman" panose="02020603050405020304" pitchFamily="18" charset="0"/>
                <a:cs typeface="Times New Roman" panose="02020603050405020304" pitchFamily="18" charset="0"/>
              </a:rPr>
              <a:t>(u);            //</a:t>
            </a:r>
            <a:r>
              <a:rPr lang="zh-CN" altLang="zh-CN" sz="1800" dirty="0">
                <a:latin typeface="Times New Roman" panose="02020603050405020304" pitchFamily="18" charset="0"/>
                <a:cs typeface="Times New Roman" panose="02020603050405020304" pitchFamily="18" charset="0"/>
              </a:rPr>
              <a:t>结点</a:t>
            </a:r>
            <a:r>
              <a:rPr lang="en-US" altLang="zh-CN" sz="1800" dirty="0">
                <a:latin typeface="Times New Roman" panose="02020603050405020304" pitchFamily="18" charset="0"/>
                <a:cs typeface="Times New Roman" panose="02020603050405020304" pitchFamily="18" charset="0"/>
              </a:rPr>
              <a:t>u</a:t>
            </a:r>
            <a:r>
              <a:rPr lang="zh-CN" altLang="zh-CN" sz="1800" dirty="0">
                <a:latin typeface="Times New Roman" panose="02020603050405020304" pitchFamily="18" charset="0"/>
                <a:cs typeface="Times New Roman" panose="02020603050405020304" pitchFamily="18" charset="0"/>
              </a:rPr>
              <a:t>的下标</a:t>
            </a: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int count=0;</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a:t>
            </a:r>
            <a:r>
              <a:rPr lang="en-US" altLang="zh-CN" sz="1800" dirty="0" err="1">
                <a:latin typeface="Times New Roman" panose="02020603050405020304" pitchFamily="18" charset="0"/>
                <a:cs typeface="Times New Roman" panose="02020603050405020304" pitchFamily="18" charset="0"/>
              </a:rPr>
              <a:t>ArcNode</a:t>
            </a:r>
            <a:r>
              <a:rPr lang="en-US" altLang="zh-CN" sz="1800" dirty="0">
                <a:latin typeface="Times New Roman" panose="02020603050405020304" pitchFamily="18" charset="0"/>
                <a:cs typeface="Times New Roman" panose="02020603050405020304" pitchFamily="18" charset="0"/>
              </a:rPr>
              <a:t> *p=</a:t>
            </a:r>
            <a:r>
              <a:rPr lang="en-US" altLang="zh-CN" sz="1800" dirty="0" err="1">
                <a:latin typeface="Times New Roman" panose="02020603050405020304" pitchFamily="18" charset="0"/>
                <a:cs typeface="Times New Roman" panose="02020603050405020304" pitchFamily="18" charset="0"/>
              </a:rPr>
              <a:t>ag.vertices</a:t>
            </a:r>
            <a:r>
              <a:rPr lang="en-US" altLang="zh-CN" sz="1800" dirty="0">
                <a:latin typeface="Times New Roman" panose="02020603050405020304" pitchFamily="18" charset="0"/>
                <a:cs typeface="Times New Roman" panose="02020603050405020304" pitchFamily="18" charset="0"/>
              </a:rPr>
              <a:t>[h].</a:t>
            </a:r>
            <a:r>
              <a:rPr lang="en-US" altLang="zh-CN" sz="1800" dirty="0" err="1">
                <a:latin typeface="Times New Roman" panose="02020603050405020304" pitchFamily="18" charset="0"/>
                <a:cs typeface="Times New Roman" panose="02020603050405020304" pitchFamily="18" charset="0"/>
              </a:rPr>
              <a:t>firstarc</a:t>
            </a:r>
            <a:r>
              <a:rPr lang="en-US" altLang="zh-CN" sz="1800" dirty="0">
                <a:latin typeface="Times New Roman" panose="02020603050405020304" pitchFamily="18" charset="0"/>
                <a:cs typeface="Times New Roman" panose="02020603050405020304" pitchFamily="18" charset="0"/>
              </a:rPr>
              <a:t>; //p</a:t>
            </a:r>
            <a:r>
              <a:rPr lang="zh-CN" altLang="zh-CN" sz="1800" dirty="0">
                <a:latin typeface="Times New Roman" panose="02020603050405020304" pitchFamily="18" charset="0"/>
                <a:cs typeface="Times New Roman" panose="02020603050405020304" pitchFamily="18" charset="0"/>
              </a:rPr>
              <a:t>指向第</a:t>
            </a:r>
            <a:r>
              <a:rPr lang="en-US" altLang="zh-CN" sz="1800" dirty="0">
                <a:latin typeface="Times New Roman" panose="02020603050405020304" pitchFamily="18" charset="0"/>
                <a:cs typeface="Times New Roman" panose="02020603050405020304" pitchFamily="18" charset="0"/>
              </a:rPr>
              <a:t>h</a:t>
            </a:r>
            <a:r>
              <a:rPr lang="zh-CN" altLang="zh-CN" sz="1800" dirty="0">
                <a:latin typeface="Times New Roman" panose="02020603050405020304" pitchFamily="18" charset="0"/>
                <a:cs typeface="Times New Roman" panose="02020603050405020304" pitchFamily="18" charset="0"/>
              </a:rPr>
              <a:t>条链表的第一个结点</a:t>
            </a: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while(p){</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count++;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p=p-&gt;</a:t>
            </a:r>
            <a:r>
              <a:rPr lang="en-US" altLang="zh-CN" sz="1800" dirty="0" err="1">
                <a:latin typeface="Times New Roman" panose="02020603050405020304" pitchFamily="18" charset="0"/>
                <a:cs typeface="Times New Roman" panose="02020603050405020304" pitchFamily="18" charset="0"/>
              </a:rPr>
              <a:t>nextarc</a:t>
            </a:r>
            <a:r>
              <a:rPr lang="en-US" altLang="zh-CN" sz="1800" dirty="0">
                <a:latin typeface="Times New Roman" panose="02020603050405020304" pitchFamily="18" charset="0"/>
                <a:cs typeface="Times New Roman" panose="02020603050405020304" pitchFamily="18" charset="0"/>
              </a:rPr>
              <a: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   return count;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r>
              <a:rPr lang="en-US" altLang="zh-CN" sz="1800" dirty="0">
                <a:latin typeface="Times New Roman" panose="02020603050405020304" pitchFamily="18" charset="0"/>
                <a:cs typeface="Times New Roman" panose="02020603050405020304" pitchFamily="18" charset="0"/>
              </a:rPr>
              <a:t>}</a:t>
            </a:r>
            <a:endParaRPr lang="zh-CN" altLang="zh-CN" sz="1800" dirty="0">
              <a:latin typeface="Times New Roman" panose="02020603050405020304" pitchFamily="18" charset="0"/>
              <a:cs typeface="Times New Roman" panose="02020603050405020304" pitchFamily="18" charset="0"/>
            </a:endParaRPr>
          </a:p>
          <a:p>
            <a:pPr marL="0" indent="0">
              <a:lnSpc>
                <a:spcPts val="2600"/>
              </a:lnSpc>
              <a:spcBef>
                <a:spcPts val="0"/>
              </a:spcBef>
              <a:buNone/>
            </a:pPr>
            <a:endParaRPr lang="zh-CN" altLang="en-US" sz="1800" dirty="0"/>
          </a:p>
        </p:txBody>
      </p:sp>
      <p:sp>
        <p:nvSpPr>
          <p:cNvPr id="4" name="文本框 3"/>
          <p:cNvSpPr txBox="1"/>
          <p:nvPr/>
        </p:nvSpPr>
        <p:spPr>
          <a:xfrm>
            <a:off x="611380" y="115457"/>
            <a:ext cx="201640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计算顶点的度数</a:t>
            </a:r>
          </a:p>
        </p:txBody>
      </p:sp>
    </p:spTree>
    <p:extLst>
      <p:ext uri="{BB962C8B-B14F-4D97-AF65-F5344CB8AC3E}">
        <p14:creationId xmlns:p14="http://schemas.microsoft.com/office/powerpoint/2010/main" val="792225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987574"/>
            <a:ext cx="7488832" cy="3507876"/>
          </a:xfrm>
        </p:spPr>
        <p:txBody>
          <a:bodyPr/>
          <a:lstStyle/>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void </a:t>
            </a:r>
            <a:r>
              <a:rPr lang="en-US" altLang="zh-CN" sz="1600" dirty="0" err="1">
                <a:latin typeface="Times New Roman" panose="02020603050405020304" pitchFamily="18" charset="0"/>
                <a:cs typeface="Times New Roman" panose="02020603050405020304" pitchFamily="18" charset="0"/>
              </a:rPr>
              <a:t>ALGraph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InsertArcGraph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u,VElemType</a:t>
            </a:r>
            <a:r>
              <a:rPr lang="en-US" altLang="zh-CN" sz="1600" dirty="0">
                <a:latin typeface="Times New Roman" panose="02020603050405020304" pitchFamily="18" charset="0"/>
                <a:cs typeface="Times New Roman" panose="02020603050405020304" pitchFamily="18" charset="0"/>
              </a:rPr>
              <a:t> v,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info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h=</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(u),t=</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(v);</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ArcNode</a:t>
            </a:r>
            <a:r>
              <a:rPr lang="en-US" altLang="zh-CN" sz="1600" dirty="0">
                <a:latin typeface="Times New Roman" panose="02020603050405020304" pitchFamily="18" charset="0"/>
                <a:cs typeface="Times New Roman" panose="02020603050405020304" pitchFamily="18" charset="0"/>
              </a:rPr>
              <a:t> *p;</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if(h==-1){                       //</a:t>
            </a:r>
            <a:r>
              <a:rPr lang="zh-CN" altLang="zh-CN" sz="1600" dirty="0">
                <a:latin typeface="Times New Roman" panose="02020603050405020304" pitchFamily="18" charset="0"/>
                <a:cs typeface="Times New Roman" panose="02020603050405020304" pitchFamily="18" charset="0"/>
              </a:rPr>
              <a:t>在顶点数组表中插入顶点</a:t>
            </a:r>
            <a:r>
              <a:rPr lang="en-US" altLang="zh-CN" sz="1600" dirty="0">
                <a:latin typeface="Times New Roman" panose="02020603050405020304" pitchFamily="18" charset="0"/>
                <a:cs typeface="Times New Roman" panose="02020603050405020304" pitchFamily="18" charset="0"/>
              </a:rPr>
              <a:t>u</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].data=u;</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firstarc</a:t>
            </a:r>
            <a:r>
              <a:rPr lang="en-US" altLang="zh-CN" sz="1600" dirty="0">
                <a:latin typeface="Times New Roman" panose="02020603050405020304" pitchFamily="18" charset="0"/>
                <a:cs typeface="Times New Roman" panose="02020603050405020304" pitchFamily="18" charset="0"/>
              </a:rPr>
              <a:t>=NULL;</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h= </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if(t==-1){                       //</a:t>
            </a:r>
            <a:r>
              <a:rPr lang="zh-CN" altLang="zh-CN" sz="1600" dirty="0">
                <a:latin typeface="Times New Roman" panose="02020603050405020304" pitchFamily="18" charset="0"/>
                <a:cs typeface="Times New Roman" panose="02020603050405020304" pitchFamily="18" charset="0"/>
              </a:rPr>
              <a:t>在顶点数组表中插入顶点</a:t>
            </a:r>
            <a:r>
              <a:rPr lang="en-US" altLang="zh-CN" sz="1600" dirty="0">
                <a:latin typeface="Times New Roman" panose="02020603050405020304" pitchFamily="18" charset="0"/>
                <a:cs typeface="Times New Roman" panose="02020603050405020304" pitchFamily="18" charset="0"/>
              </a:rPr>
              <a:t>v</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].data=v;</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firstarc</a:t>
            </a:r>
            <a:r>
              <a:rPr lang="en-US" altLang="zh-CN" sz="1600" dirty="0">
                <a:latin typeface="Times New Roman" panose="02020603050405020304" pitchFamily="18" charset="0"/>
                <a:cs typeface="Times New Roman" panose="02020603050405020304" pitchFamily="18" charset="0"/>
              </a:rPr>
              <a:t>=NULL;</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t= </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ag.vexnum</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endParaRPr lang="zh-CN" altLang="en-US"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 name="文本框 3"/>
          <p:cNvSpPr txBox="1"/>
          <p:nvPr/>
        </p:nvSpPr>
        <p:spPr>
          <a:xfrm>
            <a:off x="4644008" y="806367"/>
            <a:ext cx="4355976" cy="3870290"/>
          </a:xfrm>
          <a:prstGeom prst="rect">
            <a:avLst/>
          </a:prstGeom>
          <a:solidFill>
            <a:schemeClr val="accent2"/>
          </a:solidFill>
        </p:spPr>
        <p:txBody>
          <a:bodyPr wrap="square" rtlCol="0">
            <a:spAutoFit/>
          </a:bodyPr>
          <a:lstStyle/>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p=new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ArcNode</a:t>
            </a: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dirty="0">
                <a:latin typeface="Times New Roman" panose="02020603050405020304" pitchFamily="18" charset="0"/>
                <a:ea typeface="黑体" panose="02010609060101010101" pitchFamily="49" charset="-122"/>
                <a:cs typeface="Times New Roman" panose="02020603050405020304" pitchFamily="18" charset="0"/>
              </a:rPr>
              <a:t>存储无向边（</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u,v</a:t>
            </a:r>
            <a:r>
              <a:rPr lang="zh-CN" altLang="zh-CN" dirty="0">
                <a:latin typeface="Times New Roman" panose="02020603050405020304" pitchFamily="18" charset="0"/>
                <a:ea typeface="黑体" panose="02010609060101010101" pitchFamily="49" charset="-122"/>
                <a:cs typeface="Times New Roman" panose="02020603050405020304" pitchFamily="18" charset="0"/>
              </a:rPr>
              <a:t>）</a:t>
            </a: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adjvex</a:t>
            </a:r>
            <a:r>
              <a:rPr lang="en-US" altLang="zh-CN" dirty="0">
                <a:latin typeface="Times New Roman" panose="02020603050405020304" pitchFamily="18" charset="0"/>
                <a:ea typeface="黑体" panose="02010609060101010101" pitchFamily="49" charset="-122"/>
                <a:cs typeface="Times New Roman" panose="02020603050405020304" pitchFamily="18" charset="0"/>
              </a:rPr>
              <a:t>=t;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p-&gt;info=info;</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nextarc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dirty="0">
                <a:latin typeface="Times New Roman" panose="02020603050405020304" pitchFamily="18" charset="0"/>
                <a:ea typeface="黑体" panose="02010609060101010101" pitchFamily="49" charset="-122"/>
                <a:cs typeface="Times New Roman" panose="02020603050405020304" pitchFamily="18" charset="0"/>
              </a:rPr>
              <a:t>[h].</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firstarc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dirty="0">
                <a:latin typeface="Times New Roman" panose="02020603050405020304" pitchFamily="18" charset="0"/>
                <a:ea typeface="黑体" panose="02010609060101010101" pitchFamily="49" charset="-122"/>
                <a:cs typeface="Times New Roman" panose="02020603050405020304" pitchFamily="18" charset="0"/>
              </a:rPr>
              <a:t>[h].</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firstarc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=p;</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 =new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ArcNode</a:t>
            </a: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dirty="0">
                <a:latin typeface="Times New Roman" panose="02020603050405020304" pitchFamily="18" charset="0"/>
                <a:ea typeface="黑体" panose="02010609060101010101" pitchFamily="49" charset="-122"/>
                <a:cs typeface="Times New Roman" panose="02020603050405020304" pitchFamily="18" charset="0"/>
              </a:rPr>
              <a:t>存储无向边（</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v,u</a:t>
            </a:r>
            <a:r>
              <a:rPr lang="zh-CN" altLang="zh-CN" dirty="0">
                <a:latin typeface="Times New Roman" panose="02020603050405020304" pitchFamily="18" charset="0"/>
                <a:ea typeface="黑体" panose="02010609060101010101" pitchFamily="49" charset="-122"/>
                <a:cs typeface="Times New Roman" panose="02020603050405020304" pitchFamily="18" charset="0"/>
              </a:rPr>
              <a:t>）</a:t>
            </a: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adjvex</a:t>
            </a:r>
            <a:r>
              <a:rPr lang="en-US" altLang="zh-CN" dirty="0">
                <a:latin typeface="Times New Roman" panose="02020603050405020304" pitchFamily="18" charset="0"/>
                <a:ea typeface="黑体" panose="02010609060101010101" pitchFamily="49" charset="-122"/>
                <a:cs typeface="Times New Roman" panose="02020603050405020304" pitchFamily="18" charset="0"/>
              </a:rPr>
              <a:t>=h;</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p-&gt;info=info;</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p-&gt;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nextarc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dirty="0">
                <a:latin typeface="Times New Roman" panose="02020603050405020304" pitchFamily="18" charset="0"/>
                <a:ea typeface="黑体" panose="02010609060101010101" pitchFamily="49" charset="-122"/>
                <a:cs typeface="Times New Roman" panose="02020603050405020304" pitchFamily="18" charset="0"/>
              </a:rPr>
              <a:t>[t].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firstarc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dirty="0">
                <a:latin typeface="Times New Roman" panose="02020603050405020304" pitchFamily="18" charset="0"/>
                <a:ea typeface="黑体" panose="02010609060101010101" pitchFamily="49" charset="-122"/>
                <a:cs typeface="Times New Roman" panose="02020603050405020304" pitchFamily="18" charset="0"/>
              </a:rPr>
              <a:t>[t].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firstarc</a:t>
            </a:r>
            <a:r>
              <a:rPr lang="en-US" altLang="zh-CN" dirty="0">
                <a:latin typeface="Times New Roman" panose="02020603050405020304" pitchFamily="18" charset="0"/>
                <a:ea typeface="黑体" panose="02010609060101010101" pitchFamily="49" charset="-122"/>
                <a:cs typeface="Times New Roman" panose="02020603050405020304" pitchFamily="18" charset="0"/>
              </a:rPr>
              <a:t>=p;</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ag.arcnum</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pPr>
              <a:lnSpc>
                <a:spcPts val="2100"/>
              </a:lnSpc>
              <a:spcBef>
                <a:spcPts val="0"/>
              </a:spcBef>
            </a:pPr>
            <a:endParaRPr lang="zh-CN" altLang="en-US" dirty="0">
              <a:latin typeface="Arial Unicode MS" panose="020B0604020202020204" pitchFamily="34" charset="-122"/>
              <a:ea typeface="Arial Unicode MS" panose="020B0604020202020204" pitchFamily="34" charset="-122"/>
              <a:cs typeface="Arial Unicode MS" panose="020B0604020202020204" pitchFamily="34" charset="-122"/>
            </a:endParaRPr>
          </a:p>
          <a:p>
            <a:endParaRPr lang="zh-CN" altLang="en-US" dirty="0"/>
          </a:p>
        </p:txBody>
      </p:sp>
      <p:sp>
        <p:nvSpPr>
          <p:cNvPr id="5" name="矩形 4"/>
          <p:cNvSpPr/>
          <p:nvPr/>
        </p:nvSpPr>
        <p:spPr>
          <a:xfrm>
            <a:off x="4860032" y="2211710"/>
            <a:ext cx="4104456" cy="1368152"/>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上箭头标注 7"/>
          <p:cNvSpPr/>
          <p:nvPr/>
        </p:nvSpPr>
        <p:spPr>
          <a:xfrm>
            <a:off x="6444208" y="3579862"/>
            <a:ext cx="1656184" cy="1096795"/>
          </a:xfrm>
          <a:prstGeom prst="upArrowCallou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dirty="0">
                <a:solidFill>
                  <a:srgbClr val="C00000"/>
                </a:solidFill>
              </a:rPr>
              <a:t>如果是有向网，此处可省略</a:t>
            </a:r>
          </a:p>
        </p:txBody>
      </p:sp>
      <p:sp>
        <p:nvSpPr>
          <p:cNvPr id="7" name="文本框 6"/>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插入操作</a:t>
            </a:r>
          </a:p>
        </p:txBody>
      </p:sp>
    </p:spTree>
    <p:extLst>
      <p:ext uri="{BB962C8B-B14F-4D97-AF65-F5344CB8AC3E}">
        <p14:creationId xmlns:p14="http://schemas.microsoft.com/office/powerpoint/2010/main" val="608533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xEl>
                                              <p:pRg st="10" end="10"/>
                                            </p:txEl>
                                          </p:spTgt>
                                        </p:tgtEl>
                                        <p:attrNameLst>
                                          <p:attrName>style.visibility</p:attrName>
                                        </p:attrNameLst>
                                      </p:cBhvr>
                                      <p:to>
                                        <p:strVal val="visible"/>
                                      </p:to>
                                    </p:set>
                                    <p:anim calcmode="lin" valueType="num">
                                      <p:cBhvr additive="base">
                                        <p:cTn id="6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
                                            <p:txEl>
                                              <p:pRg st="11" end="11"/>
                                            </p:txEl>
                                          </p:spTgt>
                                        </p:tgtEl>
                                        <p:attrNameLst>
                                          <p:attrName>style.visibility</p:attrName>
                                        </p:attrNameLst>
                                      </p:cBhvr>
                                      <p:to>
                                        <p:strVal val="visible"/>
                                      </p:to>
                                    </p:set>
                                    <p:anim calcmode="lin" valueType="num">
                                      <p:cBhvr additive="base">
                                        <p:cTn id="73"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
                                            <p:txEl>
                                              <p:pRg st="12" end="12"/>
                                            </p:txEl>
                                          </p:spTgt>
                                        </p:tgtEl>
                                        <p:attrNameLst>
                                          <p:attrName>style.visibility</p:attrName>
                                        </p:attrNameLst>
                                      </p:cBhvr>
                                      <p:to>
                                        <p:strVal val="visible"/>
                                      </p:to>
                                    </p:set>
                                    <p:anim calcmode="lin" valueType="num">
                                      <p:cBhvr additive="base">
                                        <p:cTn id="79"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3">
                                            <p:txEl>
                                              <p:pRg st="13" end="13"/>
                                            </p:txEl>
                                          </p:spTgt>
                                        </p:tgtEl>
                                        <p:attrNameLst>
                                          <p:attrName>style.visibility</p:attrName>
                                        </p:attrNameLst>
                                      </p:cBhvr>
                                      <p:to>
                                        <p:strVal val="visible"/>
                                      </p:to>
                                    </p:set>
                                    <p:anim calcmode="lin" valueType="num">
                                      <p:cBhvr additive="base">
                                        <p:cTn id="85" dur="500" fill="hold"/>
                                        <p:tgtEl>
                                          <p:spTgt spid="3">
                                            <p:txEl>
                                              <p:pRg st="13" end="13"/>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3">
                                            <p:txEl>
                                              <p:pRg st="13" end="13"/>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
                                            <p:txEl>
                                              <p:pRg st="14" end="14"/>
                                            </p:txEl>
                                          </p:spTgt>
                                        </p:tgtEl>
                                        <p:attrNameLst>
                                          <p:attrName>style.visibility</p:attrName>
                                        </p:attrNameLst>
                                      </p:cBhvr>
                                      <p:to>
                                        <p:strVal val="visible"/>
                                      </p:to>
                                    </p:set>
                                    <p:anim calcmode="lin" valueType="num">
                                      <p:cBhvr additive="base">
                                        <p:cTn id="91" dur="500" fill="hold"/>
                                        <p:tgtEl>
                                          <p:spTgt spid="3">
                                            <p:txEl>
                                              <p:pRg st="14" end="14"/>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
                                            <p:txEl>
                                              <p:pRg st="14" end="14"/>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42" presetClass="entr" presetSubtype="0" fill="hold" grpId="0" nodeType="clickEffect">
                                  <p:stCondLst>
                                    <p:cond delay="0"/>
                                  </p:stCondLst>
                                  <p:childTnLst>
                                    <p:set>
                                      <p:cBhvr>
                                        <p:cTn id="96" dur="1" fill="hold">
                                          <p:stCondLst>
                                            <p:cond delay="0"/>
                                          </p:stCondLst>
                                        </p:cTn>
                                        <p:tgtEl>
                                          <p:spTgt spid="4"/>
                                        </p:tgtEl>
                                        <p:attrNameLst>
                                          <p:attrName>style.visibility</p:attrName>
                                        </p:attrNameLst>
                                      </p:cBhvr>
                                      <p:to>
                                        <p:strVal val="visible"/>
                                      </p:to>
                                    </p:set>
                                    <p:animEffect transition="in" filter="fade">
                                      <p:cBhvr>
                                        <p:cTn id="97" dur="1000"/>
                                        <p:tgtEl>
                                          <p:spTgt spid="4"/>
                                        </p:tgtEl>
                                      </p:cBhvr>
                                    </p:animEffect>
                                    <p:anim calcmode="lin" valueType="num">
                                      <p:cBhvr>
                                        <p:cTn id="98" dur="1000" fill="hold"/>
                                        <p:tgtEl>
                                          <p:spTgt spid="4"/>
                                        </p:tgtEl>
                                        <p:attrNameLst>
                                          <p:attrName>ppt_x</p:attrName>
                                        </p:attrNameLst>
                                      </p:cBhvr>
                                      <p:tavLst>
                                        <p:tav tm="0">
                                          <p:val>
                                            <p:strVal val="#ppt_x"/>
                                          </p:val>
                                        </p:tav>
                                        <p:tav tm="100000">
                                          <p:val>
                                            <p:strVal val="#ppt_x"/>
                                          </p:val>
                                        </p:tav>
                                      </p:tavLst>
                                    </p:anim>
                                    <p:anim calcmode="lin" valueType="num">
                                      <p:cBhvr>
                                        <p:cTn id="9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0" fill="hold">
                      <p:stCondLst>
                        <p:cond delay="indefinite"/>
                      </p:stCondLst>
                      <p:childTnLst>
                        <p:par>
                          <p:cTn id="101" fill="hold">
                            <p:stCondLst>
                              <p:cond delay="0"/>
                            </p:stCondLst>
                            <p:childTnLst>
                              <p:par>
                                <p:cTn id="102" presetID="42" presetClass="entr" presetSubtype="0" fill="hold" nodeType="clickEffect">
                                  <p:stCondLst>
                                    <p:cond delay="0"/>
                                  </p:stCondLst>
                                  <p:childTnLst>
                                    <p:set>
                                      <p:cBhvr>
                                        <p:cTn id="103" dur="1" fill="hold">
                                          <p:stCondLst>
                                            <p:cond delay="0"/>
                                          </p:stCondLst>
                                        </p:cTn>
                                        <p:tgtEl>
                                          <p:spTgt spid="4">
                                            <p:txEl>
                                              <p:pRg st="0" end="0"/>
                                            </p:txEl>
                                          </p:spTgt>
                                        </p:tgtEl>
                                        <p:attrNameLst>
                                          <p:attrName>style.visibility</p:attrName>
                                        </p:attrNameLst>
                                      </p:cBhvr>
                                      <p:to>
                                        <p:strVal val="visible"/>
                                      </p:to>
                                    </p:set>
                                    <p:animEffect transition="in" filter="fade">
                                      <p:cBhvr>
                                        <p:cTn id="104" dur="1000"/>
                                        <p:tgtEl>
                                          <p:spTgt spid="4">
                                            <p:txEl>
                                              <p:pRg st="0" end="0"/>
                                            </p:txEl>
                                          </p:spTgt>
                                        </p:tgtEl>
                                      </p:cBhvr>
                                    </p:animEffect>
                                    <p:anim calcmode="lin" valueType="num">
                                      <p:cBhvr>
                                        <p:cTn id="10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0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42" presetClass="entr" presetSubtype="0" fill="hold" nodeType="clickEffect">
                                  <p:stCondLst>
                                    <p:cond delay="0"/>
                                  </p:stCondLst>
                                  <p:childTnLst>
                                    <p:set>
                                      <p:cBhvr>
                                        <p:cTn id="110" dur="1" fill="hold">
                                          <p:stCondLst>
                                            <p:cond delay="0"/>
                                          </p:stCondLst>
                                        </p:cTn>
                                        <p:tgtEl>
                                          <p:spTgt spid="4">
                                            <p:txEl>
                                              <p:pRg st="1" end="1"/>
                                            </p:txEl>
                                          </p:spTgt>
                                        </p:tgtEl>
                                        <p:attrNameLst>
                                          <p:attrName>style.visibility</p:attrName>
                                        </p:attrNameLst>
                                      </p:cBhvr>
                                      <p:to>
                                        <p:strVal val="visible"/>
                                      </p:to>
                                    </p:set>
                                    <p:animEffect transition="in" filter="fade">
                                      <p:cBhvr>
                                        <p:cTn id="111" dur="1000"/>
                                        <p:tgtEl>
                                          <p:spTgt spid="4">
                                            <p:txEl>
                                              <p:pRg st="1" end="1"/>
                                            </p:txEl>
                                          </p:spTgt>
                                        </p:tgtEl>
                                      </p:cBhvr>
                                    </p:animEffect>
                                    <p:anim calcmode="lin" valueType="num">
                                      <p:cBhvr>
                                        <p:cTn id="112"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13"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14" fill="hold">
                      <p:stCondLst>
                        <p:cond delay="indefinite"/>
                      </p:stCondLst>
                      <p:childTnLst>
                        <p:par>
                          <p:cTn id="115" fill="hold">
                            <p:stCondLst>
                              <p:cond delay="0"/>
                            </p:stCondLst>
                            <p:childTnLst>
                              <p:par>
                                <p:cTn id="116" presetID="42" presetClass="entr" presetSubtype="0" fill="hold" nodeType="clickEffect">
                                  <p:stCondLst>
                                    <p:cond delay="0"/>
                                  </p:stCondLst>
                                  <p:childTnLst>
                                    <p:set>
                                      <p:cBhvr>
                                        <p:cTn id="117" dur="1" fill="hold">
                                          <p:stCondLst>
                                            <p:cond delay="0"/>
                                          </p:stCondLst>
                                        </p:cTn>
                                        <p:tgtEl>
                                          <p:spTgt spid="4">
                                            <p:txEl>
                                              <p:pRg st="2" end="2"/>
                                            </p:txEl>
                                          </p:spTgt>
                                        </p:tgtEl>
                                        <p:attrNameLst>
                                          <p:attrName>style.visibility</p:attrName>
                                        </p:attrNameLst>
                                      </p:cBhvr>
                                      <p:to>
                                        <p:strVal val="visible"/>
                                      </p:to>
                                    </p:set>
                                    <p:animEffect transition="in" filter="fade">
                                      <p:cBhvr>
                                        <p:cTn id="118" dur="1000"/>
                                        <p:tgtEl>
                                          <p:spTgt spid="4">
                                            <p:txEl>
                                              <p:pRg st="2" end="2"/>
                                            </p:txEl>
                                          </p:spTgt>
                                        </p:tgtEl>
                                      </p:cBhvr>
                                    </p:animEffect>
                                    <p:anim calcmode="lin" valueType="num">
                                      <p:cBhvr>
                                        <p:cTn id="119"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120"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nodeType="clickEffect">
                                  <p:stCondLst>
                                    <p:cond delay="0"/>
                                  </p:stCondLst>
                                  <p:childTnLst>
                                    <p:set>
                                      <p:cBhvr>
                                        <p:cTn id="124" dur="1" fill="hold">
                                          <p:stCondLst>
                                            <p:cond delay="0"/>
                                          </p:stCondLst>
                                        </p:cTn>
                                        <p:tgtEl>
                                          <p:spTgt spid="4">
                                            <p:txEl>
                                              <p:pRg st="3" end="3"/>
                                            </p:txEl>
                                          </p:spTgt>
                                        </p:tgtEl>
                                        <p:attrNameLst>
                                          <p:attrName>style.visibility</p:attrName>
                                        </p:attrNameLst>
                                      </p:cBhvr>
                                      <p:to>
                                        <p:strVal val="visible"/>
                                      </p:to>
                                    </p:set>
                                    <p:animEffect transition="in" filter="fade">
                                      <p:cBhvr>
                                        <p:cTn id="125" dur="1000"/>
                                        <p:tgtEl>
                                          <p:spTgt spid="4">
                                            <p:txEl>
                                              <p:pRg st="3" end="3"/>
                                            </p:txEl>
                                          </p:spTgt>
                                        </p:tgtEl>
                                      </p:cBhvr>
                                    </p:animEffect>
                                    <p:anim calcmode="lin" valueType="num">
                                      <p:cBhvr>
                                        <p:cTn id="126"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127"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128" fill="hold">
                      <p:stCondLst>
                        <p:cond delay="indefinite"/>
                      </p:stCondLst>
                      <p:childTnLst>
                        <p:par>
                          <p:cTn id="129" fill="hold">
                            <p:stCondLst>
                              <p:cond delay="0"/>
                            </p:stCondLst>
                            <p:childTnLst>
                              <p:par>
                                <p:cTn id="130" presetID="42" presetClass="entr" presetSubtype="0" fill="hold" nodeType="clickEffect">
                                  <p:stCondLst>
                                    <p:cond delay="0"/>
                                  </p:stCondLst>
                                  <p:childTnLst>
                                    <p:set>
                                      <p:cBhvr>
                                        <p:cTn id="131" dur="1" fill="hold">
                                          <p:stCondLst>
                                            <p:cond delay="0"/>
                                          </p:stCondLst>
                                        </p:cTn>
                                        <p:tgtEl>
                                          <p:spTgt spid="4">
                                            <p:txEl>
                                              <p:pRg st="4" end="4"/>
                                            </p:txEl>
                                          </p:spTgt>
                                        </p:tgtEl>
                                        <p:attrNameLst>
                                          <p:attrName>style.visibility</p:attrName>
                                        </p:attrNameLst>
                                      </p:cBhvr>
                                      <p:to>
                                        <p:strVal val="visible"/>
                                      </p:to>
                                    </p:set>
                                    <p:animEffect transition="in" filter="fade">
                                      <p:cBhvr>
                                        <p:cTn id="132" dur="1000"/>
                                        <p:tgtEl>
                                          <p:spTgt spid="4">
                                            <p:txEl>
                                              <p:pRg st="4" end="4"/>
                                            </p:txEl>
                                          </p:spTgt>
                                        </p:tgtEl>
                                      </p:cBhvr>
                                    </p:animEffect>
                                    <p:anim calcmode="lin" valueType="num">
                                      <p:cBhvr>
                                        <p:cTn id="133"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134"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nodeType="clickEffect">
                                  <p:stCondLst>
                                    <p:cond delay="0"/>
                                  </p:stCondLst>
                                  <p:childTnLst>
                                    <p:set>
                                      <p:cBhvr>
                                        <p:cTn id="138" dur="1" fill="hold">
                                          <p:stCondLst>
                                            <p:cond delay="0"/>
                                          </p:stCondLst>
                                        </p:cTn>
                                        <p:tgtEl>
                                          <p:spTgt spid="4">
                                            <p:txEl>
                                              <p:pRg st="5" end="5"/>
                                            </p:txEl>
                                          </p:spTgt>
                                        </p:tgtEl>
                                        <p:attrNameLst>
                                          <p:attrName>style.visibility</p:attrName>
                                        </p:attrNameLst>
                                      </p:cBhvr>
                                      <p:to>
                                        <p:strVal val="visible"/>
                                      </p:to>
                                    </p:set>
                                    <p:animEffect transition="in" filter="fade">
                                      <p:cBhvr>
                                        <p:cTn id="139" dur="1000"/>
                                        <p:tgtEl>
                                          <p:spTgt spid="4">
                                            <p:txEl>
                                              <p:pRg st="5" end="5"/>
                                            </p:txEl>
                                          </p:spTgt>
                                        </p:tgtEl>
                                      </p:cBhvr>
                                    </p:animEffect>
                                    <p:anim calcmode="lin" valueType="num">
                                      <p:cBhvr>
                                        <p:cTn id="140"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141"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142" fill="hold">
                      <p:stCondLst>
                        <p:cond delay="indefinite"/>
                      </p:stCondLst>
                      <p:childTnLst>
                        <p:par>
                          <p:cTn id="143" fill="hold">
                            <p:stCondLst>
                              <p:cond delay="0"/>
                            </p:stCondLst>
                            <p:childTnLst>
                              <p:par>
                                <p:cTn id="144" presetID="42" presetClass="entr" presetSubtype="0" fill="hold" nodeType="clickEffect">
                                  <p:stCondLst>
                                    <p:cond delay="0"/>
                                  </p:stCondLst>
                                  <p:childTnLst>
                                    <p:set>
                                      <p:cBhvr>
                                        <p:cTn id="145" dur="1" fill="hold">
                                          <p:stCondLst>
                                            <p:cond delay="0"/>
                                          </p:stCondLst>
                                        </p:cTn>
                                        <p:tgtEl>
                                          <p:spTgt spid="4">
                                            <p:txEl>
                                              <p:pRg st="6" end="6"/>
                                            </p:txEl>
                                          </p:spTgt>
                                        </p:tgtEl>
                                        <p:attrNameLst>
                                          <p:attrName>style.visibility</p:attrName>
                                        </p:attrNameLst>
                                      </p:cBhvr>
                                      <p:to>
                                        <p:strVal val="visible"/>
                                      </p:to>
                                    </p:set>
                                    <p:animEffect transition="in" filter="fade">
                                      <p:cBhvr>
                                        <p:cTn id="146" dur="1000"/>
                                        <p:tgtEl>
                                          <p:spTgt spid="4">
                                            <p:txEl>
                                              <p:pRg st="6" end="6"/>
                                            </p:txEl>
                                          </p:spTgt>
                                        </p:tgtEl>
                                      </p:cBhvr>
                                    </p:animEffect>
                                    <p:anim calcmode="lin" valueType="num">
                                      <p:cBhvr>
                                        <p:cTn id="147"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148"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42" presetClass="entr" presetSubtype="0" fill="hold" nodeType="clickEffect">
                                  <p:stCondLst>
                                    <p:cond delay="0"/>
                                  </p:stCondLst>
                                  <p:childTnLst>
                                    <p:set>
                                      <p:cBhvr>
                                        <p:cTn id="152" dur="1" fill="hold">
                                          <p:stCondLst>
                                            <p:cond delay="0"/>
                                          </p:stCondLst>
                                        </p:cTn>
                                        <p:tgtEl>
                                          <p:spTgt spid="4">
                                            <p:txEl>
                                              <p:pRg st="7" end="7"/>
                                            </p:txEl>
                                          </p:spTgt>
                                        </p:tgtEl>
                                        <p:attrNameLst>
                                          <p:attrName>style.visibility</p:attrName>
                                        </p:attrNameLst>
                                      </p:cBhvr>
                                      <p:to>
                                        <p:strVal val="visible"/>
                                      </p:to>
                                    </p:set>
                                    <p:animEffect transition="in" filter="fade">
                                      <p:cBhvr>
                                        <p:cTn id="153" dur="1000"/>
                                        <p:tgtEl>
                                          <p:spTgt spid="4">
                                            <p:txEl>
                                              <p:pRg st="7" end="7"/>
                                            </p:txEl>
                                          </p:spTgt>
                                        </p:tgtEl>
                                      </p:cBhvr>
                                    </p:animEffect>
                                    <p:anim calcmode="lin" valueType="num">
                                      <p:cBhvr>
                                        <p:cTn id="154" dur="10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155" dur="1000" fill="hold"/>
                                        <p:tgtEl>
                                          <p:spTgt spid="4">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156" fill="hold">
                      <p:stCondLst>
                        <p:cond delay="indefinite"/>
                      </p:stCondLst>
                      <p:childTnLst>
                        <p:par>
                          <p:cTn id="157" fill="hold">
                            <p:stCondLst>
                              <p:cond delay="0"/>
                            </p:stCondLst>
                            <p:childTnLst>
                              <p:par>
                                <p:cTn id="158" presetID="42" presetClass="entr" presetSubtype="0" fill="hold" nodeType="clickEffect">
                                  <p:stCondLst>
                                    <p:cond delay="0"/>
                                  </p:stCondLst>
                                  <p:childTnLst>
                                    <p:set>
                                      <p:cBhvr>
                                        <p:cTn id="159" dur="1" fill="hold">
                                          <p:stCondLst>
                                            <p:cond delay="0"/>
                                          </p:stCondLst>
                                        </p:cTn>
                                        <p:tgtEl>
                                          <p:spTgt spid="4">
                                            <p:txEl>
                                              <p:pRg st="8" end="8"/>
                                            </p:txEl>
                                          </p:spTgt>
                                        </p:tgtEl>
                                        <p:attrNameLst>
                                          <p:attrName>style.visibility</p:attrName>
                                        </p:attrNameLst>
                                      </p:cBhvr>
                                      <p:to>
                                        <p:strVal val="visible"/>
                                      </p:to>
                                    </p:set>
                                    <p:animEffect transition="in" filter="fade">
                                      <p:cBhvr>
                                        <p:cTn id="160" dur="1000"/>
                                        <p:tgtEl>
                                          <p:spTgt spid="4">
                                            <p:txEl>
                                              <p:pRg st="8" end="8"/>
                                            </p:txEl>
                                          </p:spTgt>
                                        </p:tgtEl>
                                      </p:cBhvr>
                                    </p:animEffect>
                                    <p:anim calcmode="lin" valueType="num">
                                      <p:cBhvr>
                                        <p:cTn id="161" dur="1000" fill="hold"/>
                                        <p:tgtEl>
                                          <p:spTgt spid="4">
                                            <p:txEl>
                                              <p:pRg st="8" end="8"/>
                                            </p:txEl>
                                          </p:spTgt>
                                        </p:tgtEl>
                                        <p:attrNameLst>
                                          <p:attrName>ppt_x</p:attrName>
                                        </p:attrNameLst>
                                      </p:cBhvr>
                                      <p:tavLst>
                                        <p:tav tm="0">
                                          <p:val>
                                            <p:strVal val="#ppt_x"/>
                                          </p:val>
                                        </p:tav>
                                        <p:tav tm="100000">
                                          <p:val>
                                            <p:strVal val="#ppt_x"/>
                                          </p:val>
                                        </p:tav>
                                      </p:tavLst>
                                    </p:anim>
                                    <p:anim calcmode="lin" valueType="num">
                                      <p:cBhvr>
                                        <p:cTn id="162" dur="1000" fill="hold"/>
                                        <p:tgtEl>
                                          <p:spTgt spid="4">
                                            <p:txEl>
                                              <p:pRg st="8" end="8"/>
                                            </p:txEl>
                                          </p:spTgt>
                                        </p:tgtEl>
                                        <p:attrNameLst>
                                          <p:attrName>ppt_y</p:attrName>
                                        </p:attrNameLst>
                                      </p:cBhvr>
                                      <p:tavLst>
                                        <p:tav tm="0">
                                          <p:val>
                                            <p:strVal val="#ppt_y+.1"/>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42" presetClass="entr" presetSubtype="0" fill="hold" nodeType="clickEffect">
                                  <p:stCondLst>
                                    <p:cond delay="0"/>
                                  </p:stCondLst>
                                  <p:childTnLst>
                                    <p:set>
                                      <p:cBhvr>
                                        <p:cTn id="166" dur="1" fill="hold">
                                          <p:stCondLst>
                                            <p:cond delay="0"/>
                                          </p:stCondLst>
                                        </p:cTn>
                                        <p:tgtEl>
                                          <p:spTgt spid="4">
                                            <p:txEl>
                                              <p:pRg st="9" end="9"/>
                                            </p:txEl>
                                          </p:spTgt>
                                        </p:tgtEl>
                                        <p:attrNameLst>
                                          <p:attrName>style.visibility</p:attrName>
                                        </p:attrNameLst>
                                      </p:cBhvr>
                                      <p:to>
                                        <p:strVal val="visible"/>
                                      </p:to>
                                    </p:set>
                                    <p:animEffect transition="in" filter="fade">
                                      <p:cBhvr>
                                        <p:cTn id="167" dur="1000"/>
                                        <p:tgtEl>
                                          <p:spTgt spid="4">
                                            <p:txEl>
                                              <p:pRg st="9" end="9"/>
                                            </p:txEl>
                                          </p:spTgt>
                                        </p:tgtEl>
                                      </p:cBhvr>
                                    </p:animEffect>
                                    <p:anim calcmode="lin" valueType="num">
                                      <p:cBhvr>
                                        <p:cTn id="168" dur="1000" fill="hold"/>
                                        <p:tgtEl>
                                          <p:spTgt spid="4">
                                            <p:txEl>
                                              <p:pRg st="9" end="9"/>
                                            </p:txEl>
                                          </p:spTgt>
                                        </p:tgtEl>
                                        <p:attrNameLst>
                                          <p:attrName>ppt_x</p:attrName>
                                        </p:attrNameLst>
                                      </p:cBhvr>
                                      <p:tavLst>
                                        <p:tav tm="0">
                                          <p:val>
                                            <p:strVal val="#ppt_x"/>
                                          </p:val>
                                        </p:tav>
                                        <p:tav tm="100000">
                                          <p:val>
                                            <p:strVal val="#ppt_x"/>
                                          </p:val>
                                        </p:tav>
                                      </p:tavLst>
                                    </p:anim>
                                    <p:anim calcmode="lin" valueType="num">
                                      <p:cBhvr>
                                        <p:cTn id="169" dur="1000" fill="hold"/>
                                        <p:tgtEl>
                                          <p:spTgt spid="4">
                                            <p:txEl>
                                              <p:pRg st="9" end="9"/>
                                            </p:txEl>
                                          </p:spTgt>
                                        </p:tgtEl>
                                        <p:attrNameLst>
                                          <p:attrName>ppt_y</p:attrName>
                                        </p:attrNameLst>
                                      </p:cBhvr>
                                      <p:tavLst>
                                        <p:tav tm="0">
                                          <p:val>
                                            <p:strVal val="#ppt_y+.1"/>
                                          </p:val>
                                        </p:tav>
                                        <p:tav tm="100000">
                                          <p:val>
                                            <p:strVal val="#ppt_y"/>
                                          </p:val>
                                        </p:tav>
                                      </p:tavLst>
                                    </p:anim>
                                  </p:childTnLst>
                                </p:cTn>
                              </p:par>
                            </p:childTnLst>
                          </p:cTn>
                        </p:par>
                      </p:childTnLst>
                    </p:cTn>
                  </p:par>
                  <p:par>
                    <p:cTn id="170" fill="hold">
                      <p:stCondLst>
                        <p:cond delay="indefinite"/>
                      </p:stCondLst>
                      <p:childTnLst>
                        <p:par>
                          <p:cTn id="171" fill="hold">
                            <p:stCondLst>
                              <p:cond delay="0"/>
                            </p:stCondLst>
                            <p:childTnLst>
                              <p:par>
                                <p:cTn id="172" presetID="42" presetClass="entr" presetSubtype="0" fill="hold" nodeType="clickEffect">
                                  <p:stCondLst>
                                    <p:cond delay="0"/>
                                  </p:stCondLst>
                                  <p:childTnLst>
                                    <p:set>
                                      <p:cBhvr>
                                        <p:cTn id="173" dur="1" fill="hold">
                                          <p:stCondLst>
                                            <p:cond delay="0"/>
                                          </p:stCondLst>
                                        </p:cTn>
                                        <p:tgtEl>
                                          <p:spTgt spid="4">
                                            <p:txEl>
                                              <p:pRg st="10" end="10"/>
                                            </p:txEl>
                                          </p:spTgt>
                                        </p:tgtEl>
                                        <p:attrNameLst>
                                          <p:attrName>style.visibility</p:attrName>
                                        </p:attrNameLst>
                                      </p:cBhvr>
                                      <p:to>
                                        <p:strVal val="visible"/>
                                      </p:to>
                                    </p:set>
                                    <p:animEffect transition="in" filter="fade">
                                      <p:cBhvr>
                                        <p:cTn id="174" dur="1000"/>
                                        <p:tgtEl>
                                          <p:spTgt spid="4">
                                            <p:txEl>
                                              <p:pRg st="10" end="10"/>
                                            </p:txEl>
                                          </p:spTgt>
                                        </p:tgtEl>
                                      </p:cBhvr>
                                    </p:animEffect>
                                    <p:anim calcmode="lin" valueType="num">
                                      <p:cBhvr>
                                        <p:cTn id="175" dur="1000" fill="hold"/>
                                        <p:tgtEl>
                                          <p:spTgt spid="4">
                                            <p:txEl>
                                              <p:pRg st="10" end="10"/>
                                            </p:txEl>
                                          </p:spTgt>
                                        </p:tgtEl>
                                        <p:attrNameLst>
                                          <p:attrName>ppt_x</p:attrName>
                                        </p:attrNameLst>
                                      </p:cBhvr>
                                      <p:tavLst>
                                        <p:tav tm="0">
                                          <p:val>
                                            <p:strVal val="#ppt_x"/>
                                          </p:val>
                                        </p:tav>
                                        <p:tav tm="100000">
                                          <p:val>
                                            <p:strVal val="#ppt_x"/>
                                          </p:val>
                                        </p:tav>
                                      </p:tavLst>
                                    </p:anim>
                                    <p:anim calcmode="lin" valueType="num">
                                      <p:cBhvr>
                                        <p:cTn id="176" dur="1000" fill="hold"/>
                                        <p:tgtEl>
                                          <p:spTgt spid="4">
                                            <p:txEl>
                                              <p:pRg st="10" end="10"/>
                                            </p:txEl>
                                          </p:spTgt>
                                        </p:tgtEl>
                                        <p:attrNameLst>
                                          <p:attrName>ppt_y</p:attrName>
                                        </p:attrNameLst>
                                      </p:cBhvr>
                                      <p:tavLst>
                                        <p:tav tm="0">
                                          <p:val>
                                            <p:strVal val="#ppt_y+.1"/>
                                          </p:val>
                                        </p:tav>
                                        <p:tav tm="100000">
                                          <p:val>
                                            <p:strVal val="#ppt_y"/>
                                          </p:val>
                                        </p:tav>
                                      </p:tavLst>
                                    </p:anim>
                                  </p:childTnLst>
                                </p:cTn>
                              </p:par>
                              <p:par>
                                <p:cTn id="177" presetID="42" presetClass="entr" presetSubtype="0" fill="hold" nodeType="withEffect">
                                  <p:stCondLst>
                                    <p:cond delay="0"/>
                                  </p:stCondLst>
                                  <p:childTnLst>
                                    <p:set>
                                      <p:cBhvr>
                                        <p:cTn id="178" dur="1" fill="hold">
                                          <p:stCondLst>
                                            <p:cond delay="0"/>
                                          </p:stCondLst>
                                        </p:cTn>
                                        <p:tgtEl>
                                          <p:spTgt spid="4">
                                            <p:txEl>
                                              <p:pRg st="11" end="11"/>
                                            </p:txEl>
                                          </p:spTgt>
                                        </p:tgtEl>
                                        <p:attrNameLst>
                                          <p:attrName>style.visibility</p:attrName>
                                        </p:attrNameLst>
                                      </p:cBhvr>
                                      <p:to>
                                        <p:strVal val="visible"/>
                                      </p:to>
                                    </p:set>
                                    <p:animEffect transition="in" filter="fade">
                                      <p:cBhvr>
                                        <p:cTn id="179" dur="1000"/>
                                        <p:tgtEl>
                                          <p:spTgt spid="4">
                                            <p:txEl>
                                              <p:pRg st="11" end="11"/>
                                            </p:txEl>
                                          </p:spTgt>
                                        </p:tgtEl>
                                      </p:cBhvr>
                                    </p:animEffect>
                                    <p:anim calcmode="lin" valueType="num">
                                      <p:cBhvr>
                                        <p:cTn id="180" dur="1000" fill="hold"/>
                                        <p:tgtEl>
                                          <p:spTgt spid="4">
                                            <p:txEl>
                                              <p:pRg st="11" end="11"/>
                                            </p:txEl>
                                          </p:spTgt>
                                        </p:tgtEl>
                                        <p:attrNameLst>
                                          <p:attrName>ppt_x</p:attrName>
                                        </p:attrNameLst>
                                      </p:cBhvr>
                                      <p:tavLst>
                                        <p:tav tm="0">
                                          <p:val>
                                            <p:strVal val="#ppt_x"/>
                                          </p:val>
                                        </p:tav>
                                        <p:tav tm="100000">
                                          <p:val>
                                            <p:strVal val="#ppt_x"/>
                                          </p:val>
                                        </p:tav>
                                      </p:tavLst>
                                    </p:anim>
                                    <p:anim calcmode="lin" valueType="num">
                                      <p:cBhvr>
                                        <p:cTn id="181" dur="1000" fill="hold"/>
                                        <p:tgtEl>
                                          <p:spTgt spid="4">
                                            <p:txEl>
                                              <p:pRg st="11" end="11"/>
                                            </p:txEl>
                                          </p:spTgt>
                                        </p:tgtEl>
                                        <p:attrNameLst>
                                          <p:attrName>ppt_y</p:attrName>
                                        </p:attrNameLst>
                                      </p:cBhvr>
                                      <p:tavLst>
                                        <p:tav tm="0">
                                          <p:val>
                                            <p:strVal val="#ppt_y+.1"/>
                                          </p:val>
                                        </p:tav>
                                        <p:tav tm="100000">
                                          <p:val>
                                            <p:strVal val="#ppt_y"/>
                                          </p:val>
                                        </p:tav>
                                      </p:tavLst>
                                    </p:anim>
                                  </p:childTnLst>
                                </p:cTn>
                              </p:par>
                            </p:childTnLst>
                          </p:cTn>
                        </p:par>
                      </p:childTnLst>
                    </p:cTn>
                  </p:par>
                  <p:par>
                    <p:cTn id="182" fill="hold">
                      <p:stCondLst>
                        <p:cond delay="indefinite"/>
                      </p:stCondLst>
                      <p:childTnLst>
                        <p:par>
                          <p:cTn id="183" fill="hold">
                            <p:stCondLst>
                              <p:cond delay="0"/>
                            </p:stCondLst>
                            <p:childTnLst>
                              <p:par>
                                <p:cTn id="184" presetID="42" presetClass="entr" presetSubtype="0" fill="hold" grpId="0" nodeType="clickEffect">
                                  <p:stCondLst>
                                    <p:cond delay="0"/>
                                  </p:stCondLst>
                                  <p:childTnLst>
                                    <p:set>
                                      <p:cBhvr>
                                        <p:cTn id="185" dur="1" fill="hold">
                                          <p:stCondLst>
                                            <p:cond delay="0"/>
                                          </p:stCondLst>
                                        </p:cTn>
                                        <p:tgtEl>
                                          <p:spTgt spid="5"/>
                                        </p:tgtEl>
                                        <p:attrNameLst>
                                          <p:attrName>style.visibility</p:attrName>
                                        </p:attrNameLst>
                                      </p:cBhvr>
                                      <p:to>
                                        <p:strVal val="visible"/>
                                      </p:to>
                                    </p:set>
                                    <p:animEffect transition="in" filter="fade">
                                      <p:cBhvr>
                                        <p:cTn id="186" dur="1000"/>
                                        <p:tgtEl>
                                          <p:spTgt spid="5"/>
                                        </p:tgtEl>
                                      </p:cBhvr>
                                    </p:animEffect>
                                    <p:anim calcmode="lin" valueType="num">
                                      <p:cBhvr>
                                        <p:cTn id="187" dur="1000" fill="hold"/>
                                        <p:tgtEl>
                                          <p:spTgt spid="5"/>
                                        </p:tgtEl>
                                        <p:attrNameLst>
                                          <p:attrName>ppt_x</p:attrName>
                                        </p:attrNameLst>
                                      </p:cBhvr>
                                      <p:tavLst>
                                        <p:tav tm="0">
                                          <p:val>
                                            <p:strVal val="#ppt_x"/>
                                          </p:val>
                                        </p:tav>
                                        <p:tav tm="100000">
                                          <p:val>
                                            <p:strVal val="#ppt_x"/>
                                          </p:val>
                                        </p:tav>
                                      </p:tavLst>
                                    </p:anim>
                                    <p:anim calcmode="lin" valueType="num">
                                      <p:cBhvr>
                                        <p:cTn id="188" dur="1000" fill="hold"/>
                                        <p:tgtEl>
                                          <p:spTgt spid="5"/>
                                        </p:tgtEl>
                                        <p:attrNameLst>
                                          <p:attrName>ppt_y</p:attrName>
                                        </p:attrNameLst>
                                      </p:cBhvr>
                                      <p:tavLst>
                                        <p:tav tm="0">
                                          <p:val>
                                            <p:strVal val="#ppt_y+.1"/>
                                          </p:val>
                                        </p:tav>
                                        <p:tav tm="100000">
                                          <p:val>
                                            <p:strVal val="#ppt_y"/>
                                          </p:val>
                                        </p:tav>
                                      </p:tavLst>
                                    </p:anim>
                                  </p:childTnLst>
                                </p:cTn>
                              </p:par>
                              <p:par>
                                <p:cTn id="189" presetID="42" presetClass="entr" presetSubtype="0" fill="hold" grpId="0"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fade">
                                      <p:cBhvr>
                                        <p:cTn id="191" dur="1000"/>
                                        <p:tgtEl>
                                          <p:spTgt spid="8"/>
                                        </p:tgtEl>
                                      </p:cBhvr>
                                    </p:animEffect>
                                    <p:anim calcmode="lin" valueType="num">
                                      <p:cBhvr>
                                        <p:cTn id="192" dur="1000" fill="hold"/>
                                        <p:tgtEl>
                                          <p:spTgt spid="8"/>
                                        </p:tgtEl>
                                        <p:attrNameLst>
                                          <p:attrName>ppt_x</p:attrName>
                                        </p:attrNameLst>
                                      </p:cBhvr>
                                      <p:tavLst>
                                        <p:tav tm="0">
                                          <p:val>
                                            <p:strVal val="#ppt_x"/>
                                          </p:val>
                                        </p:tav>
                                        <p:tav tm="100000">
                                          <p:val>
                                            <p:strVal val="#ppt_x"/>
                                          </p:val>
                                        </p:tav>
                                      </p:tavLst>
                                    </p:anim>
                                    <p:anim calcmode="lin" valueType="num">
                                      <p:cBhvr>
                                        <p:cTn id="19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5" grpId="0" animBg="1"/>
      <p:bldP spid="8"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图片 7"/>
          <p:cNvPicPr>
            <a:picLocks noChangeAspect="1"/>
          </p:cNvPicPr>
          <p:nvPr/>
        </p:nvPicPr>
        <p:blipFill>
          <a:blip r:embed="rId3"/>
          <a:stretch>
            <a:fillRect/>
          </a:stretch>
        </p:blipFill>
        <p:spPr>
          <a:xfrm>
            <a:off x="720706" y="3097334"/>
            <a:ext cx="2974125" cy="596815"/>
          </a:xfrm>
          <a:prstGeom prst="rect">
            <a:avLst/>
          </a:prstGeom>
        </p:spPr>
      </p:pic>
      <p:sp>
        <p:nvSpPr>
          <p:cNvPr id="3" name="内容占位符 2"/>
          <p:cNvSpPr>
            <a:spLocks noGrp="1"/>
          </p:cNvSpPr>
          <p:nvPr>
            <p:ph sz="quarter" idx="11"/>
          </p:nvPr>
        </p:nvSpPr>
        <p:spPr>
          <a:xfrm>
            <a:off x="107504" y="1064124"/>
            <a:ext cx="8905109" cy="1147586"/>
          </a:xfrm>
        </p:spPr>
        <p:txBody>
          <a:bodyPr/>
          <a:lstStyle/>
          <a:p>
            <a:pPr algn="just">
              <a:lnSpc>
                <a:spcPts val="2600"/>
              </a:lnSpc>
              <a:spcBef>
                <a:spcPts val="0"/>
              </a:spcBef>
            </a:pPr>
            <a:r>
              <a:rPr lang="zh-CN" altLang="zh-CN" sz="1600" dirty="0"/>
              <a:t>十字链表是有向图的另一种链式存储结构。可以看成是将有向图的邻接表和逆邻接表结合起来的一种链表。在十字链表中，对应于有向图中每一条弧有一个结点，对应于每个顶点有一个结点。顶点结点和弧结点的结构如下：</a:t>
            </a:r>
          </a:p>
          <a:p>
            <a:endParaRPr lang="zh-CN" altLang="en-US" sz="2000" dirty="0"/>
          </a:p>
        </p:txBody>
      </p:sp>
      <p:sp>
        <p:nvSpPr>
          <p:cNvPr id="5" name="下箭头标注 4"/>
          <p:cNvSpPr/>
          <p:nvPr/>
        </p:nvSpPr>
        <p:spPr>
          <a:xfrm>
            <a:off x="683569" y="2427734"/>
            <a:ext cx="1224136" cy="792088"/>
          </a:xfrm>
          <a:prstGeom prst="down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600" dirty="0">
                <a:solidFill>
                  <a:schemeClr val="tx1"/>
                </a:solidFill>
              </a:rPr>
              <a:t>存储与顶点相关的信息</a:t>
            </a:r>
            <a:endParaRPr lang="zh-CN" altLang="en-US" sz="1600" dirty="0">
              <a:solidFill>
                <a:schemeClr val="tx1"/>
              </a:solidFill>
            </a:endParaRPr>
          </a:p>
        </p:txBody>
      </p:sp>
      <p:sp>
        <p:nvSpPr>
          <p:cNvPr id="6" name="上箭头标注 5"/>
          <p:cNvSpPr/>
          <p:nvPr/>
        </p:nvSpPr>
        <p:spPr>
          <a:xfrm>
            <a:off x="1115616" y="3651870"/>
            <a:ext cx="1872208" cy="796636"/>
          </a:xfrm>
          <a:prstGeom prst="up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600" dirty="0">
                <a:solidFill>
                  <a:schemeClr val="tx1"/>
                </a:solidFill>
              </a:rPr>
              <a:t>指向以该顶点为弧头的第一个弧结点</a:t>
            </a:r>
            <a:endParaRPr lang="zh-CN" altLang="en-US" sz="1600" dirty="0">
              <a:solidFill>
                <a:schemeClr val="tx1"/>
              </a:solidFill>
            </a:endParaRPr>
          </a:p>
        </p:txBody>
      </p:sp>
      <p:sp>
        <p:nvSpPr>
          <p:cNvPr id="7" name="下箭头标注 6"/>
          <p:cNvSpPr/>
          <p:nvPr/>
        </p:nvSpPr>
        <p:spPr>
          <a:xfrm>
            <a:off x="2051720" y="2427734"/>
            <a:ext cx="1944216" cy="792088"/>
          </a:xfrm>
          <a:prstGeom prst="down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指向以该顶点为弧尾的第一个弧结点</a:t>
            </a:r>
            <a:endParaRPr lang="zh-CN" altLang="en-US" sz="1600" dirty="0">
              <a:solidFill>
                <a:schemeClr val="tx1"/>
              </a:solidFill>
            </a:endParaRPr>
          </a:p>
        </p:txBody>
      </p:sp>
      <p:pic>
        <p:nvPicPr>
          <p:cNvPr id="9" name="图片 8"/>
          <p:cNvPicPr>
            <a:picLocks noChangeAspect="1"/>
          </p:cNvPicPr>
          <p:nvPr/>
        </p:nvPicPr>
        <p:blipFill>
          <a:blip r:embed="rId4"/>
          <a:stretch>
            <a:fillRect/>
          </a:stretch>
        </p:blipFill>
        <p:spPr>
          <a:xfrm>
            <a:off x="3995936" y="2823778"/>
            <a:ext cx="5148064" cy="881694"/>
          </a:xfrm>
          <a:prstGeom prst="rect">
            <a:avLst/>
          </a:prstGeom>
        </p:spPr>
      </p:pic>
      <p:sp>
        <p:nvSpPr>
          <p:cNvPr id="10" name="上箭头标注 9"/>
          <p:cNvSpPr/>
          <p:nvPr/>
        </p:nvSpPr>
        <p:spPr>
          <a:xfrm>
            <a:off x="3928290" y="3597469"/>
            <a:ext cx="1549306" cy="868644"/>
          </a:xfrm>
          <a:prstGeom prst="up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弧尾在顶点数组表中的下标</a:t>
            </a:r>
            <a:endParaRPr lang="zh-CN" altLang="en-US" sz="1600" dirty="0">
              <a:solidFill>
                <a:schemeClr val="tx1"/>
              </a:solidFill>
            </a:endParaRPr>
          </a:p>
        </p:txBody>
      </p:sp>
      <p:sp>
        <p:nvSpPr>
          <p:cNvPr id="11" name="下箭头标注 10"/>
          <p:cNvSpPr/>
          <p:nvPr/>
        </p:nvSpPr>
        <p:spPr>
          <a:xfrm>
            <a:off x="4865528" y="2305246"/>
            <a:ext cx="1434664" cy="792088"/>
          </a:xfrm>
          <a:prstGeom prst="down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弧头在顶点数组表中的下标</a:t>
            </a:r>
            <a:endParaRPr lang="zh-CN" altLang="en-US" sz="1600" dirty="0">
              <a:solidFill>
                <a:schemeClr val="tx1"/>
              </a:solidFill>
            </a:endParaRPr>
          </a:p>
        </p:txBody>
      </p:sp>
      <p:sp>
        <p:nvSpPr>
          <p:cNvPr id="12" name="上箭头标注 11"/>
          <p:cNvSpPr/>
          <p:nvPr/>
        </p:nvSpPr>
        <p:spPr>
          <a:xfrm>
            <a:off x="5940152" y="3579862"/>
            <a:ext cx="1224137" cy="868644"/>
          </a:xfrm>
          <a:prstGeom prst="up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存储该弧的相关信息</a:t>
            </a:r>
            <a:endParaRPr lang="zh-CN" altLang="en-US" sz="1600" dirty="0">
              <a:solidFill>
                <a:schemeClr val="tx1"/>
              </a:solidFill>
            </a:endParaRPr>
          </a:p>
        </p:txBody>
      </p:sp>
      <p:sp>
        <p:nvSpPr>
          <p:cNvPr id="13" name="下箭头标注 12"/>
          <p:cNvSpPr/>
          <p:nvPr/>
        </p:nvSpPr>
        <p:spPr>
          <a:xfrm>
            <a:off x="6552220" y="2308450"/>
            <a:ext cx="1620180" cy="792088"/>
          </a:xfrm>
          <a:prstGeom prst="down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指向弧头相同的下一个弧结点</a:t>
            </a:r>
            <a:endParaRPr lang="zh-CN" altLang="en-US" sz="1600" dirty="0">
              <a:solidFill>
                <a:schemeClr val="tx1"/>
              </a:solidFill>
            </a:endParaRPr>
          </a:p>
        </p:txBody>
      </p:sp>
      <p:sp>
        <p:nvSpPr>
          <p:cNvPr id="14" name="上箭头标注 13"/>
          <p:cNvSpPr/>
          <p:nvPr/>
        </p:nvSpPr>
        <p:spPr>
          <a:xfrm>
            <a:off x="7356430" y="3579862"/>
            <a:ext cx="1656183" cy="868644"/>
          </a:xfrm>
          <a:prstGeom prst="upArrowCallou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600" dirty="0">
                <a:solidFill>
                  <a:schemeClr val="tx1"/>
                </a:solidFill>
              </a:rPr>
              <a:t>指向弧尾相同的下一个弧结点</a:t>
            </a:r>
            <a:endParaRPr lang="zh-CN" altLang="en-US" sz="1600" dirty="0">
              <a:solidFill>
                <a:schemeClr val="tx1"/>
              </a:solidFill>
            </a:endParaRPr>
          </a:p>
        </p:txBody>
      </p:sp>
      <p:sp>
        <p:nvSpPr>
          <p:cNvPr id="15" name="文本框 1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十字链表存储</a:t>
            </a:r>
          </a:p>
        </p:txBody>
      </p:sp>
    </p:spTree>
    <p:extLst>
      <p:ext uri="{BB962C8B-B14F-4D97-AF65-F5344CB8AC3E}">
        <p14:creationId xmlns:p14="http://schemas.microsoft.com/office/powerpoint/2010/main" val="3503217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ppt_x"/>
                                          </p:val>
                                        </p:tav>
                                        <p:tav tm="100000">
                                          <p:val>
                                            <p:strVal val="#ppt_x"/>
                                          </p:val>
                                        </p:tav>
                                      </p:tavLst>
                                    </p:anim>
                                    <p:anim calcmode="lin" valueType="num">
                                      <p:cBhvr additive="base">
                                        <p:cTn id="1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ppt_x"/>
                                          </p:val>
                                        </p:tav>
                                        <p:tav tm="100000">
                                          <p:val>
                                            <p:strVal val="#ppt_x"/>
                                          </p:val>
                                        </p:tav>
                                      </p:tavLst>
                                    </p:anim>
                                    <p:anim calcmode="lin" valueType="num">
                                      <p:cBhvr additive="base">
                                        <p:cTn id="2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1000"/>
                                        <p:tgtEl>
                                          <p:spTgt spid="9"/>
                                        </p:tgtEl>
                                      </p:cBhvr>
                                    </p:animEffect>
                                    <p:anim calcmode="lin" valueType="num">
                                      <p:cBhvr>
                                        <p:cTn id="38" dur="1000" fill="hold"/>
                                        <p:tgtEl>
                                          <p:spTgt spid="9"/>
                                        </p:tgtEl>
                                        <p:attrNameLst>
                                          <p:attrName>ppt_x</p:attrName>
                                        </p:attrNameLst>
                                      </p:cBhvr>
                                      <p:tavLst>
                                        <p:tav tm="0">
                                          <p:val>
                                            <p:strVal val="#ppt_x"/>
                                          </p:val>
                                        </p:tav>
                                        <p:tav tm="100000">
                                          <p:val>
                                            <p:strVal val="#ppt_x"/>
                                          </p:val>
                                        </p:tav>
                                      </p:tavLst>
                                    </p:anim>
                                    <p:anim calcmode="lin" valueType="num">
                                      <p:cBhvr>
                                        <p:cTn id="3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fade">
                                      <p:cBhvr>
                                        <p:cTn id="51" dur="1000"/>
                                        <p:tgtEl>
                                          <p:spTgt spid="11"/>
                                        </p:tgtEl>
                                      </p:cBhvr>
                                    </p:animEffect>
                                    <p:anim calcmode="lin" valueType="num">
                                      <p:cBhvr>
                                        <p:cTn id="52" dur="1000" fill="hold"/>
                                        <p:tgtEl>
                                          <p:spTgt spid="11"/>
                                        </p:tgtEl>
                                        <p:attrNameLst>
                                          <p:attrName>ppt_x</p:attrName>
                                        </p:attrNameLst>
                                      </p:cBhvr>
                                      <p:tavLst>
                                        <p:tav tm="0">
                                          <p:val>
                                            <p:strVal val="#ppt_x"/>
                                          </p:val>
                                        </p:tav>
                                        <p:tav tm="100000">
                                          <p:val>
                                            <p:strVal val="#ppt_x"/>
                                          </p:val>
                                        </p:tav>
                                      </p:tavLst>
                                    </p:anim>
                                    <p:anim calcmode="lin" valueType="num">
                                      <p:cBhvr>
                                        <p:cTn id="5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fade">
                                      <p:cBhvr>
                                        <p:cTn id="58" dur="1000"/>
                                        <p:tgtEl>
                                          <p:spTgt spid="12"/>
                                        </p:tgtEl>
                                      </p:cBhvr>
                                    </p:animEffect>
                                    <p:anim calcmode="lin" valueType="num">
                                      <p:cBhvr>
                                        <p:cTn id="59" dur="1000" fill="hold"/>
                                        <p:tgtEl>
                                          <p:spTgt spid="12"/>
                                        </p:tgtEl>
                                        <p:attrNameLst>
                                          <p:attrName>ppt_x</p:attrName>
                                        </p:attrNameLst>
                                      </p:cBhvr>
                                      <p:tavLst>
                                        <p:tav tm="0">
                                          <p:val>
                                            <p:strVal val="#ppt_x"/>
                                          </p:val>
                                        </p:tav>
                                        <p:tav tm="100000">
                                          <p:val>
                                            <p:strVal val="#ppt_x"/>
                                          </p:val>
                                        </p:tav>
                                      </p:tavLst>
                                    </p:anim>
                                    <p:anim calcmode="lin" valueType="num">
                                      <p:cBhvr>
                                        <p:cTn id="60"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13"/>
                                        </p:tgtEl>
                                        <p:attrNameLst>
                                          <p:attrName>style.visibility</p:attrName>
                                        </p:attrNameLst>
                                      </p:cBhvr>
                                      <p:to>
                                        <p:strVal val="visible"/>
                                      </p:to>
                                    </p:set>
                                    <p:animEffect transition="in" filter="fade">
                                      <p:cBhvr>
                                        <p:cTn id="65" dur="1000"/>
                                        <p:tgtEl>
                                          <p:spTgt spid="13"/>
                                        </p:tgtEl>
                                      </p:cBhvr>
                                    </p:animEffect>
                                    <p:anim calcmode="lin" valueType="num">
                                      <p:cBhvr>
                                        <p:cTn id="66" dur="1000" fill="hold"/>
                                        <p:tgtEl>
                                          <p:spTgt spid="13"/>
                                        </p:tgtEl>
                                        <p:attrNameLst>
                                          <p:attrName>ppt_x</p:attrName>
                                        </p:attrNameLst>
                                      </p:cBhvr>
                                      <p:tavLst>
                                        <p:tav tm="0">
                                          <p:val>
                                            <p:strVal val="#ppt_x"/>
                                          </p:val>
                                        </p:tav>
                                        <p:tav tm="100000">
                                          <p:val>
                                            <p:strVal val="#ppt_x"/>
                                          </p:val>
                                        </p:tav>
                                      </p:tavLst>
                                    </p:anim>
                                    <p:anim calcmode="lin" valueType="num">
                                      <p:cBhvr>
                                        <p:cTn id="67"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1000"/>
                                        <p:tgtEl>
                                          <p:spTgt spid="14"/>
                                        </p:tgtEl>
                                      </p:cBhvr>
                                    </p:animEffect>
                                    <p:anim calcmode="lin" valueType="num">
                                      <p:cBhvr>
                                        <p:cTn id="73" dur="1000" fill="hold"/>
                                        <p:tgtEl>
                                          <p:spTgt spid="14"/>
                                        </p:tgtEl>
                                        <p:attrNameLst>
                                          <p:attrName>ppt_x</p:attrName>
                                        </p:attrNameLst>
                                      </p:cBhvr>
                                      <p:tavLst>
                                        <p:tav tm="0">
                                          <p:val>
                                            <p:strVal val="#ppt_x"/>
                                          </p:val>
                                        </p:tav>
                                        <p:tav tm="100000">
                                          <p:val>
                                            <p:strVal val="#ppt_x"/>
                                          </p:val>
                                        </p:tav>
                                      </p:tavLst>
                                    </p:anim>
                                    <p:anim calcmode="lin" valueType="num">
                                      <p:cBhvr>
                                        <p:cTn id="7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10" grpId="0" animBg="1"/>
      <p:bldP spid="11" grpId="0" animBg="1"/>
      <p:bldP spid="12" grpId="0" animBg="1"/>
      <p:bldP spid="13" grpId="0" animBg="1"/>
      <p:bldP spid="1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547664" y="1072146"/>
            <a:ext cx="4427984" cy="931562"/>
          </a:xfrm>
        </p:spPr>
        <p:txBody>
          <a:bodyPr/>
          <a:lstStyle/>
          <a:p>
            <a:pPr marL="0" indent="0">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(b)</a:t>
            </a:r>
            <a:r>
              <a:rPr lang="zh-CN" altLang="zh-CN" sz="1600" dirty="0">
                <a:latin typeface="Times New Roman" panose="02020603050405020304" pitchFamily="18" charset="0"/>
                <a:cs typeface="Times New Roman" panose="02020603050405020304" pitchFamily="18" charset="0"/>
              </a:rPr>
              <a:t>是图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带权网的十字链表存储结构。</a:t>
            </a:r>
          </a:p>
          <a:p>
            <a:endParaRPr lang="zh-CN" altLang="en-US" sz="1600" dirty="0">
              <a:latin typeface="Times New Roman" panose="02020603050405020304" pitchFamily="18" charset="0"/>
              <a:cs typeface="Times New Roman" panose="02020603050405020304" pitchFamily="18" charset="0"/>
            </a:endParaRPr>
          </a:p>
        </p:txBody>
      </p:sp>
      <p:pic>
        <p:nvPicPr>
          <p:cNvPr id="7" name="图片 6"/>
          <p:cNvPicPr>
            <a:picLocks noChangeAspect="1"/>
          </p:cNvPicPr>
          <p:nvPr/>
        </p:nvPicPr>
        <p:blipFill>
          <a:blip r:embed="rId2"/>
          <a:stretch>
            <a:fillRect/>
          </a:stretch>
        </p:blipFill>
        <p:spPr>
          <a:xfrm>
            <a:off x="1043608" y="1995686"/>
            <a:ext cx="5811409" cy="2160240"/>
          </a:xfrm>
          <a:prstGeom prst="rect">
            <a:avLst/>
          </a:prstGeom>
        </p:spPr>
      </p:pic>
      <p:sp>
        <p:nvSpPr>
          <p:cNvPr id="5" name="文本框 4"/>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十字链表存储示例</a:t>
            </a:r>
          </a:p>
        </p:txBody>
      </p:sp>
    </p:spTree>
    <p:extLst>
      <p:ext uri="{BB962C8B-B14F-4D97-AF65-F5344CB8AC3E}">
        <p14:creationId xmlns:p14="http://schemas.microsoft.com/office/powerpoint/2010/main" val="364482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80855" y="915566"/>
            <a:ext cx="7991545" cy="3507876"/>
          </a:xfrm>
        </p:spPr>
        <p:txBody>
          <a:bodyPr/>
          <a:lstStyle/>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#define </a:t>
            </a:r>
            <a:r>
              <a:rPr lang="en-US" altLang="zh-CN" sz="1400" dirty="0" err="1">
                <a:latin typeface="Times New Roman" panose="02020603050405020304" pitchFamily="18" charset="0"/>
                <a:cs typeface="Times New Roman" panose="02020603050405020304" pitchFamily="18" charset="0"/>
              </a:rPr>
              <a:t>MaxVex</a:t>
            </a:r>
            <a:r>
              <a:rPr lang="en-US" altLang="zh-CN" sz="1400" dirty="0">
                <a:latin typeface="Times New Roman" panose="02020603050405020304" pitchFamily="18" charset="0"/>
                <a:cs typeface="Times New Roman" panose="02020603050405020304" pitchFamily="18" charset="0"/>
              </a:rPr>
              <a:t> 20       //</a:t>
            </a:r>
            <a:r>
              <a:rPr lang="zh-CN" altLang="zh-CN" sz="1400" dirty="0">
                <a:latin typeface="Times New Roman" panose="02020603050405020304" pitchFamily="18" charset="0"/>
                <a:cs typeface="Times New Roman" panose="02020603050405020304" pitchFamily="18" charset="0"/>
              </a:rPr>
              <a:t>自定义最大顶点数 </a:t>
            </a:r>
          </a:p>
          <a:p>
            <a:pPr marL="0" indent="0">
              <a:lnSpc>
                <a:spcPct val="100000"/>
              </a:lnSpc>
              <a:spcBef>
                <a:spcPts val="0"/>
              </a:spcBef>
              <a:buNone/>
            </a:pPr>
            <a:r>
              <a:rPr lang="en-US" altLang="zh-CN" sz="1400" dirty="0" err="1">
                <a:latin typeface="Times New Roman" panose="02020603050405020304" pitchFamily="18" charset="0"/>
                <a:cs typeface="Times New Roman" panose="02020603050405020304" pitchFamily="18" charset="0"/>
              </a:rPr>
              <a:t>typedef</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struct</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边结点定义</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int </a:t>
            </a:r>
            <a:r>
              <a:rPr lang="en-US" altLang="zh-CN" sz="1400" dirty="0" err="1">
                <a:latin typeface="Times New Roman" panose="02020603050405020304" pitchFamily="18" charset="0"/>
                <a:cs typeface="Times New Roman" panose="02020603050405020304" pitchFamily="18" charset="0"/>
              </a:rPr>
              <a:t>tailvex</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弧尾在数组表中的下标</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int </a:t>
            </a:r>
            <a:r>
              <a:rPr lang="en-US" altLang="zh-CN" sz="1400" dirty="0" err="1">
                <a:latin typeface="Times New Roman" panose="02020603050405020304" pitchFamily="18" charset="0"/>
                <a:cs typeface="Times New Roman" panose="02020603050405020304" pitchFamily="18" charset="0"/>
              </a:rPr>
              <a:t>headvex</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弧头在数组表中的下标</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int info;             //</a:t>
            </a:r>
            <a:r>
              <a:rPr lang="zh-CN" altLang="zh-CN" sz="1400" dirty="0">
                <a:latin typeface="Times New Roman" panose="02020603050405020304" pitchFamily="18" charset="0"/>
                <a:cs typeface="Times New Roman" panose="02020603050405020304" pitchFamily="18" charset="0"/>
              </a:rPr>
              <a:t>该弧相关信息</a:t>
            </a:r>
            <a:r>
              <a:rPr lang="en-US" altLang="zh-CN" sz="1400" dirty="0">
                <a:latin typeface="Times New Roman" panose="02020603050405020304" pitchFamily="18" charset="0"/>
                <a:cs typeface="Times New Roman" panose="02020603050405020304" pitchFamily="18" charset="0"/>
              </a:rPr>
              <a:t>(</a:t>
            </a:r>
            <a:r>
              <a:rPr lang="zh-CN" altLang="zh-CN" sz="1400" dirty="0">
                <a:latin typeface="Times New Roman" panose="02020603050405020304" pitchFamily="18" charset="0"/>
                <a:cs typeface="Times New Roman" panose="02020603050405020304" pitchFamily="18" charset="0"/>
              </a:rPr>
              <a:t>权值</a:t>
            </a:r>
            <a:r>
              <a:rPr lang="en-US" altLang="zh-CN" sz="1400" dirty="0">
                <a:latin typeface="Times New Roman" panose="02020603050405020304" pitchFamily="18" charset="0"/>
                <a:cs typeface="Times New Roman" panose="02020603050405020304" pitchFamily="18" charset="0"/>
              </a:rPr>
              <a:t>)</a:t>
            </a:r>
            <a:r>
              <a:rPr lang="zh-CN" altLang="zh-CN" sz="1400" dirty="0">
                <a:latin typeface="Times New Roman" panose="02020603050405020304" pitchFamily="18" charset="0"/>
                <a:cs typeface="Times New Roman" panose="02020603050405020304" pitchFamily="18" charset="0"/>
              </a:rPr>
              <a:t>，如果需要的话</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hlink</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指向弧头相同的下一个弧结点</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tlink</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指向弧尾相同的下一个弧结点</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err="1">
                <a:latin typeface="Times New Roman" panose="02020603050405020304" pitchFamily="18" charset="0"/>
                <a:cs typeface="Times New Roman" panose="02020603050405020304" pitchFamily="18" charset="0"/>
              </a:rPr>
              <a:t>typedef</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struct</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表头结点的定义</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VElemType</a:t>
            </a:r>
            <a:r>
              <a:rPr lang="en-US" altLang="zh-CN" sz="1400" dirty="0">
                <a:latin typeface="Times New Roman" panose="02020603050405020304" pitchFamily="18" charset="0"/>
                <a:cs typeface="Times New Roman" panose="02020603050405020304" pitchFamily="18" charset="0"/>
              </a:rPr>
              <a:t> data;       // </a:t>
            </a:r>
            <a:r>
              <a:rPr lang="en-US" altLang="zh-CN" sz="1400" dirty="0" err="1">
                <a:latin typeface="Times New Roman" panose="02020603050405020304" pitchFamily="18" charset="0"/>
                <a:cs typeface="Times New Roman" panose="02020603050405020304" pitchFamily="18" charset="0"/>
              </a:rPr>
              <a:t>VElemType</a:t>
            </a:r>
            <a:r>
              <a:rPr lang="zh-CN" altLang="zh-CN" sz="1400" dirty="0">
                <a:latin typeface="Times New Roman" panose="02020603050405020304" pitchFamily="18" charset="0"/>
                <a:cs typeface="Times New Roman" panose="02020603050405020304" pitchFamily="18" charset="0"/>
              </a:rPr>
              <a:t>为顶点信息类型</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firstin</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指向以该顶点为弧头的第一个弧结点</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ArcNode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firstout</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指向以该顶点为弧尾的第一个弧结点</a:t>
            </a: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VNode</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err="1">
                <a:latin typeface="Times New Roman" panose="02020603050405020304" pitchFamily="18" charset="0"/>
                <a:cs typeface="Times New Roman" panose="02020603050405020304" pitchFamily="18" charset="0"/>
              </a:rPr>
              <a:t>typedef</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struct</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VNode</a:t>
            </a:r>
            <a:r>
              <a:rPr lang="en-US" altLang="zh-CN" sz="1400" dirty="0">
                <a:latin typeface="Times New Roman" panose="02020603050405020304" pitchFamily="18" charset="0"/>
                <a:cs typeface="Times New Roman" panose="02020603050405020304" pitchFamily="18" charset="0"/>
              </a:rPr>
              <a:t> </a:t>
            </a:r>
            <a:r>
              <a:rPr lang="en-US" altLang="zh-CN" sz="1400" dirty="0" err="1">
                <a:latin typeface="Times New Roman" panose="02020603050405020304" pitchFamily="18" charset="0"/>
                <a:cs typeface="Times New Roman" panose="02020603050405020304" pitchFamily="18" charset="0"/>
              </a:rPr>
              <a:t>xlist</a:t>
            </a: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MaxVex</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int </a:t>
            </a:r>
            <a:r>
              <a:rPr lang="en-US" altLang="zh-CN" sz="1400" dirty="0" err="1">
                <a:latin typeface="Times New Roman" panose="02020603050405020304" pitchFamily="18" charset="0"/>
                <a:cs typeface="Times New Roman" panose="02020603050405020304" pitchFamily="18" charset="0"/>
              </a:rPr>
              <a:t>vexnum</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    int </a:t>
            </a:r>
            <a:r>
              <a:rPr lang="en-US" altLang="zh-CN" sz="1400" dirty="0" err="1">
                <a:latin typeface="Times New Roman" panose="02020603050405020304" pitchFamily="18" charset="0"/>
                <a:cs typeface="Times New Roman" panose="02020603050405020304" pitchFamily="18" charset="0"/>
              </a:rPr>
              <a:t>arcnum</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400" dirty="0">
                <a:latin typeface="Times New Roman" panose="02020603050405020304" pitchFamily="18" charset="0"/>
                <a:cs typeface="Times New Roman" panose="02020603050405020304" pitchFamily="18" charset="0"/>
              </a:rPr>
              <a:t>}</a:t>
            </a:r>
            <a:r>
              <a:rPr lang="en-US" altLang="zh-CN" sz="1400" dirty="0" err="1">
                <a:latin typeface="Times New Roman" panose="02020603050405020304" pitchFamily="18" charset="0"/>
                <a:cs typeface="Times New Roman" panose="02020603050405020304" pitchFamily="18" charset="0"/>
              </a:rPr>
              <a:t>XGraph</a:t>
            </a:r>
            <a:r>
              <a:rPr lang="en-US" altLang="zh-CN" sz="1400" dirty="0">
                <a:latin typeface="Times New Roman" panose="02020603050405020304" pitchFamily="18" charset="0"/>
                <a:cs typeface="Times New Roman" panose="02020603050405020304" pitchFamily="18" charset="0"/>
              </a:rPr>
              <a:t>;</a:t>
            </a:r>
            <a:endParaRPr lang="zh-CN" altLang="zh-CN" sz="14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endParaRPr lang="zh-CN" altLang="en-US" sz="1400" dirty="0">
              <a:latin typeface="Times New Roman" panose="02020603050405020304" pitchFamily="18" charset="0"/>
              <a:cs typeface="Times New Roman" panose="02020603050405020304" pitchFamily="18" charset="0"/>
            </a:endParaRPr>
          </a:p>
        </p:txBody>
      </p:sp>
      <p:pic>
        <p:nvPicPr>
          <p:cNvPr id="4" name="图片 3"/>
          <p:cNvPicPr>
            <a:picLocks noChangeAspect="1"/>
          </p:cNvPicPr>
          <p:nvPr/>
        </p:nvPicPr>
        <p:blipFill>
          <a:blip r:embed="rId2"/>
          <a:stretch>
            <a:fillRect/>
          </a:stretch>
        </p:blipFill>
        <p:spPr>
          <a:xfrm>
            <a:off x="5508104" y="987574"/>
            <a:ext cx="3448205" cy="2067177"/>
          </a:xfrm>
          <a:prstGeom prst="rect">
            <a:avLst/>
          </a:prstGeom>
        </p:spPr>
      </p:pic>
      <p:sp>
        <p:nvSpPr>
          <p:cNvPr id="5" name="矩形 4"/>
          <p:cNvSpPr/>
          <p:nvPr/>
        </p:nvSpPr>
        <p:spPr>
          <a:xfrm>
            <a:off x="251520" y="1203598"/>
            <a:ext cx="5184576" cy="1440160"/>
          </a:xfrm>
          <a:prstGeom prst="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p:cNvSpPr/>
          <p:nvPr/>
        </p:nvSpPr>
        <p:spPr>
          <a:xfrm>
            <a:off x="6660232" y="987574"/>
            <a:ext cx="2368085" cy="360040"/>
          </a:xfrm>
          <a:prstGeom prst="ellipse">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 name="直接箭头连接符 7"/>
          <p:cNvCxnSpPr>
            <a:stCxn id="5" idx="3"/>
            <a:endCxn id="6" idx="4"/>
          </p:cNvCxnSpPr>
          <p:nvPr/>
        </p:nvCxnSpPr>
        <p:spPr>
          <a:xfrm flipV="1">
            <a:off x="5436096" y="1347614"/>
            <a:ext cx="2408179" cy="576064"/>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9" name="圆角矩形 8"/>
          <p:cNvSpPr/>
          <p:nvPr/>
        </p:nvSpPr>
        <p:spPr>
          <a:xfrm>
            <a:off x="179512" y="2643758"/>
            <a:ext cx="5256584" cy="1080120"/>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p:cNvSpPr/>
          <p:nvPr/>
        </p:nvSpPr>
        <p:spPr>
          <a:xfrm>
            <a:off x="5652120" y="915566"/>
            <a:ext cx="936104" cy="43204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箭头连接符 11"/>
          <p:cNvCxnSpPr>
            <a:cxnSpLocks/>
            <a:stCxn id="9" idx="3"/>
            <a:endCxn id="10" idx="4"/>
          </p:cNvCxnSpPr>
          <p:nvPr/>
        </p:nvCxnSpPr>
        <p:spPr>
          <a:xfrm flipV="1">
            <a:off x="5436096" y="1347614"/>
            <a:ext cx="684076" cy="1836204"/>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 name="圆角矩形 12"/>
          <p:cNvSpPr/>
          <p:nvPr/>
        </p:nvSpPr>
        <p:spPr>
          <a:xfrm>
            <a:off x="179512" y="3723878"/>
            <a:ext cx="2448944" cy="1152128"/>
          </a:xfrm>
          <a:prstGeom prst="roundRect">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5508104" y="915566"/>
            <a:ext cx="432048" cy="2304256"/>
          </a:xfrm>
          <a:prstGeom prst="ellipse">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6" name="直接箭头连接符 15"/>
          <p:cNvCxnSpPr>
            <a:stCxn id="13" idx="3"/>
            <a:endCxn id="14" idx="4"/>
          </p:cNvCxnSpPr>
          <p:nvPr/>
        </p:nvCxnSpPr>
        <p:spPr>
          <a:xfrm flipV="1">
            <a:off x="2628456" y="3219822"/>
            <a:ext cx="3095672" cy="1080120"/>
          </a:xfrm>
          <a:prstGeom prst="straightConnector1">
            <a:avLst/>
          </a:prstGeom>
          <a:ln>
            <a:solidFill>
              <a:srgbClr val="0070C0"/>
            </a:solidFill>
            <a:tailEnd type="triangle"/>
          </a:ln>
        </p:spPr>
        <p:style>
          <a:lnRef idx="1">
            <a:schemeClr val="accent1"/>
          </a:lnRef>
          <a:fillRef idx="0">
            <a:schemeClr val="accent1"/>
          </a:fillRef>
          <a:effectRef idx="0">
            <a:schemeClr val="accent1"/>
          </a:effectRef>
          <a:fontRef idx="minor">
            <a:schemeClr val="tx1"/>
          </a:fontRef>
        </p:style>
      </p:cxnSp>
      <p:sp>
        <p:nvSpPr>
          <p:cNvPr id="15" name="文本框 14"/>
          <p:cNvSpPr txBox="1"/>
          <p:nvPr/>
        </p:nvSpPr>
        <p:spPr>
          <a:xfrm>
            <a:off x="611380" y="115457"/>
            <a:ext cx="30245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十字链表存储结构的定义</a:t>
            </a:r>
          </a:p>
        </p:txBody>
      </p:sp>
    </p:spTree>
    <p:extLst>
      <p:ext uri="{BB962C8B-B14F-4D97-AF65-F5344CB8AC3E}">
        <p14:creationId xmlns:p14="http://schemas.microsoft.com/office/powerpoint/2010/main" val="1364382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Effect transition="in" filter="fade">
                                      <p:cBhvr>
                                        <p:cTn id="13" dur="1000"/>
                                        <p:tgtEl>
                                          <p:spTgt spid="3">
                                            <p:txEl>
                                              <p:pRg st="1" end="1"/>
                                            </p:txEl>
                                          </p:spTgt>
                                        </p:tgtEl>
                                      </p:cBhvr>
                                    </p:animEffect>
                                    <p:anim calcmode="lin" valueType="num">
                                      <p:cBhvr>
                                        <p:cTn id="14"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
                                            <p:txEl>
                                              <p:pRg st="1" end="1"/>
                                            </p:txEl>
                                          </p:spTgt>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0"/>
                                  </p:stCondLst>
                                  <p:childTnLst>
                                    <p:set>
                                      <p:cBhvr>
                                        <p:cTn id="17" dur="1" fill="hold">
                                          <p:stCondLst>
                                            <p:cond delay="0"/>
                                          </p:stCondLst>
                                        </p:cTn>
                                        <p:tgtEl>
                                          <p:spTgt spid="3">
                                            <p:txEl>
                                              <p:pRg st="2" end="2"/>
                                            </p:txEl>
                                          </p:spTgt>
                                        </p:tgtEl>
                                        <p:attrNameLst>
                                          <p:attrName>style.visibility</p:attrName>
                                        </p:attrNameLst>
                                      </p:cBhvr>
                                      <p:to>
                                        <p:strVal val="visible"/>
                                      </p:to>
                                    </p:set>
                                    <p:animEffect transition="in" filter="fade">
                                      <p:cBhvr>
                                        <p:cTn id="18" dur="1000"/>
                                        <p:tgtEl>
                                          <p:spTgt spid="3">
                                            <p:txEl>
                                              <p:pRg st="2" end="2"/>
                                            </p:txEl>
                                          </p:spTgt>
                                        </p:tgtEl>
                                      </p:cBhvr>
                                    </p:animEffect>
                                    <p:anim calcmode="lin" valueType="num">
                                      <p:cBhvr>
                                        <p:cTn id="19"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0" dur="1000" fill="hold"/>
                                        <p:tgtEl>
                                          <p:spTgt spid="3">
                                            <p:txEl>
                                              <p:pRg st="2" end="2"/>
                                            </p:txEl>
                                          </p:spTgt>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animEffect transition="in" filter="fade">
                                      <p:cBhvr>
                                        <p:cTn id="23" dur="1000"/>
                                        <p:tgtEl>
                                          <p:spTgt spid="3">
                                            <p:txEl>
                                              <p:pRg st="3" end="3"/>
                                            </p:txEl>
                                          </p:spTgt>
                                        </p:tgtEl>
                                      </p:cBhvr>
                                    </p:animEffect>
                                    <p:anim calcmode="lin" valueType="num">
                                      <p:cBhvr>
                                        <p:cTn id="24"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5" dur="1000" fill="hold"/>
                                        <p:tgtEl>
                                          <p:spTgt spid="3">
                                            <p:txEl>
                                              <p:pRg st="3" end="3"/>
                                            </p:txEl>
                                          </p:spTgt>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3">
                                            <p:txEl>
                                              <p:pRg st="5" end="5"/>
                                            </p:txEl>
                                          </p:spTgt>
                                        </p:tgtEl>
                                        <p:attrNameLst>
                                          <p:attrName>style.visibility</p:attrName>
                                        </p:attrNameLst>
                                      </p:cBhvr>
                                      <p:to>
                                        <p:strVal val="visible"/>
                                      </p:to>
                                    </p:set>
                                    <p:animEffect transition="in" filter="fade">
                                      <p:cBhvr>
                                        <p:cTn id="33" dur="1000"/>
                                        <p:tgtEl>
                                          <p:spTgt spid="3">
                                            <p:txEl>
                                              <p:pRg st="5" end="5"/>
                                            </p:txEl>
                                          </p:spTgt>
                                        </p:tgtEl>
                                      </p:cBhvr>
                                    </p:animEffect>
                                    <p:anim calcmode="lin" valueType="num">
                                      <p:cBhvr>
                                        <p:cTn id="34"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35" dur="1000" fill="hold"/>
                                        <p:tgtEl>
                                          <p:spTgt spid="3">
                                            <p:txEl>
                                              <p:pRg st="5" end="5"/>
                                            </p:txEl>
                                          </p:spTgt>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3">
                                            <p:txEl>
                                              <p:pRg st="6" end="6"/>
                                            </p:txEl>
                                          </p:spTgt>
                                        </p:tgtEl>
                                        <p:attrNameLst>
                                          <p:attrName>style.visibility</p:attrName>
                                        </p:attrNameLst>
                                      </p:cBhvr>
                                      <p:to>
                                        <p:strVal val="visible"/>
                                      </p:to>
                                    </p:set>
                                    <p:animEffect transition="in" filter="fade">
                                      <p:cBhvr>
                                        <p:cTn id="38" dur="1000"/>
                                        <p:tgtEl>
                                          <p:spTgt spid="3">
                                            <p:txEl>
                                              <p:pRg st="6" end="6"/>
                                            </p:txEl>
                                          </p:spTgt>
                                        </p:tgtEl>
                                      </p:cBhvr>
                                    </p:animEffect>
                                    <p:anim calcmode="lin" valueType="num">
                                      <p:cBhvr>
                                        <p:cTn id="39"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40" dur="1000" fill="hold"/>
                                        <p:tgtEl>
                                          <p:spTgt spid="3">
                                            <p:txEl>
                                              <p:pRg st="6" end="6"/>
                                            </p:txEl>
                                          </p:spTgt>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3">
                                            <p:txEl>
                                              <p:pRg st="7" end="7"/>
                                            </p:txEl>
                                          </p:spTgt>
                                        </p:tgtEl>
                                        <p:attrNameLst>
                                          <p:attrName>style.visibility</p:attrName>
                                        </p:attrNameLst>
                                      </p:cBhvr>
                                      <p:to>
                                        <p:strVal val="visible"/>
                                      </p:to>
                                    </p:set>
                                    <p:animEffect transition="in" filter="fade">
                                      <p:cBhvr>
                                        <p:cTn id="43" dur="1000"/>
                                        <p:tgtEl>
                                          <p:spTgt spid="3">
                                            <p:txEl>
                                              <p:pRg st="7" end="7"/>
                                            </p:txEl>
                                          </p:spTgt>
                                        </p:tgtEl>
                                      </p:cBhvr>
                                    </p:animEffect>
                                    <p:anim calcmode="lin" valueType="num">
                                      <p:cBhvr>
                                        <p:cTn id="44"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45"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additive="base">
                                        <p:cTn id="50" dur="500" fill="hold"/>
                                        <p:tgtEl>
                                          <p:spTgt spid="5"/>
                                        </p:tgtEl>
                                        <p:attrNameLst>
                                          <p:attrName>ppt_x</p:attrName>
                                        </p:attrNameLst>
                                      </p:cBhvr>
                                      <p:tavLst>
                                        <p:tav tm="0">
                                          <p:val>
                                            <p:strVal val="#ppt_x"/>
                                          </p:val>
                                        </p:tav>
                                        <p:tav tm="100000">
                                          <p:val>
                                            <p:strVal val="#ppt_x"/>
                                          </p:val>
                                        </p:tav>
                                      </p:tavLst>
                                    </p:anim>
                                    <p:anim calcmode="lin" valueType="num">
                                      <p:cBhvr additive="base">
                                        <p:cTn id="51" dur="500" fill="hold"/>
                                        <p:tgtEl>
                                          <p:spTgt spid="5"/>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8"/>
                                        </p:tgtEl>
                                        <p:attrNameLst>
                                          <p:attrName>style.visibility</p:attrName>
                                        </p:attrNameLst>
                                      </p:cBhvr>
                                      <p:to>
                                        <p:strVal val="visible"/>
                                      </p:to>
                                    </p:set>
                                    <p:anim calcmode="lin" valueType="num">
                                      <p:cBhvr additive="base">
                                        <p:cTn id="54" dur="500" fill="hold"/>
                                        <p:tgtEl>
                                          <p:spTgt spid="8"/>
                                        </p:tgtEl>
                                        <p:attrNameLst>
                                          <p:attrName>ppt_x</p:attrName>
                                        </p:attrNameLst>
                                      </p:cBhvr>
                                      <p:tavLst>
                                        <p:tav tm="0">
                                          <p:val>
                                            <p:strVal val="#ppt_x"/>
                                          </p:val>
                                        </p:tav>
                                        <p:tav tm="100000">
                                          <p:val>
                                            <p:strVal val="#ppt_x"/>
                                          </p:val>
                                        </p:tav>
                                      </p:tavLst>
                                    </p:anim>
                                    <p:anim calcmode="lin" valueType="num">
                                      <p:cBhvr additive="base">
                                        <p:cTn id="55" dur="500" fill="hold"/>
                                        <p:tgtEl>
                                          <p:spTgt spid="8"/>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500" fill="hold"/>
                                        <p:tgtEl>
                                          <p:spTgt spid="6"/>
                                        </p:tgtEl>
                                        <p:attrNameLst>
                                          <p:attrName>ppt_x</p:attrName>
                                        </p:attrNameLst>
                                      </p:cBhvr>
                                      <p:tavLst>
                                        <p:tav tm="0">
                                          <p:val>
                                            <p:strVal val="#ppt_x"/>
                                          </p:val>
                                        </p:tav>
                                        <p:tav tm="100000">
                                          <p:val>
                                            <p:strVal val="#ppt_x"/>
                                          </p:val>
                                        </p:tav>
                                      </p:tavLst>
                                    </p:anim>
                                    <p:anim calcmode="lin" valueType="num">
                                      <p:cBhvr additive="base">
                                        <p:cTn id="59"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nodeType="clickEffect">
                                  <p:stCondLst>
                                    <p:cond delay="0"/>
                                  </p:stCondLst>
                                  <p:childTnLst>
                                    <p:set>
                                      <p:cBhvr>
                                        <p:cTn id="63" dur="1" fill="hold">
                                          <p:stCondLst>
                                            <p:cond delay="0"/>
                                          </p:stCondLst>
                                        </p:cTn>
                                        <p:tgtEl>
                                          <p:spTgt spid="3">
                                            <p:txEl>
                                              <p:pRg st="8" end="8"/>
                                            </p:txEl>
                                          </p:spTgt>
                                        </p:tgtEl>
                                        <p:attrNameLst>
                                          <p:attrName>style.visibility</p:attrName>
                                        </p:attrNameLst>
                                      </p:cBhvr>
                                      <p:to>
                                        <p:strVal val="visible"/>
                                      </p:to>
                                    </p:set>
                                    <p:anim calcmode="lin" valueType="num">
                                      <p:cBhvr additive="base">
                                        <p:cTn id="64"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65" dur="500" fill="hold"/>
                                        <p:tgtEl>
                                          <p:spTgt spid="3">
                                            <p:txEl>
                                              <p:pRg st="8" end="8"/>
                                            </p:txEl>
                                          </p:spTgt>
                                        </p:tgtEl>
                                        <p:attrNameLst>
                                          <p:attrName>ppt_y</p:attrName>
                                        </p:attrNameLst>
                                      </p:cBhvr>
                                      <p:tavLst>
                                        <p:tav tm="0">
                                          <p:val>
                                            <p:strVal val="1+#ppt_h/2"/>
                                          </p:val>
                                        </p:tav>
                                        <p:tav tm="100000">
                                          <p:val>
                                            <p:strVal val="#ppt_y"/>
                                          </p:val>
                                        </p:tav>
                                      </p:tavLst>
                                    </p:anim>
                                  </p:childTnLst>
                                </p:cTn>
                              </p:par>
                              <p:par>
                                <p:cTn id="66" presetID="2" presetClass="entr" presetSubtype="4" fill="hold" nodeType="withEffect">
                                  <p:stCondLst>
                                    <p:cond delay="0"/>
                                  </p:stCondLst>
                                  <p:childTnLst>
                                    <p:set>
                                      <p:cBhvr>
                                        <p:cTn id="67" dur="1" fill="hold">
                                          <p:stCondLst>
                                            <p:cond delay="0"/>
                                          </p:stCondLst>
                                        </p:cTn>
                                        <p:tgtEl>
                                          <p:spTgt spid="3">
                                            <p:txEl>
                                              <p:pRg st="9" end="9"/>
                                            </p:txEl>
                                          </p:spTgt>
                                        </p:tgtEl>
                                        <p:attrNameLst>
                                          <p:attrName>style.visibility</p:attrName>
                                        </p:attrNameLst>
                                      </p:cBhvr>
                                      <p:to>
                                        <p:strVal val="visible"/>
                                      </p:to>
                                    </p:set>
                                    <p:anim calcmode="lin" valueType="num">
                                      <p:cBhvr additive="base">
                                        <p:cTn id="68"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9" dur="500" fill="hold"/>
                                        <p:tgtEl>
                                          <p:spTgt spid="3">
                                            <p:txEl>
                                              <p:pRg st="9" end="9"/>
                                            </p:txEl>
                                          </p:spTgt>
                                        </p:tgtEl>
                                        <p:attrNameLst>
                                          <p:attrName>ppt_y</p:attrName>
                                        </p:attrNameLst>
                                      </p:cBhvr>
                                      <p:tavLst>
                                        <p:tav tm="0">
                                          <p:val>
                                            <p:strVal val="1+#ppt_h/2"/>
                                          </p:val>
                                        </p:tav>
                                        <p:tav tm="100000">
                                          <p:val>
                                            <p:strVal val="#ppt_y"/>
                                          </p:val>
                                        </p:tav>
                                      </p:tavLst>
                                    </p:anim>
                                  </p:childTnLst>
                                </p:cTn>
                              </p:par>
                              <p:par>
                                <p:cTn id="70" presetID="2" presetClass="entr" presetSubtype="4" fill="hold" nodeType="withEffect">
                                  <p:stCondLst>
                                    <p:cond delay="0"/>
                                  </p:stCondLst>
                                  <p:childTnLst>
                                    <p:set>
                                      <p:cBhvr>
                                        <p:cTn id="71" dur="1" fill="hold">
                                          <p:stCondLst>
                                            <p:cond delay="0"/>
                                          </p:stCondLst>
                                        </p:cTn>
                                        <p:tgtEl>
                                          <p:spTgt spid="3">
                                            <p:txEl>
                                              <p:pRg st="10" end="10"/>
                                            </p:txEl>
                                          </p:spTgt>
                                        </p:tgtEl>
                                        <p:attrNameLst>
                                          <p:attrName>style.visibility</p:attrName>
                                        </p:attrNameLst>
                                      </p:cBhvr>
                                      <p:to>
                                        <p:strVal val="visible"/>
                                      </p:to>
                                    </p:set>
                                    <p:anim calcmode="lin" valueType="num">
                                      <p:cBhvr additive="base">
                                        <p:cTn id="72"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73" dur="500" fill="hold"/>
                                        <p:tgtEl>
                                          <p:spTgt spid="3">
                                            <p:txEl>
                                              <p:pRg st="10" end="10"/>
                                            </p:txEl>
                                          </p:spTgt>
                                        </p:tgtEl>
                                        <p:attrNameLst>
                                          <p:attrName>ppt_y</p:attrName>
                                        </p:attrNameLst>
                                      </p:cBhvr>
                                      <p:tavLst>
                                        <p:tav tm="0">
                                          <p:val>
                                            <p:strVal val="1+#ppt_h/2"/>
                                          </p:val>
                                        </p:tav>
                                        <p:tav tm="100000">
                                          <p:val>
                                            <p:strVal val="#ppt_y"/>
                                          </p:val>
                                        </p:tav>
                                      </p:tavLst>
                                    </p:anim>
                                  </p:childTnLst>
                                </p:cTn>
                              </p:par>
                              <p:par>
                                <p:cTn id="74" presetID="2" presetClass="entr" presetSubtype="4" fill="hold" nodeType="withEffect">
                                  <p:stCondLst>
                                    <p:cond delay="0"/>
                                  </p:stCondLst>
                                  <p:childTnLst>
                                    <p:set>
                                      <p:cBhvr>
                                        <p:cTn id="75" dur="1" fill="hold">
                                          <p:stCondLst>
                                            <p:cond delay="0"/>
                                          </p:stCondLst>
                                        </p:cTn>
                                        <p:tgtEl>
                                          <p:spTgt spid="3">
                                            <p:txEl>
                                              <p:pRg st="11" end="11"/>
                                            </p:txEl>
                                          </p:spTgt>
                                        </p:tgtEl>
                                        <p:attrNameLst>
                                          <p:attrName>style.visibility</p:attrName>
                                        </p:attrNameLst>
                                      </p:cBhvr>
                                      <p:to>
                                        <p:strVal val="visible"/>
                                      </p:to>
                                    </p:set>
                                    <p:anim calcmode="lin" valueType="num">
                                      <p:cBhvr additive="base">
                                        <p:cTn id="76"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77" dur="500" fill="hold"/>
                                        <p:tgtEl>
                                          <p:spTgt spid="3">
                                            <p:txEl>
                                              <p:pRg st="11" end="11"/>
                                            </p:txEl>
                                          </p:spTgt>
                                        </p:tgtEl>
                                        <p:attrNameLst>
                                          <p:attrName>ppt_y</p:attrName>
                                        </p:attrNameLst>
                                      </p:cBhvr>
                                      <p:tavLst>
                                        <p:tav tm="0">
                                          <p:val>
                                            <p:strVal val="1+#ppt_h/2"/>
                                          </p:val>
                                        </p:tav>
                                        <p:tav tm="100000">
                                          <p:val>
                                            <p:strVal val="#ppt_y"/>
                                          </p:val>
                                        </p:tav>
                                      </p:tavLst>
                                    </p:anim>
                                  </p:childTnLst>
                                </p:cTn>
                              </p:par>
                              <p:par>
                                <p:cTn id="78" presetID="2" presetClass="entr" presetSubtype="4" fill="hold" nodeType="withEffect">
                                  <p:stCondLst>
                                    <p:cond delay="0"/>
                                  </p:stCondLst>
                                  <p:childTnLst>
                                    <p:set>
                                      <p:cBhvr>
                                        <p:cTn id="79" dur="1" fill="hold">
                                          <p:stCondLst>
                                            <p:cond delay="0"/>
                                          </p:stCondLst>
                                        </p:cTn>
                                        <p:tgtEl>
                                          <p:spTgt spid="3">
                                            <p:txEl>
                                              <p:pRg st="12" end="12"/>
                                            </p:txEl>
                                          </p:spTgt>
                                        </p:tgtEl>
                                        <p:attrNameLst>
                                          <p:attrName>style.visibility</p:attrName>
                                        </p:attrNameLst>
                                      </p:cBhvr>
                                      <p:to>
                                        <p:strVal val="visible"/>
                                      </p:to>
                                    </p:set>
                                    <p:anim calcmode="lin" valueType="num">
                                      <p:cBhvr additive="base">
                                        <p:cTn id="80"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81"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500" fill="hold"/>
                                        <p:tgtEl>
                                          <p:spTgt spid="9"/>
                                        </p:tgtEl>
                                        <p:attrNameLst>
                                          <p:attrName>ppt_x</p:attrName>
                                        </p:attrNameLst>
                                      </p:cBhvr>
                                      <p:tavLst>
                                        <p:tav tm="0">
                                          <p:val>
                                            <p:strVal val="#ppt_x"/>
                                          </p:val>
                                        </p:tav>
                                        <p:tav tm="100000">
                                          <p:val>
                                            <p:strVal val="#ppt_x"/>
                                          </p:val>
                                        </p:tav>
                                      </p:tavLst>
                                    </p:anim>
                                    <p:anim calcmode="lin" valueType="num">
                                      <p:cBhvr additive="base">
                                        <p:cTn id="87" dur="500" fill="hold"/>
                                        <p:tgtEl>
                                          <p:spTgt spid="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500" fill="hold"/>
                                        <p:tgtEl>
                                          <p:spTgt spid="12"/>
                                        </p:tgtEl>
                                        <p:attrNameLst>
                                          <p:attrName>ppt_x</p:attrName>
                                        </p:attrNameLst>
                                      </p:cBhvr>
                                      <p:tavLst>
                                        <p:tav tm="0">
                                          <p:val>
                                            <p:strVal val="#ppt_x"/>
                                          </p:val>
                                        </p:tav>
                                        <p:tav tm="100000">
                                          <p:val>
                                            <p:strVal val="#ppt_x"/>
                                          </p:val>
                                        </p:tav>
                                      </p:tavLst>
                                    </p:anim>
                                    <p:anim calcmode="lin" valueType="num">
                                      <p:cBhvr additive="base">
                                        <p:cTn id="91" dur="5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10"/>
                                        </p:tgtEl>
                                        <p:attrNameLst>
                                          <p:attrName>style.visibility</p:attrName>
                                        </p:attrNameLst>
                                      </p:cBhvr>
                                      <p:to>
                                        <p:strVal val="visible"/>
                                      </p:to>
                                    </p:set>
                                    <p:anim calcmode="lin" valueType="num">
                                      <p:cBhvr additive="base">
                                        <p:cTn id="94" dur="500" fill="hold"/>
                                        <p:tgtEl>
                                          <p:spTgt spid="10"/>
                                        </p:tgtEl>
                                        <p:attrNameLst>
                                          <p:attrName>ppt_x</p:attrName>
                                        </p:attrNameLst>
                                      </p:cBhvr>
                                      <p:tavLst>
                                        <p:tav tm="0">
                                          <p:val>
                                            <p:strVal val="#ppt_x"/>
                                          </p:val>
                                        </p:tav>
                                        <p:tav tm="100000">
                                          <p:val>
                                            <p:strVal val="#ppt_x"/>
                                          </p:val>
                                        </p:tav>
                                      </p:tavLst>
                                    </p:anim>
                                    <p:anim calcmode="lin" valueType="num">
                                      <p:cBhvr additive="base">
                                        <p:cTn id="95"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2" presetClass="entr" presetSubtype="4" fill="hold" nodeType="clickEffect">
                                  <p:stCondLst>
                                    <p:cond delay="0"/>
                                  </p:stCondLst>
                                  <p:childTnLst>
                                    <p:set>
                                      <p:cBhvr>
                                        <p:cTn id="99" dur="1" fill="hold">
                                          <p:stCondLst>
                                            <p:cond delay="0"/>
                                          </p:stCondLst>
                                        </p:cTn>
                                        <p:tgtEl>
                                          <p:spTgt spid="3">
                                            <p:txEl>
                                              <p:pRg st="13" end="13"/>
                                            </p:txEl>
                                          </p:spTgt>
                                        </p:tgtEl>
                                        <p:attrNameLst>
                                          <p:attrName>style.visibility</p:attrName>
                                        </p:attrNameLst>
                                      </p:cBhvr>
                                      <p:to>
                                        <p:strVal val="visible"/>
                                      </p:to>
                                    </p:set>
                                    <p:anim calcmode="lin" valueType="num">
                                      <p:cBhvr additive="base">
                                        <p:cTn id="100" dur="500" fill="hold"/>
                                        <p:tgtEl>
                                          <p:spTgt spid="3">
                                            <p:txEl>
                                              <p:pRg st="13" end="13"/>
                                            </p:txEl>
                                          </p:spTgt>
                                        </p:tgtEl>
                                        <p:attrNameLst>
                                          <p:attrName>ppt_x</p:attrName>
                                        </p:attrNameLst>
                                      </p:cBhvr>
                                      <p:tavLst>
                                        <p:tav tm="0">
                                          <p:val>
                                            <p:strVal val="#ppt_x"/>
                                          </p:val>
                                        </p:tav>
                                        <p:tav tm="100000">
                                          <p:val>
                                            <p:strVal val="#ppt_x"/>
                                          </p:val>
                                        </p:tav>
                                      </p:tavLst>
                                    </p:anim>
                                    <p:anim calcmode="lin" valueType="num">
                                      <p:cBhvr additive="base">
                                        <p:cTn id="101" dur="500" fill="hold"/>
                                        <p:tgtEl>
                                          <p:spTgt spid="3">
                                            <p:txEl>
                                              <p:pRg st="13" end="13"/>
                                            </p:txEl>
                                          </p:spTgt>
                                        </p:tgtEl>
                                        <p:attrNameLst>
                                          <p:attrName>ppt_y</p:attrName>
                                        </p:attrNameLst>
                                      </p:cBhvr>
                                      <p:tavLst>
                                        <p:tav tm="0">
                                          <p:val>
                                            <p:strVal val="1+#ppt_h/2"/>
                                          </p:val>
                                        </p:tav>
                                        <p:tav tm="100000">
                                          <p:val>
                                            <p:strVal val="#ppt_y"/>
                                          </p:val>
                                        </p:tav>
                                      </p:tavLst>
                                    </p:anim>
                                  </p:childTnLst>
                                </p:cTn>
                              </p:par>
                              <p:par>
                                <p:cTn id="102" presetID="2" presetClass="entr" presetSubtype="4" fill="hold" nodeType="withEffect">
                                  <p:stCondLst>
                                    <p:cond delay="0"/>
                                  </p:stCondLst>
                                  <p:childTnLst>
                                    <p:set>
                                      <p:cBhvr>
                                        <p:cTn id="103" dur="1" fill="hold">
                                          <p:stCondLst>
                                            <p:cond delay="0"/>
                                          </p:stCondLst>
                                        </p:cTn>
                                        <p:tgtEl>
                                          <p:spTgt spid="3">
                                            <p:txEl>
                                              <p:pRg st="14" end="14"/>
                                            </p:txEl>
                                          </p:spTgt>
                                        </p:tgtEl>
                                        <p:attrNameLst>
                                          <p:attrName>style.visibility</p:attrName>
                                        </p:attrNameLst>
                                      </p:cBhvr>
                                      <p:to>
                                        <p:strVal val="visible"/>
                                      </p:to>
                                    </p:set>
                                    <p:anim calcmode="lin" valueType="num">
                                      <p:cBhvr additive="base">
                                        <p:cTn id="104" dur="500" fill="hold"/>
                                        <p:tgtEl>
                                          <p:spTgt spid="3">
                                            <p:txEl>
                                              <p:pRg st="14" end="14"/>
                                            </p:txEl>
                                          </p:spTgt>
                                        </p:tgtEl>
                                        <p:attrNameLst>
                                          <p:attrName>ppt_x</p:attrName>
                                        </p:attrNameLst>
                                      </p:cBhvr>
                                      <p:tavLst>
                                        <p:tav tm="0">
                                          <p:val>
                                            <p:strVal val="#ppt_x"/>
                                          </p:val>
                                        </p:tav>
                                        <p:tav tm="100000">
                                          <p:val>
                                            <p:strVal val="#ppt_x"/>
                                          </p:val>
                                        </p:tav>
                                      </p:tavLst>
                                    </p:anim>
                                    <p:anim calcmode="lin" valueType="num">
                                      <p:cBhvr additive="base">
                                        <p:cTn id="105" dur="500" fill="hold"/>
                                        <p:tgtEl>
                                          <p:spTgt spid="3">
                                            <p:txEl>
                                              <p:pRg st="14" end="14"/>
                                            </p:txEl>
                                          </p:spTgt>
                                        </p:tgtEl>
                                        <p:attrNameLst>
                                          <p:attrName>ppt_y</p:attrName>
                                        </p:attrNameLst>
                                      </p:cBhvr>
                                      <p:tavLst>
                                        <p:tav tm="0">
                                          <p:val>
                                            <p:strVal val="1+#ppt_h/2"/>
                                          </p:val>
                                        </p:tav>
                                        <p:tav tm="100000">
                                          <p:val>
                                            <p:strVal val="#ppt_y"/>
                                          </p:val>
                                        </p:tav>
                                      </p:tavLst>
                                    </p:anim>
                                  </p:childTnLst>
                                </p:cTn>
                              </p:par>
                              <p:par>
                                <p:cTn id="106" presetID="2" presetClass="entr" presetSubtype="4" fill="hold" nodeType="withEffect">
                                  <p:stCondLst>
                                    <p:cond delay="0"/>
                                  </p:stCondLst>
                                  <p:childTnLst>
                                    <p:set>
                                      <p:cBhvr>
                                        <p:cTn id="107" dur="1" fill="hold">
                                          <p:stCondLst>
                                            <p:cond delay="0"/>
                                          </p:stCondLst>
                                        </p:cTn>
                                        <p:tgtEl>
                                          <p:spTgt spid="3">
                                            <p:txEl>
                                              <p:pRg st="15" end="15"/>
                                            </p:txEl>
                                          </p:spTgt>
                                        </p:tgtEl>
                                        <p:attrNameLst>
                                          <p:attrName>style.visibility</p:attrName>
                                        </p:attrNameLst>
                                      </p:cBhvr>
                                      <p:to>
                                        <p:strVal val="visible"/>
                                      </p:to>
                                    </p:set>
                                    <p:anim calcmode="lin" valueType="num">
                                      <p:cBhvr additive="base">
                                        <p:cTn id="108" dur="500" fill="hold"/>
                                        <p:tgtEl>
                                          <p:spTgt spid="3">
                                            <p:txEl>
                                              <p:pRg st="15" end="15"/>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
                                            <p:txEl>
                                              <p:pRg st="15" end="15"/>
                                            </p:txEl>
                                          </p:spTgt>
                                        </p:tgtEl>
                                        <p:attrNameLst>
                                          <p:attrName>ppt_y</p:attrName>
                                        </p:attrNameLst>
                                      </p:cBhvr>
                                      <p:tavLst>
                                        <p:tav tm="0">
                                          <p:val>
                                            <p:strVal val="1+#ppt_h/2"/>
                                          </p:val>
                                        </p:tav>
                                        <p:tav tm="100000">
                                          <p:val>
                                            <p:strVal val="#ppt_y"/>
                                          </p:val>
                                        </p:tav>
                                      </p:tavLst>
                                    </p:anim>
                                  </p:childTnLst>
                                </p:cTn>
                              </p:par>
                              <p:par>
                                <p:cTn id="110" presetID="2" presetClass="entr" presetSubtype="4" fill="hold" nodeType="withEffect">
                                  <p:stCondLst>
                                    <p:cond delay="0"/>
                                  </p:stCondLst>
                                  <p:childTnLst>
                                    <p:set>
                                      <p:cBhvr>
                                        <p:cTn id="111" dur="1" fill="hold">
                                          <p:stCondLst>
                                            <p:cond delay="0"/>
                                          </p:stCondLst>
                                        </p:cTn>
                                        <p:tgtEl>
                                          <p:spTgt spid="3">
                                            <p:txEl>
                                              <p:pRg st="16" end="16"/>
                                            </p:txEl>
                                          </p:spTgt>
                                        </p:tgtEl>
                                        <p:attrNameLst>
                                          <p:attrName>style.visibility</p:attrName>
                                        </p:attrNameLst>
                                      </p:cBhvr>
                                      <p:to>
                                        <p:strVal val="visible"/>
                                      </p:to>
                                    </p:set>
                                    <p:anim calcmode="lin" valueType="num">
                                      <p:cBhvr additive="base">
                                        <p:cTn id="112" dur="500" fill="hold"/>
                                        <p:tgtEl>
                                          <p:spTgt spid="3">
                                            <p:txEl>
                                              <p:pRg st="16" end="16"/>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3">
                                            <p:txEl>
                                              <p:pRg st="16" end="16"/>
                                            </p:txEl>
                                          </p:spTgt>
                                        </p:tgtEl>
                                        <p:attrNameLst>
                                          <p:attrName>ppt_y</p:attrName>
                                        </p:attrNameLst>
                                      </p:cBhvr>
                                      <p:tavLst>
                                        <p:tav tm="0">
                                          <p:val>
                                            <p:strVal val="1+#ppt_h/2"/>
                                          </p:val>
                                        </p:tav>
                                        <p:tav tm="100000">
                                          <p:val>
                                            <p:strVal val="#ppt_y"/>
                                          </p:val>
                                        </p:tav>
                                      </p:tavLst>
                                    </p:anim>
                                  </p:childTnLst>
                                </p:cTn>
                              </p:par>
                              <p:par>
                                <p:cTn id="114" presetID="2" presetClass="entr" presetSubtype="4" fill="hold" nodeType="withEffect">
                                  <p:stCondLst>
                                    <p:cond delay="0"/>
                                  </p:stCondLst>
                                  <p:childTnLst>
                                    <p:set>
                                      <p:cBhvr>
                                        <p:cTn id="115" dur="1" fill="hold">
                                          <p:stCondLst>
                                            <p:cond delay="0"/>
                                          </p:stCondLst>
                                        </p:cTn>
                                        <p:tgtEl>
                                          <p:spTgt spid="3">
                                            <p:txEl>
                                              <p:pRg st="17" end="17"/>
                                            </p:txEl>
                                          </p:spTgt>
                                        </p:tgtEl>
                                        <p:attrNameLst>
                                          <p:attrName>style.visibility</p:attrName>
                                        </p:attrNameLst>
                                      </p:cBhvr>
                                      <p:to>
                                        <p:strVal val="visible"/>
                                      </p:to>
                                    </p:set>
                                    <p:anim calcmode="lin" valueType="num">
                                      <p:cBhvr additive="base">
                                        <p:cTn id="116" dur="500" fill="hold"/>
                                        <p:tgtEl>
                                          <p:spTgt spid="3">
                                            <p:txEl>
                                              <p:pRg st="17" end="17"/>
                                            </p:txEl>
                                          </p:spTgt>
                                        </p:tgtEl>
                                        <p:attrNameLst>
                                          <p:attrName>ppt_x</p:attrName>
                                        </p:attrNameLst>
                                      </p:cBhvr>
                                      <p:tavLst>
                                        <p:tav tm="0">
                                          <p:val>
                                            <p:strVal val="#ppt_x"/>
                                          </p:val>
                                        </p:tav>
                                        <p:tav tm="100000">
                                          <p:val>
                                            <p:strVal val="#ppt_x"/>
                                          </p:val>
                                        </p:tav>
                                      </p:tavLst>
                                    </p:anim>
                                    <p:anim calcmode="lin" valueType="num">
                                      <p:cBhvr additive="base">
                                        <p:cTn id="117" dur="500" fill="hold"/>
                                        <p:tgtEl>
                                          <p:spTgt spid="3">
                                            <p:txEl>
                                              <p:pRg st="17" end="17"/>
                                            </p:txEl>
                                          </p:spTgt>
                                        </p:tgtEl>
                                        <p:attrNameLst>
                                          <p:attrName>ppt_y</p:attrName>
                                        </p:attrNameLst>
                                      </p:cBhvr>
                                      <p:tavLst>
                                        <p:tav tm="0">
                                          <p:val>
                                            <p:strVal val="1+#ppt_h/2"/>
                                          </p:val>
                                        </p:tav>
                                        <p:tav tm="100000">
                                          <p:val>
                                            <p:strVal val="#ppt_y"/>
                                          </p:val>
                                        </p:tav>
                                      </p:tavLst>
                                    </p:anim>
                                  </p:childTnLst>
                                </p:cTn>
                              </p:par>
                            </p:childTnLst>
                          </p:cTn>
                        </p:par>
                      </p:childTnLst>
                    </p:cTn>
                  </p:par>
                  <p:par>
                    <p:cTn id="118" fill="hold">
                      <p:stCondLst>
                        <p:cond delay="indefinite"/>
                      </p:stCondLst>
                      <p:childTnLst>
                        <p:par>
                          <p:cTn id="119" fill="hold">
                            <p:stCondLst>
                              <p:cond delay="0"/>
                            </p:stCondLst>
                            <p:childTnLst>
                              <p:par>
                                <p:cTn id="120" presetID="2" presetClass="entr" presetSubtype="4" fill="hold" grpId="0" nodeType="clickEffect">
                                  <p:stCondLst>
                                    <p:cond delay="0"/>
                                  </p:stCondLst>
                                  <p:childTnLst>
                                    <p:set>
                                      <p:cBhvr>
                                        <p:cTn id="121" dur="1" fill="hold">
                                          <p:stCondLst>
                                            <p:cond delay="0"/>
                                          </p:stCondLst>
                                        </p:cTn>
                                        <p:tgtEl>
                                          <p:spTgt spid="13"/>
                                        </p:tgtEl>
                                        <p:attrNameLst>
                                          <p:attrName>style.visibility</p:attrName>
                                        </p:attrNameLst>
                                      </p:cBhvr>
                                      <p:to>
                                        <p:strVal val="visible"/>
                                      </p:to>
                                    </p:set>
                                    <p:anim calcmode="lin" valueType="num">
                                      <p:cBhvr additive="base">
                                        <p:cTn id="122" dur="500" fill="hold"/>
                                        <p:tgtEl>
                                          <p:spTgt spid="13"/>
                                        </p:tgtEl>
                                        <p:attrNameLst>
                                          <p:attrName>ppt_x</p:attrName>
                                        </p:attrNameLst>
                                      </p:cBhvr>
                                      <p:tavLst>
                                        <p:tav tm="0">
                                          <p:val>
                                            <p:strVal val="#ppt_x"/>
                                          </p:val>
                                        </p:tav>
                                        <p:tav tm="100000">
                                          <p:val>
                                            <p:strVal val="#ppt_x"/>
                                          </p:val>
                                        </p:tav>
                                      </p:tavLst>
                                    </p:anim>
                                    <p:anim calcmode="lin" valueType="num">
                                      <p:cBhvr additive="base">
                                        <p:cTn id="123" dur="500" fill="hold"/>
                                        <p:tgtEl>
                                          <p:spTgt spid="13"/>
                                        </p:tgtEl>
                                        <p:attrNameLst>
                                          <p:attrName>ppt_y</p:attrName>
                                        </p:attrNameLst>
                                      </p:cBhvr>
                                      <p:tavLst>
                                        <p:tav tm="0">
                                          <p:val>
                                            <p:strVal val="1+#ppt_h/2"/>
                                          </p:val>
                                        </p:tav>
                                        <p:tav tm="100000">
                                          <p:val>
                                            <p:strVal val="#ppt_y"/>
                                          </p:val>
                                        </p:tav>
                                      </p:tavLst>
                                    </p:anim>
                                  </p:childTnLst>
                                </p:cTn>
                              </p:par>
                              <p:par>
                                <p:cTn id="124" presetID="2" presetClass="entr" presetSubtype="4" fill="hold" nodeType="withEffect">
                                  <p:stCondLst>
                                    <p:cond delay="0"/>
                                  </p:stCondLst>
                                  <p:childTnLst>
                                    <p:set>
                                      <p:cBhvr>
                                        <p:cTn id="125" dur="1" fill="hold">
                                          <p:stCondLst>
                                            <p:cond delay="0"/>
                                          </p:stCondLst>
                                        </p:cTn>
                                        <p:tgtEl>
                                          <p:spTgt spid="16"/>
                                        </p:tgtEl>
                                        <p:attrNameLst>
                                          <p:attrName>style.visibility</p:attrName>
                                        </p:attrNameLst>
                                      </p:cBhvr>
                                      <p:to>
                                        <p:strVal val="visible"/>
                                      </p:to>
                                    </p:set>
                                    <p:anim calcmode="lin" valueType="num">
                                      <p:cBhvr additive="base">
                                        <p:cTn id="126" dur="500" fill="hold"/>
                                        <p:tgtEl>
                                          <p:spTgt spid="16"/>
                                        </p:tgtEl>
                                        <p:attrNameLst>
                                          <p:attrName>ppt_x</p:attrName>
                                        </p:attrNameLst>
                                      </p:cBhvr>
                                      <p:tavLst>
                                        <p:tav tm="0">
                                          <p:val>
                                            <p:strVal val="#ppt_x"/>
                                          </p:val>
                                        </p:tav>
                                        <p:tav tm="100000">
                                          <p:val>
                                            <p:strVal val="#ppt_x"/>
                                          </p:val>
                                        </p:tav>
                                      </p:tavLst>
                                    </p:anim>
                                    <p:anim calcmode="lin" valueType="num">
                                      <p:cBhvr additive="base">
                                        <p:cTn id="127" dur="500" fill="hold"/>
                                        <p:tgtEl>
                                          <p:spTgt spid="16"/>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500" fill="hold"/>
                                        <p:tgtEl>
                                          <p:spTgt spid="14"/>
                                        </p:tgtEl>
                                        <p:attrNameLst>
                                          <p:attrName>ppt_x</p:attrName>
                                        </p:attrNameLst>
                                      </p:cBhvr>
                                      <p:tavLst>
                                        <p:tav tm="0">
                                          <p:val>
                                            <p:strVal val="#ppt_x"/>
                                          </p:val>
                                        </p:tav>
                                        <p:tav tm="100000">
                                          <p:val>
                                            <p:strVal val="#ppt_x"/>
                                          </p:val>
                                        </p:tav>
                                      </p:tavLst>
                                    </p:anim>
                                    <p:anim calcmode="lin" valueType="num">
                                      <p:cBhvr additive="base">
                                        <p:cTn id="131"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animBg="1"/>
      <p:bldP spid="13" grpId="0" animBg="1"/>
      <p:bldP spid="1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987574"/>
            <a:ext cx="8856984" cy="3507876"/>
          </a:xfrm>
        </p:spPr>
        <p:txBody>
          <a:bodyPr/>
          <a:lstStyle/>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class </a:t>
            </a:r>
            <a:r>
              <a:rPr lang="en-US" altLang="zh-CN" sz="1600" dirty="0" err="1">
                <a:latin typeface="Times New Roman" panose="02020603050405020304" pitchFamily="18" charset="0"/>
                <a:cs typeface="Times New Roman" panose="02020603050405020304" pitchFamily="18" charset="0"/>
              </a:rPr>
              <a:t>OLGraph</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private:</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XGraph</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og</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public:</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CreateGraph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n,int</a:t>
            </a:r>
            <a:r>
              <a:rPr lang="en-US" altLang="zh-CN" sz="1600" dirty="0">
                <a:latin typeface="Times New Roman" panose="02020603050405020304" pitchFamily="18" charset="0"/>
                <a:cs typeface="Times New Roman" panose="02020603050405020304" pitchFamily="18" charset="0"/>
              </a:rPr>
              <a:t> m);   //</a:t>
            </a:r>
            <a:r>
              <a:rPr lang="zh-CN" altLang="zh-CN" sz="1600" dirty="0">
                <a:latin typeface="Times New Roman" panose="02020603050405020304" pitchFamily="18" charset="0"/>
                <a:cs typeface="Times New Roman" panose="02020603050405020304" pitchFamily="18" charset="0"/>
              </a:rPr>
              <a:t>创建</a:t>
            </a:r>
            <a:r>
              <a:rPr lang="en-US" altLang="zh-CN" sz="1600" dirty="0">
                <a:latin typeface="Times New Roman" panose="02020603050405020304" pitchFamily="18" charset="0"/>
                <a:cs typeface="Times New Roman" panose="02020603050405020304" pitchFamily="18" charset="0"/>
              </a:rPr>
              <a:t>n</a:t>
            </a:r>
            <a:r>
              <a:rPr lang="zh-CN" altLang="zh-CN" sz="1600" dirty="0">
                <a:latin typeface="Times New Roman" panose="02020603050405020304" pitchFamily="18" charset="0"/>
                <a:cs typeface="Times New Roman" panose="02020603050405020304" pitchFamily="18" charset="0"/>
              </a:rPr>
              <a:t>个顶点，</a:t>
            </a:r>
            <a:r>
              <a:rPr lang="en-US" altLang="zh-CN" sz="1600" dirty="0">
                <a:latin typeface="Times New Roman" panose="02020603050405020304" pitchFamily="18" charset="0"/>
                <a:cs typeface="Times New Roman" panose="02020603050405020304" pitchFamily="18" charset="0"/>
              </a:rPr>
              <a:t>m</a:t>
            </a:r>
            <a:r>
              <a:rPr lang="zh-CN" altLang="zh-CN" sz="1600" dirty="0">
                <a:latin typeface="Times New Roman" panose="02020603050405020304" pitchFamily="18" charset="0"/>
                <a:cs typeface="Times New Roman" panose="02020603050405020304" pitchFamily="18" charset="0"/>
              </a:rPr>
              <a:t>条边的图 </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u);   //</a:t>
            </a:r>
            <a:r>
              <a:rPr lang="zh-CN" altLang="zh-CN" sz="1600" dirty="0">
                <a:latin typeface="Times New Roman" panose="02020603050405020304" pitchFamily="18" charset="0"/>
                <a:cs typeface="Times New Roman" panose="02020603050405020304" pitchFamily="18" charset="0"/>
              </a:rPr>
              <a:t>图中存在顶点</a:t>
            </a:r>
            <a:r>
              <a:rPr lang="en-US" altLang="zh-CN" sz="1600" dirty="0">
                <a:latin typeface="Times New Roman" panose="02020603050405020304" pitchFamily="18" charset="0"/>
                <a:cs typeface="Times New Roman" panose="02020603050405020304" pitchFamily="18" charset="0"/>
              </a:rPr>
              <a:t>u </a:t>
            </a:r>
            <a:r>
              <a:rPr lang="zh-CN" altLang="zh-CN" sz="1600" dirty="0">
                <a:latin typeface="Times New Roman" panose="02020603050405020304" pitchFamily="18" charset="0"/>
                <a:cs typeface="Times New Roman" panose="02020603050405020304" pitchFamily="18" charset="0"/>
              </a:rPr>
              <a:t>则返回该顶点在数组中的下标，否则返回</a:t>
            </a:r>
            <a:r>
              <a:rPr lang="en-US" altLang="zh-CN" sz="1600" dirty="0">
                <a:latin typeface="Times New Roman" panose="02020603050405020304" pitchFamily="18" charset="0"/>
                <a:cs typeface="Times New Roman" panose="02020603050405020304" pitchFamily="18" charset="0"/>
              </a:rPr>
              <a:t>-1</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InDegree</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u);     //</a:t>
            </a:r>
            <a:r>
              <a:rPr lang="zh-CN" altLang="zh-CN" sz="1600" dirty="0">
                <a:latin typeface="Times New Roman" panose="02020603050405020304" pitchFamily="18" charset="0"/>
                <a:cs typeface="Times New Roman" panose="02020603050405020304" pitchFamily="18" charset="0"/>
              </a:rPr>
              <a:t>计算顶点</a:t>
            </a:r>
            <a:r>
              <a:rPr lang="en-US" altLang="zh-CN" sz="1600" dirty="0">
                <a:latin typeface="Times New Roman" panose="02020603050405020304" pitchFamily="18" charset="0"/>
                <a:cs typeface="Times New Roman" panose="02020603050405020304" pitchFamily="18" charset="0"/>
              </a:rPr>
              <a:t>u</a:t>
            </a:r>
            <a:r>
              <a:rPr lang="zh-CN" altLang="zh-CN" sz="1600" dirty="0">
                <a:latin typeface="Times New Roman" panose="02020603050405020304" pitchFamily="18" charset="0"/>
                <a:cs typeface="Times New Roman" panose="02020603050405020304" pitchFamily="18" charset="0"/>
              </a:rPr>
              <a:t>的入度</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OutDegree</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u);    //</a:t>
            </a:r>
            <a:r>
              <a:rPr lang="zh-CN" altLang="zh-CN" sz="1600" dirty="0">
                <a:latin typeface="Times New Roman" panose="02020603050405020304" pitchFamily="18" charset="0"/>
                <a:cs typeface="Times New Roman" panose="02020603050405020304" pitchFamily="18" charset="0"/>
              </a:rPr>
              <a:t>计算顶点</a:t>
            </a:r>
            <a:r>
              <a:rPr lang="en-US" altLang="zh-CN" sz="1600" dirty="0">
                <a:latin typeface="Times New Roman" panose="02020603050405020304" pitchFamily="18" charset="0"/>
                <a:cs typeface="Times New Roman" panose="02020603050405020304" pitchFamily="18" charset="0"/>
              </a:rPr>
              <a:t>u</a:t>
            </a:r>
            <a:r>
              <a:rPr lang="zh-CN" altLang="zh-CN" sz="1600" dirty="0">
                <a:latin typeface="Times New Roman" panose="02020603050405020304" pitchFamily="18" charset="0"/>
                <a:cs typeface="Times New Roman" panose="02020603050405020304" pitchFamily="18" charset="0"/>
              </a:rPr>
              <a:t>的出度</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InsertArcGraph</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u,VElemType</a:t>
            </a:r>
            <a:r>
              <a:rPr lang="en-US" altLang="zh-CN" sz="1600" dirty="0">
                <a:latin typeface="Times New Roman" panose="02020603050405020304" pitchFamily="18" charset="0"/>
                <a:cs typeface="Times New Roman" panose="02020603050405020304" pitchFamily="18" charset="0"/>
              </a:rPr>
              <a:t> v,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info );  //</a:t>
            </a:r>
            <a:r>
              <a:rPr lang="zh-CN" altLang="zh-CN" sz="1600" dirty="0">
                <a:latin typeface="Times New Roman" panose="02020603050405020304" pitchFamily="18" charset="0"/>
                <a:cs typeface="Times New Roman" panose="02020603050405020304" pitchFamily="18" charset="0"/>
              </a:rPr>
              <a:t>插入一条边</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BFS(</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v);        //</a:t>
            </a:r>
            <a:r>
              <a:rPr lang="zh-CN" altLang="zh-CN" sz="1600" dirty="0">
                <a:latin typeface="Times New Roman" panose="02020603050405020304" pitchFamily="18" charset="0"/>
                <a:cs typeface="Times New Roman" panose="02020603050405020304" pitchFamily="18" charset="0"/>
              </a:rPr>
              <a:t>以</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为初始点的连通分量的广度优先搜索</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DFS(</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v);        //</a:t>
            </a:r>
            <a:r>
              <a:rPr lang="zh-CN" altLang="zh-CN" sz="1600" dirty="0">
                <a:latin typeface="Times New Roman" panose="02020603050405020304" pitchFamily="18" charset="0"/>
                <a:cs typeface="Times New Roman" panose="02020603050405020304" pitchFamily="18" charset="0"/>
              </a:rPr>
              <a:t>以</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为初始点的连通分量的深度优先搜索</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BFSTraverse</a:t>
            </a:r>
            <a:r>
              <a:rPr lang="en-US" altLang="zh-CN" sz="1600" dirty="0">
                <a:latin typeface="Times New Roman" panose="02020603050405020304" pitchFamily="18" charset="0"/>
                <a:cs typeface="Times New Roman" panose="02020603050405020304" pitchFamily="18" charset="0"/>
              </a:rPr>
              <a:t>( );            //</a:t>
            </a:r>
            <a:r>
              <a:rPr lang="zh-CN" altLang="zh-CN" sz="1600" dirty="0">
                <a:latin typeface="Times New Roman" panose="02020603050405020304" pitchFamily="18" charset="0"/>
                <a:cs typeface="Times New Roman" panose="02020603050405020304" pitchFamily="18" charset="0"/>
              </a:rPr>
              <a:t>图的广度优先搜索</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void </a:t>
            </a:r>
            <a:r>
              <a:rPr lang="en-US" altLang="zh-CN" sz="1600" dirty="0" err="1">
                <a:latin typeface="Times New Roman" panose="02020603050405020304" pitchFamily="18" charset="0"/>
                <a:cs typeface="Times New Roman" panose="02020603050405020304" pitchFamily="18" charset="0"/>
              </a:rPr>
              <a:t>DFSTraverse</a:t>
            </a:r>
            <a:r>
              <a:rPr lang="en-US" altLang="zh-CN" sz="1600" dirty="0">
                <a:latin typeface="Times New Roman" panose="02020603050405020304" pitchFamily="18" charset="0"/>
                <a:cs typeface="Times New Roman" panose="02020603050405020304" pitchFamily="18" charset="0"/>
              </a:rPr>
              <a:t>( );           //</a:t>
            </a:r>
            <a:r>
              <a:rPr lang="zh-CN" altLang="zh-CN" sz="1600" dirty="0">
                <a:latin typeface="Times New Roman" panose="02020603050405020304" pitchFamily="18" charset="0"/>
                <a:cs typeface="Times New Roman" panose="02020603050405020304" pitchFamily="18" charset="0"/>
              </a:rPr>
              <a:t>图的深度优先搜索</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endParaRPr lang="zh-CN" altLang="en-US" sz="16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611380" y="115457"/>
            <a:ext cx="324054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十字链表存储结构的类定义</a:t>
            </a:r>
          </a:p>
        </p:txBody>
      </p:sp>
    </p:spTree>
    <p:extLst>
      <p:ext uri="{BB962C8B-B14F-4D97-AF65-F5344CB8AC3E}">
        <p14:creationId xmlns:p14="http://schemas.microsoft.com/office/powerpoint/2010/main" val="3271764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xEl>
                                              <p:pRg st="10" end="10"/>
                                            </p:txEl>
                                          </p:spTgt>
                                        </p:tgtEl>
                                        <p:attrNameLst>
                                          <p:attrName>style.visibility</p:attrName>
                                        </p:attrNameLst>
                                      </p:cBhvr>
                                      <p:to>
                                        <p:strVal val="visible"/>
                                      </p:to>
                                    </p:set>
                                    <p:anim calcmode="lin" valueType="num">
                                      <p:cBhvr additive="base">
                                        <p:cTn id="6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
                                            <p:txEl>
                                              <p:pRg st="11" end="11"/>
                                            </p:txEl>
                                          </p:spTgt>
                                        </p:tgtEl>
                                        <p:attrNameLst>
                                          <p:attrName>style.visibility</p:attrName>
                                        </p:attrNameLst>
                                      </p:cBhvr>
                                      <p:to>
                                        <p:strVal val="visible"/>
                                      </p:to>
                                    </p:set>
                                    <p:anim calcmode="lin" valueType="num">
                                      <p:cBhvr additive="base">
                                        <p:cTn id="73"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
                                            <p:txEl>
                                              <p:pRg st="12" end="12"/>
                                            </p:txEl>
                                          </p:spTgt>
                                        </p:tgtEl>
                                        <p:attrNameLst>
                                          <p:attrName>style.visibility</p:attrName>
                                        </p:attrNameLst>
                                      </p:cBhvr>
                                      <p:to>
                                        <p:strVal val="visible"/>
                                      </p:to>
                                    </p:set>
                                    <p:anim calcmode="lin" valueType="num">
                                      <p:cBhvr additive="base">
                                        <p:cTn id="79"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3">
                                            <p:txEl>
                                              <p:pRg st="13" end="13"/>
                                            </p:txEl>
                                          </p:spTgt>
                                        </p:tgtEl>
                                        <p:attrNameLst>
                                          <p:attrName>style.visibility</p:attrName>
                                        </p:attrNameLst>
                                      </p:cBhvr>
                                      <p:to>
                                        <p:strVal val="visible"/>
                                      </p:to>
                                    </p:set>
                                    <p:anim calcmode="lin" valueType="num">
                                      <p:cBhvr additive="base">
                                        <p:cTn id="85" dur="500" fill="hold"/>
                                        <p:tgtEl>
                                          <p:spTgt spid="3">
                                            <p:txEl>
                                              <p:pRg st="13" end="13"/>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3">
                                            <p:txEl>
                                              <p:pRg st="13" end="1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251520" y="627534"/>
            <a:ext cx="6048672" cy="4939814"/>
          </a:xfrm>
          <a:prstGeom prst="rect">
            <a:avLst/>
          </a:prstGeom>
          <a:noFill/>
        </p:spPr>
        <p:txBody>
          <a:bodyPr wrap="square" rtlCol="0">
            <a:spAutoFit/>
          </a:bodyPr>
          <a:lstStyle/>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OLgraph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CreateGraph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n,int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m){</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=n;</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og.arcnum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=m;</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h,t,info</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u,v</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ArcNode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*p;</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n;i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初始化顶点数组表</a:t>
            </a: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].data;</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firstin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firstout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=NULL;</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m;i</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创建弧信息</a:t>
            </a: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cin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&gt;&gt;u&gt;&gt;v&gt;&gt;info;</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(u);     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if(t==-1){//</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在顶点数组表中插入顶点</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u</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].data=u; </a:t>
            </a: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firstin</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og.xlist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firstout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=NULL;</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og.vexnum</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p>
          <a:p>
            <a:pPr>
              <a:lnSpc>
                <a:spcPts val="1800"/>
              </a:lnSpc>
            </a:pP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2699792" y="771550"/>
            <a:ext cx="6228184" cy="3785652"/>
          </a:xfrm>
          <a:prstGeom prst="rect">
            <a:avLst/>
          </a:prstGeom>
          <a:solidFill>
            <a:schemeClr val="accent2"/>
          </a:solidFill>
        </p:spPr>
        <p:txBody>
          <a:bodyPr wrap="square" rtlCol="0">
            <a:spAutoFit/>
          </a:bodyPr>
          <a:lstStyle/>
          <a:p>
            <a:r>
              <a:rPr lang="en-US" altLang="zh-CN" sz="1600" dirty="0">
                <a:latin typeface="Times New Roman" panose="02020603050405020304" pitchFamily="18" charset="0"/>
                <a:cs typeface="Times New Roman" panose="02020603050405020304" pitchFamily="18" charset="0"/>
              </a:rPr>
              <a:t>    if(h==-1){//</a:t>
            </a:r>
            <a:r>
              <a:rPr lang="zh-CN" altLang="zh-CN" sz="1600" dirty="0">
                <a:latin typeface="Times New Roman" panose="02020603050405020304" pitchFamily="18" charset="0"/>
                <a:cs typeface="Times New Roman" panose="02020603050405020304" pitchFamily="18" charset="0"/>
              </a:rPr>
              <a:t>在顶点数组表中插入顶点</a:t>
            </a:r>
            <a:r>
              <a:rPr lang="en-US" altLang="zh-CN" sz="1600" dirty="0">
                <a:latin typeface="Times New Roman" panose="02020603050405020304" pitchFamily="18" charset="0"/>
                <a:cs typeface="Times New Roman" panose="02020603050405020304" pitchFamily="18" charset="0"/>
              </a:rPr>
              <a:t>v</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og.vexnum</a:t>
            </a:r>
            <a:r>
              <a:rPr lang="en-US" altLang="zh-CN" sz="1600" dirty="0">
                <a:latin typeface="Times New Roman" panose="02020603050405020304" pitchFamily="18" charset="0"/>
                <a:cs typeface="Times New Roman" panose="02020603050405020304" pitchFamily="18" charset="0"/>
              </a:rPr>
              <a:t>].data=v;</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og.vexnum</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firstin</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og.vexnum</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firstout</a:t>
            </a:r>
            <a:r>
              <a:rPr lang="en-US" altLang="zh-CN" sz="1600" dirty="0">
                <a:latin typeface="Times New Roman" panose="02020603050405020304" pitchFamily="18" charset="0"/>
                <a:cs typeface="Times New Roman" panose="02020603050405020304" pitchFamily="18" charset="0"/>
              </a:rPr>
              <a:t> =NULL;</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h= </a:t>
            </a:r>
            <a:r>
              <a:rPr lang="en-US" altLang="zh-CN" sz="1600" dirty="0" err="1">
                <a:latin typeface="Times New Roman" panose="02020603050405020304" pitchFamily="18" charset="0"/>
                <a:cs typeface="Times New Roman" panose="02020603050405020304" pitchFamily="18" charset="0"/>
              </a:rPr>
              <a:t>og.vexnum</a:t>
            </a: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og.vexnum</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p=new </a:t>
            </a:r>
            <a:r>
              <a:rPr lang="en-US" altLang="zh-CN" sz="1600" dirty="0" err="1">
                <a:latin typeface="Times New Roman" panose="02020603050405020304" pitchFamily="18" charset="0"/>
                <a:cs typeface="Times New Roman" panose="02020603050405020304" pitchFamily="18" charset="0"/>
              </a:rPr>
              <a:t>ArcNode</a:t>
            </a: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存储弧</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u,v</a:t>
            </a:r>
            <a:r>
              <a:rPr lang="zh-CN" altLang="zh-CN" sz="1600" dirty="0">
                <a:latin typeface="Times New Roman" panose="02020603050405020304" pitchFamily="18" charset="0"/>
                <a:cs typeface="Times New Roman" panose="02020603050405020304" pitchFamily="18" charset="0"/>
              </a:rPr>
              <a:t>）</a:t>
            </a:r>
          </a:p>
          <a:p>
            <a:r>
              <a:rPr lang="en-US" altLang="zh-CN" sz="1600" dirty="0">
                <a:latin typeface="Times New Roman" panose="02020603050405020304" pitchFamily="18" charset="0"/>
                <a:cs typeface="Times New Roman" panose="02020603050405020304" pitchFamily="18" charset="0"/>
              </a:rPr>
              <a:t>     p-&gt;</a:t>
            </a:r>
            <a:r>
              <a:rPr lang="en-US" altLang="zh-CN" sz="1600" dirty="0" err="1">
                <a:latin typeface="Times New Roman" panose="02020603050405020304" pitchFamily="18" charset="0"/>
                <a:cs typeface="Times New Roman" panose="02020603050405020304" pitchFamily="18" charset="0"/>
              </a:rPr>
              <a:t>tailvex</a:t>
            </a:r>
            <a:r>
              <a:rPr lang="en-US" altLang="zh-CN" sz="1600" dirty="0">
                <a:latin typeface="Times New Roman" panose="02020603050405020304" pitchFamily="18" charset="0"/>
                <a:cs typeface="Times New Roman" panose="02020603050405020304" pitchFamily="18" charset="0"/>
              </a:rPr>
              <a:t>=t;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p-&gt;</a:t>
            </a:r>
            <a:r>
              <a:rPr lang="en-US" altLang="zh-CN" sz="1600" dirty="0" err="1">
                <a:latin typeface="Times New Roman" panose="02020603050405020304" pitchFamily="18" charset="0"/>
                <a:cs typeface="Times New Roman" panose="02020603050405020304" pitchFamily="18" charset="0"/>
              </a:rPr>
              <a:t>headvex</a:t>
            </a:r>
            <a:r>
              <a:rPr lang="en-US" altLang="zh-CN" sz="1600" dirty="0">
                <a:latin typeface="Times New Roman" panose="02020603050405020304" pitchFamily="18" charset="0"/>
                <a:cs typeface="Times New Roman" panose="02020603050405020304" pitchFamily="18" charset="0"/>
              </a:rPr>
              <a:t>=h;</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p-&gt;info=info;</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p-&gt;</a:t>
            </a:r>
            <a:r>
              <a:rPr lang="en-US" altLang="zh-CN" sz="1600" dirty="0" err="1">
                <a:latin typeface="Times New Roman" panose="02020603050405020304" pitchFamily="18" charset="0"/>
                <a:cs typeface="Times New Roman" panose="02020603050405020304" pitchFamily="18" charset="0"/>
              </a:rPr>
              <a:t>tlink</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[t].</a:t>
            </a:r>
            <a:r>
              <a:rPr lang="en-US" altLang="zh-CN" sz="1600" dirty="0" err="1">
                <a:latin typeface="Times New Roman" panose="02020603050405020304" pitchFamily="18" charset="0"/>
                <a:cs typeface="Times New Roman" panose="02020603050405020304" pitchFamily="18" charset="0"/>
              </a:rPr>
              <a:t>firstout</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p-&gt;</a:t>
            </a:r>
            <a:r>
              <a:rPr lang="en-US" altLang="zh-CN" sz="1600" dirty="0" err="1">
                <a:latin typeface="Times New Roman" panose="02020603050405020304" pitchFamily="18" charset="0"/>
                <a:cs typeface="Times New Roman" panose="02020603050405020304" pitchFamily="18" charset="0"/>
              </a:rPr>
              <a:t>hlink</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[h].</a:t>
            </a:r>
            <a:r>
              <a:rPr lang="en-US" altLang="zh-CN" sz="1600" dirty="0" err="1">
                <a:latin typeface="Times New Roman" panose="02020603050405020304" pitchFamily="18" charset="0"/>
                <a:cs typeface="Times New Roman" panose="02020603050405020304" pitchFamily="18" charset="0"/>
              </a:rPr>
              <a:t>firstin</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[h].</a:t>
            </a:r>
            <a:r>
              <a:rPr lang="en-US" altLang="zh-CN" sz="1600" dirty="0" err="1">
                <a:latin typeface="Times New Roman" panose="02020603050405020304" pitchFamily="18" charset="0"/>
                <a:cs typeface="Times New Roman" panose="02020603050405020304" pitchFamily="18" charset="0"/>
              </a:rPr>
              <a:t>firstin</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og.xlist</a:t>
            </a:r>
            <a:r>
              <a:rPr lang="en-US" altLang="zh-CN" sz="1600" dirty="0">
                <a:latin typeface="Times New Roman" panose="02020603050405020304" pitchFamily="18" charset="0"/>
                <a:cs typeface="Times New Roman" panose="02020603050405020304" pitchFamily="18" charset="0"/>
              </a:rPr>
              <a:t>[t].</a:t>
            </a:r>
            <a:r>
              <a:rPr lang="en-US" altLang="zh-CN" sz="1600" dirty="0" err="1">
                <a:latin typeface="Times New Roman" panose="02020603050405020304" pitchFamily="18" charset="0"/>
                <a:cs typeface="Times New Roman" panose="02020603050405020304" pitchFamily="18" charset="0"/>
              </a:rPr>
              <a:t>firstout</a:t>
            </a:r>
            <a:r>
              <a:rPr lang="en-US" altLang="zh-CN" sz="1600" dirty="0">
                <a:latin typeface="Times New Roman" panose="02020603050405020304" pitchFamily="18" charset="0"/>
                <a:cs typeface="Times New Roman" panose="02020603050405020304" pitchFamily="18" charset="0"/>
              </a:rPr>
              <a:t>=p;</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  </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p:txBody>
      </p:sp>
      <p:sp>
        <p:nvSpPr>
          <p:cNvPr id="6" name="文本框 5"/>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十字链表创建</a:t>
            </a:r>
          </a:p>
        </p:txBody>
      </p:sp>
    </p:spTree>
    <p:extLst>
      <p:ext uri="{BB962C8B-B14F-4D97-AF65-F5344CB8AC3E}">
        <p14:creationId xmlns:p14="http://schemas.microsoft.com/office/powerpoint/2010/main" val="406937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additive="base">
                                        <p:cTn id="25"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3" end="3"/>
                                            </p:txEl>
                                          </p:spTgt>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4">
                                            <p:txEl>
                                              <p:pRg st="4" end="4"/>
                                            </p:txEl>
                                          </p:spTgt>
                                        </p:tgtEl>
                                        <p:attrNameLst>
                                          <p:attrName>style.visibility</p:attrName>
                                        </p:attrNameLst>
                                      </p:cBhvr>
                                      <p:to>
                                        <p:strVal val="visible"/>
                                      </p:to>
                                    </p:set>
                                    <p:anim calcmode="lin" valueType="num">
                                      <p:cBhvr additive="base">
                                        <p:cTn id="29"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
                                            <p:txEl>
                                              <p:pRg st="5" end="5"/>
                                            </p:txEl>
                                          </p:spTgt>
                                        </p:tgtEl>
                                        <p:attrNameLst>
                                          <p:attrName>style.visibility</p:attrName>
                                        </p:attrNameLst>
                                      </p:cBhvr>
                                      <p:to>
                                        <p:strVal val="visible"/>
                                      </p:to>
                                    </p:set>
                                    <p:anim calcmode="lin" valueType="num">
                                      <p:cBhvr additive="base">
                                        <p:cTn id="35"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
                                            <p:txEl>
                                              <p:pRg st="6" end="6"/>
                                            </p:txEl>
                                          </p:spTgt>
                                        </p:tgtEl>
                                        <p:attrNameLst>
                                          <p:attrName>style.visibility</p:attrName>
                                        </p:attrNameLst>
                                      </p:cBhvr>
                                      <p:to>
                                        <p:strVal val="visible"/>
                                      </p:to>
                                    </p:set>
                                    <p:anim calcmode="lin" valueType="num">
                                      <p:cBhvr additive="base">
                                        <p:cTn id="41"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
                                            <p:txEl>
                                              <p:pRg st="6" end="6"/>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4">
                                            <p:txEl>
                                              <p:pRg st="7" end="7"/>
                                            </p:txEl>
                                          </p:spTgt>
                                        </p:tgtEl>
                                        <p:attrNameLst>
                                          <p:attrName>style.visibility</p:attrName>
                                        </p:attrNameLst>
                                      </p:cBhvr>
                                      <p:to>
                                        <p:strVal val="visible"/>
                                      </p:to>
                                    </p:set>
                                    <p:anim calcmode="lin" valueType="num">
                                      <p:cBhvr additive="base">
                                        <p:cTn id="45"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4">
                                            <p:txEl>
                                              <p:pRg st="7" end="7"/>
                                            </p:txEl>
                                          </p:spTgt>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4">
                                            <p:txEl>
                                              <p:pRg st="8" end="8"/>
                                            </p:txEl>
                                          </p:spTgt>
                                        </p:tgtEl>
                                        <p:attrNameLst>
                                          <p:attrName>style.visibility</p:attrName>
                                        </p:attrNameLst>
                                      </p:cBhvr>
                                      <p:to>
                                        <p:strVal val="visible"/>
                                      </p:to>
                                    </p:set>
                                    <p:anim calcmode="lin" valueType="num">
                                      <p:cBhvr additive="base">
                                        <p:cTn id="49"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4">
                                            <p:txEl>
                                              <p:pRg st="8" end="8"/>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4">
                                            <p:txEl>
                                              <p:pRg st="9" end="9"/>
                                            </p:txEl>
                                          </p:spTgt>
                                        </p:tgtEl>
                                        <p:attrNameLst>
                                          <p:attrName>style.visibility</p:attrName>
                                        </p:attrNameLst>
                                      </p:cBhvr>
                                      <p:to>
                                        <p:strVal val="visible"/>
                                      </p:to>
                                    </p:set>
                                    <p:anim calcmode="lin" valueType="num">
                                      <p:cBhvr additive="base">
                                        <p:cTn id="53" dur="500" fill="hold"/>
                                        <p:tgtEl>
                                          <p:spTgt spid="4">
                                            <p:txEl>
                                              <p:pRg st="9" end="9"/>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4">
                                            <p:txEl>
                                              <p:pRg st="10" end="10"/>
                                            </p:txEl>
                                          </p:spTgt>
                                        </p:tgtEl>
                                        <p:attrNameLst>
                                          <p:attrName>style.visibility</p:attrName>
                                        </p:attrNameLst>
                                      </p:cBhvr>
                                      <p:to>
                                        <p:strVal val="visible"/>
                                      </p:to>
                                    </p:set>
                                    <p:animEffect transition="in" filter="fade">
                                      <p:cBhvr>
                                        <p:cTn id="59" dur="500"/>
                                        <p:tgtEl>
                                          <p:spTgt spid="4">
                                            <p:txEl>
                                              <p:pRg st="10" end="10"/>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nodeType="clickEffect">
                                  <p:stCondLst>
                                    <p:cond delay="0"/>
                                  </p:stCondLst>
                                  <p:childTnLst>
                                    <p:set>
                                      <p:cBhvr>
                                        <p:cTn id="63" dur="1" fill="hold">
                                          <p:stCondLst>
                                            <p:cond delay="0"/>
                                          </p:stCondLst>
                                        </p:cTn>
                                        <p:tgtEl>
                                          <p:spTgt spid="4">
                                            <p:txEl>
                                              <p:pRg st="11" end="11"/>
                                            </p:txEl>
                                          </p:spTgt>
                                        </p:tgtEl>
                                        <p:attrNameLst>
                                          <p:attrName>style.visibility</p:attrName>
                                        </p:attrNameLst>
                                      </p:cBhvr>
                                      <p:to>
                                        <p:strVal val="visible"/>
                                      </p:to>
                                    </p:set>
                                    <p:anim calcmode="lin" valueType="num">
                                      <p:cBhvr additive="base">
                                        <p:cTn id="64" dur="500" fill="hold"/>
                                        <p:tgtEl>
                                          <p:spTgt spid="4">
                                            <p:txEl>
                                              <p:pRg st="11" end="11"/>
                                            </p:txEl>
                                          </p:spTgt>
                                        </p:tgtEl>
                                        <p:attrNameLst>
                                          <p:attrName>ppt_x</p:attrName>
                                        </p:attrNameLst>
                                      </p:cBhvr>
                                      <p:tavLst>
                                        <p:tav tm="0">
                                          <p:val>
                                            <p:strVal val="#ppt_x"/>
                                          </p:val>
                                        </p:tav>
                                        <p:tav tm="100000">
                                          <p:val>
                                            <p:strVal val="#ppt_x"/>
                                          </p:val>
                                        </p:tav>
                                      </p:tavLst>
                                    </p:anim>
                                    <p:anim calcmode="lin" valueType="num">
                                      <p:cBhvr additive="base">
                                        <p:cTn id="65" dur="500" fill="hold"/>
                                        <p:tgtEl>
                                          <p:spTgt spid="4">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 presetClass="entr" presetSubtype="4" fill="hold" nodeType="clickEffect">
                                  <p:stCondLst>
                                    <p:cond delay="0"/>
                                  </p:stCondLst>
                                  <p:childTnLst>
                                    <p:set>
                                      <p:cBhvr>
                                        <p:cTn id="69" dur="1" fill="hold">
                                          <p:stCondLst>
                                            <p:cond delay="0"/>
                                          </p:stCondLst>
                                        </p:cTn>
                                        <p:tgtEl>
                                          <p:spTgt spid="4">
                                            <p:txEl>
                                              <p:pRg st="12" end="12"/>
                                            </p:txEl>
                                          </p:spTgt>
                                        </p:tgtEl>
                                        <p:attrNameLst>
                                          <p:attrName>style.visibility</p:attrName>
                                        </p:attrNameLst>
                                      </p:cBhvr>
                                      <p:to>
                                        <p:strVal val="visible"/>
                                      </p:to>
                                    </p:set>
                                    <p:anim calcmode="lin" valueType="num">
                                      <p:cBhvr additive="base">
                                        <p:cTn id="70" dur="500" fill="hold"/>
                                        <p:tgtEl>
                                          <p:spTgt spid="4">
                                            <p:txEl>
                                              <p:pRg st="12" end="12"/>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4">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2" presetClass="entr" presetSubtype="4" fill="hold" nodeType="clickEffect">
                                  <p:stCondLst>
                                    <p:cond delay="0"/>
                                  </p:stCondLst>
                                  <p:childTnLst>
                                    <p:set>
                                      <p:cBhvr>
                                        <p:cTn id="75" dur="1" fill="hold">
                                          <p:stCondLst>
                                            <p:cond delay="0"/>
                                          </p:stCondLst>
                                        </p:cTn>
                                        <p:tgtEl>
                                          <p:spTgt spid="4">
                                            <p:txEl>
                                              <p:pRg st="13" end="13"/>
                                            </p:txEl>
                                          </p:spTgt>
                                        </p:tgtEl>
                                        <p:attrNameLst>
                                          <p:attrName>style.visibility</p:attrName>
                                        </p:attrNameLst>
                                      </p:cBhvr>
                                      <p:to>
                                        <p:strVal val="visible"/>
                                      </p:to>
                                    </p:set>
                                    <p:anim calcmode="lin" valueType="num">
                                      <p:cBhvr additive="base">
                                        <p:cTn id="76" dur="500" fill="hold"/>
                                        <p:tgtEl>
                                          <p:spTgt spid="4">
                                            <p:txEl>
                                              <p:pRg st="13" end="13"/>
                                            </p:txEl>
                                          </p:spTgt>
                                        </p:tgtEl>
                                        <p:attrNameLst>
                                          <p:attrName>ppt_x</p:attrName>
                                        </p:attrNameLst>
                                      </p:cBhvr>
                                      <p:tavLst>
                                        <p:tav tm="0">
                                          <p:val>
                                            <p:strVal val="#ppt_x"/>
                                          </p:val>
                                        </p:tav>
                                        <p:tav tm="100000">
                                          <p:val>
                                            <p:strVal val="#ppt_x"/>
                                          </p:val>
                                        </p:tav>
                                      </p:tavLst>
                                    </p:anim>
                                    <p:anim calcmode="lin" valueType="num">
                                      <p:cBhvr additive="base">
                                        <p:cTn id="77" dur="500" fill="hold"/>
                                        <p:tgtEl>
                                          <p:spTgt spid="4">
                                            <p:txEl>
                                              <p:pRg st="13" end="13"/>
                                            </p:txEl>
                                          </p:spTgt>
                                        </p:tgtEl>
                                        <p:attrNameLst>
                                          <p:attrName>ppt_y</p:attrName>
                                        </p:attrNameLst>
                                      </p:cBhvr>
                                      <p:tavLst>
                                        <p:tav tm="0">
                                          <p:val>
                                            <p:strVal val="1+#ppt_h/2"/>
                                          </p:val>
                                        </p:tav>
                                        <p:tav tm="100000">
                                          <p:val>
                                            <p:strVal val="#ppt_y"/>
                                          </p:val>
                                        </p:tav>
                                      </p:tavLst>
                                    </p:anim>
                                  </p:childTnLst>
                                </p:cTn>
                              </p:par>
                              <p:par>
                                <p:cTn id="78" presetID="2" presetClass="entr" presetSubtype="4" fill="hold" nodeType="withEffect">
                                  <p:stCondLst>
                                    <p:cond delay="0"/>
                                  </p:stCondLst>
                                  <p:childTnLst>
                                    <p:set>
                                      <p:cBhvr>
                                        <p:cTn id="79" dur="1" fill="hold">
                                          <p:stCondLst>
                                            <p:cond delay="0"/>
                                          </p:stCondLst>
                                        </p:cTn>
                                        <p:tgtEl>
                                          <p:spTgt spid="4">
                                            <p:txEl>
                                              <p:pRg st="14" end="14"/>
                                            </p:txEl>
                                          </p:spTgt>
                                        </p:tgtEl>
                                        <p:attrNameLst>
                                          <p:attrName>style.visibility</p:attrName>
                                        </p:attrNameLst>
                                      </p:cBhvr>
                                      <p:to>
                                        <p:strVal val="visible"/>
                                      </p:to>
                                    </p:set>
                                    <p:anim calcmode="lin" valueType="num">
                                      <p:cBhvr additive="base">
                                        <p:cTn id="80" dur="500" fill="hold"/>
                                        <p:tgtEl>
                                          <p:spTgt spid="4">
                                            <p:txEl>
                                              <p:pRg st="14" end="14"/>
                                            </p:txEl>
                                          </p:spTgt>
                                        </p:tgtEl>
                                        <p:attrNameLst>
                                          <p:attrName>ppt_x</p:attrName>
                                        </p:attrNameLst>
                                      </p:cBhvr>
                                      <p:tavLst>
                                        <p:tav tm="0">
                                          <p:val>
                                            <p:strVal val="#ppt_x"/>
                                          </p:val>
                                        </p:tav>
                                        <p:tav tm="100000">
                                          <p:val>
                                            <p:strVal val="#ppt_x"/>
                                          </p:val>
                                        </p:tav>
                                      </p:tavLst>
                                    </p:anim>
                                    <p:anim calcmode="lin" valueType="num">
                                      <p:cBhvr additive="base">
                                        <p:cTn id="81" dur="500" fill="hold"/>
                                        <p:tgtEl>
                                          <p:spTgt spid="4">
                                            <p:txEl>
                                              <p:pRg st="14" end="14"/>
                                            </p:txEl>
                                          </p:spTgt>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stCondLst>
                                    <p:cond delay="0"/>
                                  </p:stCondLst>
                                  <p:childTnLst>
                                    <p:set>
                                      <p:cBhvr>
                                        <p:cTn id="83" dur="1" fill="hold">
                                          <p:stCondLst>
                                            <p:cond delay="0"/>
                                          </p:stCondLst>
                                        </p:cTn>
                                        <p:tgtEl>
                                          <p:spTgt spid="4">
                                            <p:txEl>
                                              <p:pRg st="15" end="15"/>
                                            </p:txEl>
                                          </p:spTgt>
                                        </p:tgtEl>
                                        <p:attrNameLst>
                                          <p:attrName>style.visibility</p:attrName>
                                        </p:attrNameLst>
                                      </p:cBhvr>
                                      <p:to>
                                        <p:strVal val="visible"/>
                                      </p:to>
                                    </p:set>
                                    <p:anim calcmode="lin" valueType="num">
                                      <p:cBhvr additive="base">
                                        <p:cTn id="84" dur="500" fill="hold"/>
                                        <p:tgtEl>
                                          <p:spTgt spid="4">
                                            <p:txEl>
                                              <p:pRg st="15" end="15"/>
                                            </p:txEl>
                                          </p:spTgt>
                                        </p:tgtEl>
                                        <p:attrNameLst>
                                          <p:attrName>ppt_x</p:attrName>
                                        </p:attrNameLst>
                                      </p:cBhvr>
                                      <p:tavLst>
                                        <p:tav tm="0">
                                          <p:val>
                                            <p:strVal val="#ppt_x"/>
                                          </p:val>
                                        </p:tav>
                                        <p:tav tm="100000">
                                          <p:val>
                                            <p:strVal val="#ppt_x"/>
                                          </p:val>
                                        </p:tav>
                                      </p:tavLst>
                                    </p:anim>
                                    <p:anim calcmode="lin" valueType="num">
                                      <p:cBhvr additive="base">
                                        <p:cTn id="85" dur="500" fill="hold"/>
                                        <p:tgtEl>
                                          <p:spTgt spid="4">
                                            <p:txEl>
                                              <p:pRg st="15" end="15"/>
                                            </p:txEl>
                                          </p:spTgt>
                                        </p:tgtEl>
                                        <p:attrNameLst>
                                          <p:attrName>ppt_y</p:attrName>
                                        </p:attrNameLst>
                                      </p:cBhvr>
                                      <p:tavLst>
                                        <p:tav tm="0">
                                          <p:val>
                                            <p:strVal val="1+#ppt_h/2"/>
                                          </p:val>
                                        </p:tav>
                                        <p:tav tm="100000">
                                          <p:val>
                                            <p:strVal val="#ppt_y"/>
                                          </p:val>
                                        </p:tav>
                                      </p:tavLst>
                                    </p:anim>
                                  </p:childTnLst>
                                </p:cTn>
                              </p:par>
                              <p:par>
                                <p:cTn id="86" presetID="2" presetClass="entr" presetSubtype="4" fill="hold" nodeType="withEffect">
                                  <p:stCondLst>
                                    <p:cond delay="0"/>
                                  </p:stCondLst>
                                  <p:childTnLst>
                                    <p:set>
                                      <p:cBhvr>
                                        <p:cTn id="87" dur="1" fill="hold">
                                          <p:stCondLst>
                                            <p:cond delay="0"/>
                                          </p:stCondLst>
                                        </p:cTn>
                                        <p:tgtEl>
                                          <p:spTgt spid="4">
                                            <p:txEl>
                                              <p:pRg st="16" end="16"/>
                                            </p:txEl>
                                          </p:spTgt>
                                        </p:tgtEl>
                                        <p:attrNameLst>
                                          <p:attrName>style.visibility</p:attrName>
                                        </p:attrNameLst>
                                      </p:cBhvr>
                                      <p:to>
                                        <p:strVal val="visible"/>
                                      </p:to>
                                    </p:set>
                                    <p:anim calcmode="lin" valueType="num">
                                      <p:cBhvr additive="base">
                                        <p:cTn id="88" dur="500" fill="hold"/>
                                        <p:tgtEl>
                                          <p:spTgt spid="4">
                                            <p:txEl>
                                              <p:pRg st="16" end="16"/>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4">
                                            <p:txEl>
                                              <p:pRg st="16" end="16"/>
                                            </p:txEl>
                                          </p:spTgt>
                                        </p:tgtEl>
                                        <p:attrNameLst>
                                          <p:attrName>ppt_y</p:attrName>
                                        </p:attrNameLst>
                                      </p:cBhvr>
                                      <p:tavLst>
                                        <p:tav tm="0">
                                          <p:val>
                                            <p:strVal val="1+#ppt_h/2"/>
                                          </p:val>
                                        </p:tav>
                                        <p:tav tm="100000">
                                          <p:val>
                                            <p:strVal val="#ppt_y"/>
                                          </p:val>
                                        </p:tav>
                                      </p:tavLst>
                                    </p:anim>
                                  </p:childTnLst>
                                </p:cTn>
                              </p:par>
                              <p:par>
                                <p:cTn id="90" presetID="2" presetClass="entr" presetSubtype="4" fill="hold" nodeType="withEffect">
                                  <p:stCondLst>
                                    <p:cond delay="0"/>
                                  </p:stCondLst>
                                  <p:childTnLst>
                                    <p:set>
                                      <p:cBhvr>
                                        <p:cTn id="91" dur="1" fill="hold">
                                          <p:stCondLst>
                                            <p:cond delay="0"/>
                                          </p:stCondLst>
                                        </p:cTn>
                                        <p:tgtEl>
                                          <p:spTgt spid="4">
                                            <p:txEl>
                                              <p:pRg st="17" end="17"/>
                                            </p:txEl>
                                          </p:spTgt>
                                        </p:tgtEl>
                                        <p:attrNameLst>
                                          <p:attrName>style.visibility</p:attrName>
                                        </p:attrNameLst>
                                      </p:cBhvr>
                                      <p:to>
                                        <p:strVal val="visible"/>
                                      </p:to>
                                    </p:set>
                                    <p:anim calcmode="lin" valueType="num">
                                      <p:cBhvr additive="base">
                                        <p:cTn id="92" dur="500" fill="hold"/>
                                        <p:tgtEl>
                                          <p:spTgt spid="4">
                                            <p:txEl>
                                              <p:pRg st="17" end="17"/>
                                            </p:txEl>
                                          </p:spTgt>
                                        </p:tgtEl>
                                        <p:attrNameLst>
                                          <p:attrName>ppt_x</p:attrName>
                                        </p:attrNameLst>
                                      </p:cBhvr>
                                      <p:tavLst>
                                        <p:tav tm="0">
                                          <p:val>
                                            <p:strVal val="#ppt_x"/>
                                          </p:val>
                                        </p:tav>
                                        <p:tav tm="100000">
                                          <p:val>
                                            <p:strVal val="#ppt_x"/>
                                          </p:val>
                                        </p:tav>
                                      </p:tavLst>
                                    </p:anim>
                                    <p:anim calcmode="lin" valueType="num">
                                      <p:cBhvr additive="base">
                                        <p:cTn id="93" dur="500" fill="hold"/>
                                        <p:tgtEl>
                                          <p:spTgt spid="4">
                                            <p:txEl>
                                              <p:pRg st="17" end="17"/>
                                            </p:txEl>
                                          </p:spTgt>
                                        </p:tgtEl>
                                        <p:attrNameLst>
                                          <p:attrName>ppt_y</p:attrName>
                                        </p:attrNameLst>
                                      </p:cBhvr>
                                      <p:tavLst>
                                        <p:tav tm="0">
                                          <p:val>
                                            <p:strVal val="1+#ppt_h/2"/>
                                          </p:val>
                                        </p:tav>
                                        <p:tav tm="100000">
                                          <p:val>
                                            <p:strVal val="#ppt_y"/>
                                          </p:val>
                                        </p:tav>
                                      </p:tavLst>
                                    </p:anim>
                                  </p:childTnLst>
                                </p:cTn>
                              </p:par>
                              <p:par>
                                <p:cTn id="94" presetID="2" presetClass="entr" presetSubtype="4" fill="hold" nodeType="withEffect">
                                  <p:stCondLst>
                                    <p:cond delay="0"/>
                                  </p:stCondLst>
                                  <p:childTnLst>
                                    <p:set>
                                      <p:cBhvr>
                                        <p:cTn id="95" dur="1" fill="hold">
                                          <p:stCondLst>
                                            <p:cond delay="0"/>
                                          </p:stCondLst>
                                        </p:cTn>
                                        <p:tgtEl>
                                          <p:spTgt spid="4">
                                            <p:txEl>
                                              <p:pRg st="18" end="18"/>
                                            </p:txEl>
                                          </p:spTgt>
                                        </p:tgtEl>
                                        <p:attrNameLst>
                                          <p:attrName>style.visibility</p:attrName>
                                        </p:attrNameLst>
                                      </p:cBhvr>
                                      <p:to>
                                        <p:strVal val="visible"/>
                                      </p:to>
                                    </p:set>
                                    <p:anim calcmode="lin" valueType="num">
                                      <p:cBhvr additive="base">
                                        <p:cTn id="96" dur="500" fill="hold"/>
                                        <p:tgtEl>
                                          <p:spTgt spid="4">
                                            <p:txEl>
                                              <p:pRg st="18" end="18"/>
                                            </p:txEl>
                                          </p:spTgt>
                                        </p:tgtEl>
                                        <p:attrNameLst>
                                          <p:attrName>ppt_x</p:attrName>
                                        </p:attrNameLst>
                                      </p:cBhvr>
                                      <p:tavLst>
                                        <p:tav tm="0">
                                          <p:val>
                                            <p:strVal val="#ppt_x"/>
                                          </p:val>
                                        </p:tav>
                                        <p:tav tm="100000">
                                          <p:val>
                                            <p:strVal val="#ppt_x"/>
                                          </p:val>
                                        </p:tav>
                                      </p:tavLst>
                                    </p:anim>
                                    <p:anim calcmode="lin" valueType="num">
                                      <p:cBhvr additive="base">
                                        <p:cTn id="97" dur="500" fill="hold"/>
                                        <p:tgtEl>
                                          <p:spTgt spid="4">
                                            <p:txEl>
                                              <p:pRg st="18" end="18"/>
                                            </p:txEl>
                                          </p:spTgt>
                                        </p:tgtEl>
                                        <p:attrNameLst>
                                          <p:attrName>ppt_y</p:attrName>
                                        </p:attrNameLst>
                                      </p:cBhvr>
                                      <p:tavLst>
                                        <p:tav tm="0">
                                          <p:val>
                                            <p:strVal val="1+#ppt_h/2"/>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42" presetClass="entr" presetSubtype="0" fill="hold" grpId="0" nodeType="clickEffect">
                                  <p:stCondLst>
                                    <p:cond delay="0"/>
                                  </p:stCondLst>
                                  <p:childTnLst>
                                    <p:set>
                                      <p:cBhvr>
                                        <p:cTn id="101" dur="1" fill="hold">
                                          <p:stCondLst>
                                            <p:cond delay="0"/>
                                          </p:stCondLst>
                                        </p:cTn>
                                        <p:tgtEl>
                                          <p:spTgt spid="5"/>
                                        </p:tgtEl>
                                        <p:attrNameLst>
                                          <p:attrName>style.visibility</p:attrName>
                                        </p:attrNameLst>
                                      </p:cBhvr>
                                      <p:to>
                                        <p:strVal val="visible"/>
                                      </p:to>
                                    </p:set>
                                    <p:animEffect transition="in" filter="fade">
                                      <p:cBhvr>
                                        <p:cTn id="102" dur="1000"/>
                                        <p:tgtEl>
                                          <p:spTgt spid="5"/>
                                        </p:tgtEl>
                                      </p:cBhvr>
                                    </p:animEffect>
                                    <p:anim calcmode="lin" valueType="num">
                                      <p:cBhvr>
                                        <p:cTn id="103" dur="1000" fill="hold"/>
                                        <p:tgtEl>
                                          <p:spTgt spid="5"/>
                                        </p:tgtEl>
                                        <p:attrNameLst>
                                          <p:attrName>ppt_x</p:attrName>
                                        </p:attrNameLst>
                                      </p:cBhvr>
                                      <p:tavLst>
                                        <p:tav tm="0">
                                          <p:val>
                                            <p:strVal val="#ppt_x"/>
                                          </p:val>
                                        </p:tav>
                                        <p:tav tm="100000">
                                          <p:val>
                                            <p:strVal val="#ppt_x"/>
                                          </p:val>
                                        </p:tav>
                                      </p:tavLst>
                                    </p:anim>
                                    <p:anim calcmode="lin" valueType="num">
                                      <p:cBhvr>
                                        <p:cTn id="10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42" presetClass="entr" presetSubtype="0" fill="hold" nodeType="clickEffect">
                                  <p:stCondLst>
                                    <p:cond delay="0"/>
                                  </p:stCondLst>
                                  <p:childTnLst>
                                    <p:set>
                                      <p:cBhvr>
                                        <p:cTn id="108" dur="1" fill="hold">
                                          <p:stCondLst>
                                            <p:cond delay="0"/>
                                          </p:stCondLst>
                                        </p:cTn>
                                        <p:tgtEl>
                                          <p:spTgt spid="5">
                                            <p:txEl>
                                              <p:pRg st="0" end="0"/>
                                            </p:txEl>
                                          </p:spTgt>
                                        </p:tgtEl>
                                        <p:attrNameLst>
                                          <p:attrName>style.visibility</p:attrName>
                                        </p:attrNameLst>
                                      </p:cBhvr>
                                      <p:to>
                                        <p:strVal val="visible"/>
                                      </p:to>
                                    </p:set>
                                    <p:animEffect transition="in" filter="fade">
                                      <p:cBhvr>
                                        <p:cTn id="109" dur="1000"/>
                                        <p:tgtEl>
                                          <p:spTgt spid="5">
                                            <p:txEl>
                                              <p:pRg st="0" end="0"/>
                                            </p:txEl>
                                          </p:spTgt>
                                        </p:tgtEl>
                                      </p:cBhvr>
                                    </p:animEffect>
                                    <p:anim calcmode="lin" valueType="num">
                                      <p:cBhvr>
                                        <p:cTn id="110"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111" dur="1000" fill="hold"/>
                                        <p:tgtEl>
                                          <p:spTgt spid="5">
                                            <p:txEl>
                                              <p:pRg st="0" end="0"/>
                                            </p:txEl>
                                          </p:spTgt>
                                        </p:tgtEl>
                                        <p:attrNameLst>
                                          <p:attrName>ppt_y</p:attrName>
                                        </p:attrNameLst>
                                      </p:cBhvr>
                                      <p:tavLst>
                                        <p:tav tm="0">
                                          <p:val>
                                            <p:strVal val="#ppt_y+.1"/>
                                          </p:val>
                                        </p:tav>
                                        <p:tav tm="100000">
                                          <p:val>
                                            <p:strVal val="#ppt_y"/>
                                          </p:val>
                                        </p:tav>
                                      </p:tavLst>
                                    </p:anim>
                                  </p:childTnLst>
                                </p:cTn>
                              </p:par>
                              <p:par>
                                <p:cTn id="112" presetID="42" presetClass="entr" presetSubtype="0" fill="hold" nodeType="withEffect">
                                  <p:stCondLst>
                                    <p:cond delay="0"/>
                                  </p:stCondLst>
                                  <p:childTnLst>
                                    <p:set>
                                      <p:cBhvr>
                                        <p:cTn id="113" dur="1" fill="hold">
                                          <p:stCondLst>
                                            <p:cond delay="0"/>
                                          </p:stCondLst>
                                        </p:cTn>
                                        <p:tgtEl>
                                          <p:spTgt spid="5">
                                            <p:txEl>
                                              <p:pRg st="1" end="1"/>
                                            </p:txEl>
                                          </p:spTgt>
                                        </p:tgtEl>
                                        <p:attrNameLst>
                                          <p:attrName>style.visibility</p:attrName>
                                        </p:attrNameLst>
                                      </p:cBhvr>
                                      <p:to>
                                        <p:strVal val="visible"/>
                                      </p:to>
                                    </p:set>
                                    <p:animEffect transition="in" filter="fade">
                                      <p:cBhvr>
                                        <p:cTn id="114" dur="1000"/>
                                        <p:tgtEl>
                                          <p:spTgt spid="5">
                                            <p:txEl>
                                              <p:pRg st="1" end="1"/>
                                            </p:txEl>
                                          </p:spTgt>
                                        </p:tgtEl>
                                      </p:cBhvr>
                                    </p:animEffect>
                                    <p:anim calcmode="lin" valueType="num">
                                      <p:cBhvr>
                                        <p:cTn id="115"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16" dur="1000" fill="hold"/>
                                        <p:tgtEl>
                                          <p:spTgt spid="5">
                                            <p:txEl>
                                              <p:pRg st="1" end="1"/>
                                            </p:txEl>
                                          </p:spTgt>
                                        </p:tgtEl>
                                        <p:attrNameLst>
                                          <p:attrName>ppt_y</p:attrName>
                                        </p:attrNameLst>
                                      </p:cBhvr>
                                      <p:tavLst>
                                        <p:tav tm="0">
                                          <p:val>
                                            <p:strVal val="#ppt_y+.1"/>
                                          </p:val>
                                        </p:tav>
                                        <p:tav tm="100000">
                                          <p:val>
                                            <p:strVal val="#ppt_y"/>
                                          </p:val>
                                        </p:tav>
                                      </p:tavLst>
                                    </p:anim>
                                  </p:childTnLst>
                                </p:cTn>
                              </p:par>
                              <p:par>
                                <p:cTn id="117" presetID="42" presetClass="entr" presetSubtype="0" fill="hold" nodeType="withEffect">
                                  <p:stCondLst>
                                    <p:cond delay="0"/>
                                  </p:stCondLst>
                                  <p:childTnLst>
                                    <p:set>
                                      <p:cBhvr>
                                        <p:cTn id="118" dur="1" fill="hold">
                                          <p:stCondLst>
                                            <p:cond delay="0"/>
                                          </p:stCondLst>
                                        </p:cTn>
                                        <p:tgtEl>
                                          <p:spTgt spid="5">
                                            <p:txEl>
                                              <p:pRg st="2" end="2"/>
                                            </p:txEl>
                                          </p:spTgt>
                                        </p:tgtEl>
                                        <p:attrNameLst>
                                          <p:attrName>style.visibility</p:attrName>
                                        </p:attrNameLst>
                                      </p:cBhvr>
                                      <p:to>
                                        <p:strVal val="visible"/>
                                      </p:to>
                                    </p:set>
                                    <p:animEffect transition="in" filter="fade">
                                      <p:cBhvr>
                                        <p:cTn id="119" dur="1000"/>
                                        <p:tgtEl>
                                          <p:spTgt spid="5">
                                            <p:txEl>
                                              <p:pRg st="2" end="2"/>
                                            </p:txEl>
                                          </p:spTgt>
                                        </p:tgtEl>
                                      </p:cBhvr>
                                    </p:animEffect>
                                    <p:anim calcmode="lin" valueType="num">
                                      <p:cBhvr>
                                        <p:cTn id="120"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121" dur="1000" fill="hold"/>
                                        <p:tgtEl>
                                          <p:spTgt spid="5">
                                            <p:txEl>
                                              <p:pRg st="2" end="2"/>
                                            </p:txEl>
                                          </p:spTgt>
                                        </p:tgtEl>
                                        <p:attrNameLst>
                                          <p:attrName>ppt_y</p:attrName>
                                        </p:attrNameLst>
                                      </p:cBhvr>
                                      <p:tavLst>
                                        <p:tav tm="0">
                                          <p:val>
                                            <p:strVal val="#ppt_y+.1"/>
                                          </p:val>
                                        </p:tav>
                                        <p:tav tm="100000">
                                          <p:val>
                                            <p:strVal val="#ppt_y"/>
                                          </p:val>
                                        </p:tav>
                                      </p:tavLst>
                                    </p:anim>
                                  </p:childTnLst>
                                </p:cTn>
                              </p:par>
                              <p:par>
                                <p:cTn id="122" presetID="42" presetClass="entr" presetSubtype="0" fill="hold" nodeType="withEffect">
                                  <p:stCondLst>
                                    <p:cond delay="0"/>
                                  </p:stCondLst>
                                  <p:childTnLst>
                                    <p:set>
                                      <p:cBhvr>
                                        <p:cTn id="123" dur="1" fill="hold">
                                          <p:stCondLst>
                                            <p:cond delay="0"/>
                                          </p:stCondLst>
                                        </p:cTn>
                                        <p:tgtEl>
                                          <p:spTgt spid="5">
                                            <p:txEl>
                                              <p:pRg st="3" end="3"/>
                                            </p:txEl>
                                          </p:spTgt>
                                        </p:tgtEl>
                                        <p:attrNameLst>
                                          <p:attrName>style.visibility</p:attrName>
                                        </p:attrNameLst>
                                      </p:cBhvr>
                                      <p:to>
                                        <p:strVal val="visible"/>
                                      </p:to>
                                    </p:set>
                                    <p:animEffect transition="in" filter="fade">
                                      <p:cBhvr>
                                        <p:cTn id="124" dur="1000"/>
                                        <p:tgtEl>
                                          <p:spTgt spid="5">
                                            <p:txEl>
                                              <p:pRg st="3" end="3"/>
                                            </p:txEl>
                                          </p:spTgt>
                                        </p:tgtEl>
                                      </p:cBhvr>
                                    </p:animEffect>
                                    <p:anim calcmode="lin" valueType="num">
                                      <p:cBhvr>
                                        <p:cTn id="125"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126" dur="1000" fill="hold"/>
                                        <p:tgtEl>
                                          <p:spTgt spid="5">
                                            <p:txEl>
                                              <p:pRg st="3" end="3"/>
                                            </p:txEl>
                                          </p:spTgt>
                                        </p:tgtEl>
                                        <p:attrNameLst>
                                          <p:attrName>ppt_y</p:attrName>
                                        </p:attrNameLst>
                                      </p:cBhvr>
                                      <p:tavLst>
                                        <p:tav tm="0">
                                          <p:val>
                                            <p:strVal val="#ppt_y+.1"/>
                                          </p:val>
                                        </p:tav>
                                        <p:tav tm="100000">
                                          <p:val>
                                            <p:strVal val="#ppt_y"/>
                                          </p:val>
                                        </p:tav>
                                      </p:tavLst>
                                    </p:anim>
                                  </p:childTnLst>
                                </p:cTn>
                              </p:par>
                              <p:par>
                                <p:cTn id="127" presetID="42" presetClass="entr" presetSubtype="0" fill="hold" nodeType="withEffect">
                                  <p:stCondLst>
                                    <p:cond delay="0"/>
                                  </p:stCondLst>
                                  <p:childTnLst>
                                    <p:set>
                                      <p:cBhvr>
                                        <p:cTn id="128" dur="1" fill="hold">
                                          <p:stCondLst>
                                            <p:cond delay="0"/>
                                          </p:stCondLst>
                                        </p:cTn>
                                        <p:tgtEl>
                                          <p:spTgt spid="5">
                                            <p:txEl>
                                              <p:pRg st="4" end="4"/>
                                            </p:txEl>
                                          </p:spTgt>
                                        </p:tgtEl>
                                        <p:attrNameLst>
                                          <p:attrName>style.visibility</p:attrName>
                                        </p:attrNameLst>
                                      </p:cBhvr>
                                      <p:to>
                                        <p:strVal val="visible"/>
                                      </p:to>
                                    </p:set>
                                    <p:animEffect transition="in" filter="fade">
                                      <p:cBhvr>
                                        <p:cTn id="129" dur="1000"/>
                                        <p:tgtEl>
                                          <p:spTgt spid="5">
                                            <p:txEl>
                                              <p:pRg st="4" end="4"/>
                                            </p:txEl>
                                          </p:spTgt>
                                        </p:tgtEl>
                                      </p:cBhvr>
                                    </p:animEffect>
                                    <p:anim calcmode="lin" valueType="num">
                                      <p:cBhvr>
                                        <p:cTn id="130" dur="1000" fill="hold"/>
                                        <p:tgtEl>
                                          <p:spTgt spid="5">
                                            <p:txEl>
                                              <p:pRg st="4" end="4"/>
                                            </p:txEl>
                                          </p:spTgt>
                                        </p:tgtEl>
                                        <p:attrNameLst>
                                          <p:attrName>ppt_x</p:attrName>
                                        </p:attrNameLst>
                                      </p:cBhvr>
                                      <p:tavLst>
                                        <p:tav tm="0">
                                          <p:val>
                                            <p:strVal val="#ppt_x"/>
                                          </p:val>
                                        </p:tav>
                                        <p:tav tm="100000">
                                          <p:val>
                                            <p:strVal val="#ppt_x"/>
                                          </p:val>
                                        </p:tav>
                                      </p:tavLst>
                                    </p:anim>
                                    <p:anim calcmode="lin" valueType="num">
                                      <p:cBhvr>
                                        <p:cTn id="131" dur="1000" fill="hold"/>
                                        <p:tgtEl>
                                          <p:spTgt spid="5">
                                            <p:txEl>
                                              <p:pRg st="4" end="4"/>
                                            </p:txEl>
                                          </p:spTgt>
                                        </p:tgtEl>
                                        <p:attrNameLst>
                                          <p:attrName>ppt_y</p:attrName>
                                        </p:attrNameLst>
                                      </p:cBhvr>
                                      <p:tavLst>
                                        <p:tav tm="0">
                                          <p:val>
                                            <p:strVal val="#ppt_y+.1"/>
                                          </p:val>
                                        </p:tav>
                                        <p:tav tm="100000">
                                          <p:val>
                                            <p:strVal val="#ppt_y"/>
                                          </p:val>
                                        </p:tav>
                                      </p:tavLst>
                                    </p:anim>
                                  </p:childTnLst>
                                </p:cTn>
                              </p:par>
                              <p:par>
                                <p:cTn id="132" presetID="42" presetClass="entr" presetSubtype="0" fill="hold" nodeType="withEffect">
                                  <p:stCondLst>
                                    <p:cond delay="0"/>
                                  </p:stCondLst>
                                  <p:childTnLst>
                                    <p:set>
                                      <p:cBhvr>
                                        <p:cTn id="133" dur="1" fill="hold">
                                          <p:stCondLst>
                                            <p:cond delay="0"/>
                                          </p:stCondLst>
                                        </p:cTn>
                                        <p:tgtEl>
                                          <p:spTgt spid="5">
                                            <p:txEl>
                                              <p:pRg st="5" end="5"/>
                                            </p:txEl>
                                          </p:spTgt>
                                        </p:tgtEl>
                                        <p:attrNameLst>
                                          <p:attrName>style.visibility</p:attrName>
                                        </p:attrNameLst>
                                      </p:cBhvr>
                                      <p:to>
                                        <p:strVal val="visible"/>
                                      </p:to>
                                    </p:set>
                                    <p:animEffect transition="in" filter="fade">
                                      <p:cBhvr>
                                        <p:cTn id="134" dur="1000"/>
                                        <p:tgtEl>
                                          <p:spTgt spid="5">
                                            <p:txEl>
                                              <p:pRg st="5" end="5"/>
                                            </p:txEl>
                                          </p:spTgt>
                                        </p:tgtEl>
                                      </p:cBhvr>
                                    </p:animEffect>
                                    <p:anim calcmode="lin" valueType="num">
                                      <p:cBhvr>
                                        <p:cTn id="135" dur="1000" fill="hold"/>
                                        <p:tgtEl>
                                          <p:spTgt spid="5">
                                            <p:txEl>
                                              <p:pRg st="5" end="5"/>
                                            </p:txEl>
                                          </p:spTgt>
                                        </p:tgtEl>
                                        <p:attrNameLst>
                                          <p:attrName>ppt_x</p:attrName>
                                        </p:attrNameLst>
                                      </p:cBhvr>
                                      <p:tavLst>
                                        <p:tav tm="0">
                                          <p:val>
                                            <p:strVal val="#ppt_x"/>
                                          </p:val>
                                        </p:tav>
                                        <p:tav tm="100000">
                                          <p:val>
                                            <p:strVal val="#ppt_x"/>
                                          </p:val>
                                        </p:tav>
                                      </p:tavLst>
                                    </p:anim>
                                    <p:anim calcmode="lin" valueType="num">
                                      <p:cBhvr>
                                        <p:cTn id="136" dur="1000" fill="hold"/>
                                        <p:tgtEl>
                                          <p:spTgt spid="5">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42" presetClass="entr" presetSubtype="0" fill="hold" nodeType="clickEffect">
                                  <p:stCondLst>
                                    <p:cond delay="0"/>
                                  </p:stCondLst>
                                  <p:childTnLst>
                                    <p:set>
                                      <p:cBhvr>
                                        <p:cTn id="140" dur="1" fill="hold">
                                          <p:stCondLst>
                                            <p:cond delay="0"/>
                                          </p:stCondLst>
                                        </p:cTn>
                                        <p:tgtEl>
                                          <p:spTgt spid="5">
                                            <p:txEl>
                                              <p:pRg st="6" end="6"/>
                                            </p:txEl>
                                          </p:spTgt>
                                        </p:tgtEl>
                                        <p:attrNameLst>
                                          <p:attrName>style.visibility</p:attrName>
                                        </p:attrNameLst>
                                      </p:cBhvr>
                                      <p:to>
                                        <p:strVal val="visible"/>
                                      </p:to>
                                    </p:set>
                                    <p:animEffect transition="in" filter="fade">
                                      <p:cBhvr>
                                        <p:cTn id="141" dur="1000"/>
                                        <p:tgtEl>
                                          <p:spTgt spid="5">
                                            <p:txEl>
                                              <p:pRg st="6" end="6"/>
                                            </p:txEl>
                                          </p:spTgt>
                                        </p:tgtEl>
                                      </p:cBhvr>
                                    </p:animEffect>
                                    <p:anim calcmode="lin" valueType="num">
                                      <p:cBhvr>
                                        <p:cTn id="142" dur="1000" fill="hold"/>
                                        <p:tgtEl>
                                          <p:spTgt spid="5">
                                            <p:txEl>
                                              <p:pRg st="6" end="6"/>
                                            </p:txEl>
                                          </p:spTgt>
                                        </p:tgtEl>
                                        <p:attrNameLst>
                                          <p:attrName>ppt_x</p:attrName>
                                        </p:attrNameLst>
                                      </p:cBhvr>
                                      <p:tavLst>
                                        <p:tav tm="0">
                                          <p:val>
                                            <p:strVal val="#ppt_x"/>
                                          </p:val>
                                        </p:tav>
                                        <p:tav tm="100000">
                                          <p:val>
                                            <p:strVal val="#ppt_x"/>
                                          </p:val>
                                        </p:tav>
                                      </p:tavLst>
                                    </p:anim>
                                    <p:anim calcmode="lin" valueType="num">
                                      <p:cBhvr>
                                        <p:cTn id="143" dur="1000" fill="hold"/>
                                        <p:tgtEl>
                                          <p:spTgt spid="5">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144" fill="hold">
                      <p:stCondLst>
                        <p:cond delay="indefinite"/>
                      </p:stCondLst>
                      <p:childTnLst>
                        <p:par>
                          <p:cTn id="145" fill="hold">
                            <p:stCondLst>
                              <p:cond delay="0"/>
                            </p:stCondLst>
                            <p:childTnLst>
                              <p:par>
                                <p:cTn id="146" presetID="42" presetClass="entr" presetSubtype="0" fill="hold" nodeType="clickEffect">
                                  <p:stCondLst>
                                    <p:cond delay="0"/>
                                  </p:stCondLst>
                                  <p:childTnLst>
                                    <p:set>
                                      <p:cBhvr>
                                        <p:cTn id="147" dur="1" fill="hold">
                                          <p:stCondLst>
                                            <p:cond delay="0"/>
                                          </p:stCondLst>
                                        </p:cTn>
                                        <p:tgtEl>
                                          <p:spTgt spid="5">
                                            <p:txEl>
                                              <p:pRg st="7" end="7"/>
                                            </p:txEl>
                                          </p:spTgt>
                                        </p:tgtEl>
                                        <p:attrNameLst>
                                          <p:attrName>style.visibility</p:attrName>
                                        </p:attrNameLst>
                                      </p:cBhvr>
                                      <p:to>
                                        <p:strVal val="visible"/>
                                      </p:to>
                                    </p:set>
                                    <p:animEffect transition="in" filter="fade">
                                      <p:cBhvr>
                                        <p:cTn id="148" dur="1000"/>
                                        <p:tgtEl>
                                          <p:spTgt spid="5">
                                            <p:txEl>
                                              <p:pRg st="7" end="7"/>
                                            </p:txEl>
                                          </p:spTgt>
                                        </p:tgtEl>
                                      </p:cBhvr>
                                    </p:animEffect>
                                    <p:anim calcmode="lin" valueType="num">
                                      <p:cBhvr>
                                        <p:cTn id="149" dur="1000" fill="hold"/>
                                        <p:tgtEl>
                                          <p:spTgt spid="5">
                                            <p:txEl>
                                              <p:pRg st="7" end="7"/>
                                            </p:txEl>
                                          </p:spTgt>
                                        </p:tgtEl>
                                        <p:attrNameLst>
                                          <p:attrName>ppt_x</p:attrName>
                                        </p:attrNameLst>
                                      </p:cBhvr>
                                      <p:tavLst>
                                        <p:tav tm="0">
                                          <p:val>
                                            <p:strVal val="#ppt_x"/>
                                          </p:val>
                                        </p:tav>
                                        <p:tav tm="100000">
                                          <p:val>
                                            <p:strVal val="#ppt_x"/>
                                          </p:val>
                                        </p:tav>
                                      </p:tavLst>
                                    </p:anim>
                                    <p:anim calcmode="lin" valueType="num">
                                      <p:cBhvr>
                                        <p:cTn id="150" dur="1000" fill="hold"/>
                                        <p:tgtEl>
                                          <p:spTgt spid="5">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42" presetClass="entr" presetSubtype="0" fill="hold" nodeType="clickEffect">
                                  <p:stCondLst>
                                    <p:cond delay="0"/>
                                  </p:stCondLst>
                                  <p:childTnLst>
                                    <p:set>
                                      <p:cBhvr>
                                        <p:cTn id="154" dur="1" fill="hold">
                                          <p:stCondLst>
                                            <p:cond delay="0"/>
                                          </p:stCondLst>
                                        </p:cTn>
                                        <p:tgtEl>
                                          <p:spTgt spid="5">
                                            <p:txEl>
                                              <p:pRg st="8" end="8"/>
                                            </p:txEl>
                                          </p:spTgt>
                                        </p:tgtEl>
                                        <p:attrNameLst>
                                          <p:attrName>style.visibility</p:attrName>
                                        </p:attrNameLst>
                                      </p:cBhvr>
                                      <p:to>
                                        <p:strVal val="visible"/>
                                      </p:to>
                                    </p:set>
                                    <p:animEffect transition="in" filter="fade">
                                      <p:cBhvr>
                                        <p:cTn id="155" dur="1000"/>
                                        <p:tgtEl>
                                          <p:spTgt spid="5">
                                            <p:txEl>
                                              <p:pRg st="8" end="8"/>
                                            </p:txEl>
                                          </p:spTgt>
                                        </p:tgtEl>
                                      </p:cBhvr>
                                    </p:animEffect>
                                    <p:anim calcmode="lin" valueType="num">
                                      <p:cBhvr>
                                        <p:cTn id="156" dur="1000" fill="hold"/>
                                        <p:tgtEl>
                                          <p:spTgt spid="5">
                                            <p:txEl>
                                              <p:pRg st="8" end="8"/>
                                            </p:txEl>
                                          </p:spTgt>
                                        </p:tgtEl>
                                        <p:attrNameLst>
                                          <p:attrName>ppt_x</p:attrName>
                                        </p:attrNameLst>
                                      </p:cBhvr>
                                      <p:tavLst>
                                        <p:tav tm="0">
                                          <p:val>
                                            <p:strVal val="#ppt_x"/>
                                          </p:val>
                                        </p:tav>
                                        <p:tav tm="100000">
                                          <p:val>
                                            <p:strVal val="#ppt_x"/>
                                          </p:val>
                                        </p:tav>
                                      </p:tavLst>
                                    </p:anim>
                                    <p:anim calcmode="lin" valueType="num">
                                      <p:cBhvr>
                                        <p:cTn id="157" dur="1000" fill="hold"/>
                                        <p:tgtEl>
                                          <p:spTgt spid="5">
                                            <p:txEl>
                                              <p:pRg st="8" end="8"/>
                                            </p:txEl>
                                          </p:spTgt>
                                        </p:tgtEl>
                                        <p:attrNameLst>
                                          <p:attrName>ppt_y</p:attrName>
                                        </p:attrNameLst>
                                      </p:cBhvr>
                                      <p:tavLst>
                                        <p:tav tm="0">
                                          <p:val>
                                            <p:strVal val="#ppt_y+.1"/>
                                          </p:val>
                                        </p:tav>
                                        <p:tav tm="100000">
                                          <p:val>
                                            <p:strVal val="#ppt_y"/>
                                          </p:val>
                                        </p:tav>
                                      </p:tavLst>
                                    </p:anim>
                                  </p:childTnLst>
                                </p:cTn>
                              </p:par>
                            </p:childTnLst>
                          </p:cTn>
                        </p:par>
                      </p:childTnLst>
                    </p:cTn>
                  </p:par>
                  <p:par>
                    <p:cTn id="158" fill="hold">
                      <p:stCondLst>
                        <p:cond delay="indefinite"/>
                      </p:stCondLst>
                      <p:childTnLst>
                        <p:par>
                          <p:cTn id="159" fill="hold">
                            <p:stCondLst>
                              <p:cond delay="0"/>
                            </p:stCondLst>
                            <p:childTnLst>
                              <p:par>
                                <p:cTn id="160" presetID="42" presetClass="entr" presetSubtype="0" fill="hold" nodeType="clickEffect">
                                  <p:stCondLst>
                                    <p:cond delay="0"/>
                                  </p:stCondLst>
                                  <p:childTnLst>
                                    <p:set>
                                      <p:cBhvr>
                                        <p:cTn id="161" dur="1" fill="hold">
                                          <p:stCondLst>
                                            <p:cond delay="0"/>
                                          </p:stCondLst>
                                        </p:cTn>
                                        <p:tgtEl>
                                          <p:spTgt spid="5">
                                            <p:txEl>
                                              <p:pRg st="9" end="9"/>
                                            </p:txEl>
                                          </p:spTgt>
                                        </p:tgtEl>
                                        <p:attrNameLst>
                                          <p:attrName>style.visibility</p:attrName>
                                        </p:attrNameLst>
                                      </p:cBhvr>
                                      <p:to>
                                        <p:strVal val="visible"/>
                                      </p:to>
                                    </p:set>
                                    <p:animEffect transition="in" filter="fade">
                                      <p:cBhvr>
                                        <p:cTn id="162" dur="1000"/>
                                        <p:tgtEl>
                                          <p:spTgt spid="5">
                                            <p:txEl>
                                              <p:pRg st="9" end="9"/>
                                            </p:txEl>
                                          </p:spTgt>
                                        </p:tgtEl>
                                      </p:cBhvr>
                                    </p:animEffect>
                                    <p:anim calcmode="lin" valueType="num">
                                      <p:cBhvr>
                                        <p:cTn id="163" dur="1000" fill="hold"/>
                                        <p:tgtEl>
                                          <p:spTgt spid="5">
                                            <p:txEl>
                                              <p:pRg st="9" end="9"/>
                                            </p:txEl>
                                          </p:spTgt>
                                        </p:tgtEl>
                                        <p:attrNameLst>
                                          <p:attrName>ppt_x</p:attrName>
                                        </p:attrNameLst>
                                      </p:cBhvr>
                                      <p:tavLst>
                                        <p:tav tm="0">
                                          <p:val>
                                            <p:strVal val="#ppt_x"/>
                                          </p:val>
                                        </p:tav>
                                        <p:tav tm="100000">
                                          <p:val>
                                            <p:strVal val="#ppt_x"/>
                                          </p:val>
                                        </p:tav>
                                      </p:tavLst>
                                    </p:anim>
                                    <p:anim calcmode="lin" valueType="num">
                                      <p:cBhvr>
                                        <p:cTn id="164" dur="1000" fill="hold"/>
                                        <p:tgtEl>
                                          <p:spTgt spid="5">
                                            <p:txEl>
                                              <p:pRg st="9" end="9"/>
                                            </p:txEl>
                                          </p:spTgt>
                                        </p:tgtEl>
                                        <p:attrNameLst>
                                          <p:attrName>ppt_y</p:attrName>
                                        </p:attrNameLst>
                                      </p:cBhvr>
                                      <p:tavLst>
                                        <p:tav tm="0">
                                          <p:val>
                                            <p:strVal val="#ppt_y+.1"/>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42" presetClass="entr" presetSubtype="0" fill="hold" nodeType="clickEffect">
                                  <p:stCondLst>
                                    <p:cond delay="0"/>
                                  </p:stCondLst>
                                  <p:childTnLst>
                                    <p:set>
                                      <p:cBhvr>
                                        <p:cTn id="168" dur="1" fill="hold">
                                          <p:stCondLst>
                                            <p:cond delay="0"/>
                                          </p:stCondLst>
                                        </p:cTn>
                                        <p:tgtEl>
                                          <p:spTgt spid="5">
                                            <p:txEl>
                                              <p:pRg st="10" end="10"/>
                                            </p:txEl>
                                          </p:spTgt>
                                        </p:tgtEl>
                                        <p:attrNameLst>
                                          <p:attrName>style.visibility</p:attrName>
                                        </p:attrNameLst>
                                      </p:cBhvr>
                                      <p:to>
                                        <p:strVal val="visible"/>
                                      </p:to>
                                    </p:set>
                                    <p:animEffect transition="in" filter="fade">
                                      <p:cBhvr>
                                        <p:cTn id="169" dur="1000"/>
                                        <p:tgtEl>
                                          <p:spTgt spid="5">
                                            <p:txEl>
                                              <p:pRg st="10" end="10"/>
                                            </p:txEl>
                                          </p:spTgt>
                                        </p:tgtEl>
                                      </p:cBhvr>
                                    </p:animEffect>
                                    <p:anim calcmode="lin" valueType="num">
                                      <p:cBhvr>
                                        <p:cTn id="170" dur="1000" fill="hold"/>
                                        <p:tgtEl>
                                          <p:spTgt spid="5">
                                            <p:txEl>
                                              <p:pRg st="10" end="10"/>
                                            </p:txEl>
                                          </p:spTgt>
                                        </p:tgtEl>
                                        <p:attrNameLst>
                                          <p:attrName>ppt_x</p:attrName>
                                        </p:attrNameLst>
                                      </p:cBhvr>
                                      <p:tavLst>
                                        <p:tav tm="0">
                                          <p:val>
                                            <p:strVal val="#ppt_x"/>
                                          </p:val>
                                        </p:tav>
                                        <p:tav tm="100000">
                                          <p:val>
                                            <p:strVal val="#ppt_x"/>
                                          </p:val>
                                        </p:tav>
                                      </p:tavLst>
                                    </p:anim>
                                    <p:anim calcmode="lin" valueType="num">
                                      <p:cBhvr>
                                        <p:cTn id="171" dur="1000" fill="hold"/>
                                        <p:tgtEl>
                                          <p:spTgt spid="5">
                                            <p:txEl>
                                              <p:pRg st="10" end="10"/>
                                            </p:txEl>
                                          </p:spTgt>
                                        </p:tgtEl>
                                        <p:attrNameLst>
                                          <p:attrName>ppt_y</p:attrName>
                                        </p:attrNameLst>
                                      </p:cBhvr>
                                      <p:tavLst>
                                        <p:tav tm="0">
                                          <p:val>
                                            <p:strVal val="#ppt_y+.1"/>
                                          </p:val>
                                        </p:tav>
                                        <p:tav tm="100000">
                                          <p:val>
                                            <p:strVal val="#ppt_y"/>
                                          </p:val>
                                        </p:tav>
                                      </p:tavLst>
                                    </p:anim>
                                  </p:childTnLst>
                                </p:cTn>
                              </p:par>
                            </p:childTnLst>
                          </p:cTn>
                        </p:par>
                      </p:childTnLst>
                    </p:cTn>
                  </p:par>
                  <p:par>
                    <p:cTn id="172" fill="hold">
                      <p:stCondLst>
                        <p:cond delay="indefinite"/>
                      </p:stCondLst>
                      <p:childTnLst>
                        <p:par>
                          <p:cTn id="173" fill="hold">
                            <p:stCondLst>
                              <p:cond delay="0"/>
                            </p:stCondLst>
                            <p:childTnLst>
                              <p:par>
                                <p:cTn id="174" presetID="42" presetClass="entr" presetSubtype="0" fill="hold" nodeType="clickEffect">
                                  <p:stCondLst>
                                    <p:cond delay="0"/>
                                  </p:stCondLst>
                                  <p:childTnLst>
                                    <p:set>
                                      <p:cBhvr>
                                        <p:cTn id="175" dur="1" fill="hold">
                                          <p:stCondLst>
                                            <p:cond delay="0"/>
                                          </p:stCondLst>
                                        </p:cTn>
                                        <p:tgtEl>
                                          <p:spTgt spid="5">
                                            <p:txEl>
                                              <p:pRg st="11" end="11"/>
                                            </p:txEl>
                                          </p:spTgt>
                                        </p:tgtEl>
                                        <p:attrNameLst>
                                          <p:attrName>style.visibility</p:attrName>
                                        </p:attrNameLst>
                                      </p:cBhvr>
                                      <p:to>
                                        <p:strVal val="visible"/>
                                      </p:to>
                                    </p:set>
                                    <p:animEffect transition="in" filter="fade">
                                      <p:cBhvr>
                                        <p:cTn id="176" dur="1000"/>
                                        <p:tgtEl>
                                          <p:spTgt spid="5">
                                            <p:txEl>
                                              <p:pRg st="11" end="11"/>
                                            </p:txEl>
                                          </p:spTgt>
                                        </p:tgtEl>
                                      </p:cBhvr>
                                    </p:animEffect>
                                    <p:anim calcmode="lin" valueType="num">
                                      <p:cBhvr>
                                        <p:cTn id="177" dur="1000" fill="hold"/>
                                        <p:tgtEl>
                                          <p:spTgt spid="5">
                                            <p:txEl>
                                              <p:pRg st="11" end="11"/>
                                            </p:txEl>
                                          </p:spTgt>
                                        </p:tgtEl>
                                        <p:attrNameLst>
                                          <p:attrName>ppt_x</p:attrName>
                                        </p:attrNameLst>
                                      </p:cBhvr>
                                      <p:tavLst>
                                        <p:tav tm="0">
                                          <p:val>
                                            <p:strVal val="#ppt_x"/>
                                          </p:val>
                                        </p:tav>
                                        <p:tav tm="100000">
                                          <p:val>
                                            <p:strVal val="#ppt_x"/>
                                          </p:val>
                                        </p:tav>
                                      </p:tavLst>
                                    </p:anim>
                                    <p:anim calcmode="lin" valueType="num">
                                      <p:cBhvr>
                                        <p:cTn id="178" dur="1000" fill="hold"/>
                                        <p:tgtEl>
                                          <p:spTgt spid="5">
                                            <p:txEl>
                                              <p:pRg st="11" end="11"/>
                                            </p:txEl>
                                          </p:spTgt>
                                        </p:tgtEl>
                                        <p:attrNameLst>
                                          <p:attrName>ppt_y</p:attrName>
                                        </p:attrNameLst>
                                      </p:cBhvr>
                                      <p:tavLst>
                                        <p:tav tm="0">
                                          <p:val>
                                            <p:strVal val="#ppt_y+.1"/>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4" fill="hold" nodeType="clickEffect">
                                  <p:stCondLst>
                                    <p:cond delay="0"/>
                                  </p:stCondLst>
                                  <p:childTnLst>
                                    <p:set>
                                      <p:cBhvr>
                                        <p:cTn id="182" dur="1" fill="hold">
                                          <p:stCondLst>
                                            <p:cond delay="0"/>
                                          </p:stCondLst>
                                        </p:cTn>
                                        <p:tgtEl>
                                          <p:spTgt spid="5">
                                            <p:txEl>
                                              <p:pRg st="12" end="12"/>
                                            </p:txEl>
                                          </p:spTgt>
                                        </p:tgtEl>
                                        <p:attrNameLst>
                                          <p:attrName>style.visibility</p:attrName>
                                        </p:attrNameLst>
                                      </p:cBhvr>
                                      <p:to>
                                        <p:strVal val="visible"/>
                                      </p:to>
                                    </p:set>
                                    <p:anim calcmode="lin" valueType="num">
                                      <p:cBhvr additive="base">
                                        <p:cTn id="183" dur="500" fill="hold"/>
                                        <p:tgtEl>
                                          <p:spTgt spid="5">
                                            <p:txEl>
                                              <p:pRg st="12" end="12"/>
                                            </p:txEl>
                                          </p:spTgt>
                                        </p:tgtEl>
                                        <p:attrNameLst>
                                          <p:attrName>ppt_x</p:attrName>
                                        </p:attrNameLst>
                                      </p:cBhvr>
                                      <p:tavLst>
                                        <p:tav tm="0">
                                          <p:val>
                                            <p:strVal val="#ppt_x"/>
                                          </p:val>
                                        </p:tav>
                                        <p:tav tm="100000">
                                          <p:val>
                                            <p:strVal val="#ppt_x"/>
                                          </p:val>
                                        </p:tav>
                                      </p:tavLst>
                                    </p:anim>
                                    <p:anim calcmode="lin" valueType="num">
                                      <p:cBhvr additive="base">
                                        <p:cTn id="184" dur="500" fill="hold"/>
                                        <p:tgtEl>
                                          <p:spTgt spid="5">
                                            <p:txEl>
                                              <p:pRg st="12" end="12"/>
                                            </p:txEl>
                                          </p:spTgt>
                                        </p:tgtEl>
                                        <p:attrNameLst>
                                          <p:attrName>ppt_y</p:attrName>
                                        </p:attrNameLst>
                                      </p:cBhvr>
                                      <p:tavLst>
                                        <p:tav tm="0">
                                          <p:val>
                                            <p:strVal val="1+#ppt_h/2"/>
                                          </p:val>
                                        </p:tav>
                                        <p:tav tm="100000">
                                          <p:val>
                                            <p:strVal val="#ppt_y"/>
                                          </p:val>
                                        </p:tav>
                                      </p:tavLst>
                                    </p:anim>
                                  </p:childTnLst>
                                </p:cTn>
                              </p:par>
                              <p:par>
                                <p:cTn id="185" presetID="2" presetClass="entr" presetSubtype="4" fill="hold" nodeType="withEffect">
                                  <p:stCondLst>
                                    <p:cond delay="0"/>
                                  </p:stCondLst>
                                  <p:childTnLst>
                                    <p:set>
                                      <p:cBhvr>
                                        <p:cTn id="186" dur="1" fill="hold">
                                          <p:stCondLst>
                                            <p:cond delay="0"/>
                                          </p:stCondLst>
                                        </p:cTn>
                                        <p:tgtEl>
                                          <p:spTgt spid="5">
                                            <p:txEl>
                                              <p:pRg st="13" end="13"/>
                                            </p:txEl>
                                          </p:spTgt>
                                        </p:tgtEl>
                                        <p:attrNameLst>
                                          <p:attrName>style.visibility</p:attrName>
                                        </p:attrNameLst>
                                      </p:cBhvr>
                                      <p:to>
                                        <p:strVal val="visible"/>
                                      </p:to>
                                    </p:set>
                                    <p:anim calcmode="lin" valueType="num">
                                      <p:cBhvr additive="base">
                                        <p:cTn id="187" dur="500" fill="hold"/>
                                        <p:tgtEl>
                                          <p:spTgt spid="5">
                                            <p:txEl>
                                              <p:pRg st="13" end="13"/>
                                            </p:txEl>
                                          </p:spTgt>
                                        </p:tgtEl>
                                        <p:attrNameLst>
                                          <p:attrName>ppt_x</p:attrName>
                                        </p:attrNameLst>
                                      </p:cBhvr>
                                      <p:tavLst>
                                        <p:tav tm="0">
                                          <p:val>
                                            <p:strVal val="#ppt_x"/>
                                          </p:val>
                                        </p:tav>
                                        <p:tav tm="100000">
                                          <p:val>
                                            <p:strVal val="#ppt_x"/>
                                          </p:val>
                                        </p:tav>
                                      </p:tavLst>
                                    </p:anim>
                                    <p:anim calcmode="lin" valueType="num">
                                      <p:cBhvr additive="base">
                                        <p:cTn id="188" dur="500" fill="hold"/>
                                        <p:tgtEl>
                                          <p:spTgt spid="5">
                                            <p:txEl>
                                              <p:pRg st="13" end="13"/>
                                            </p:txEl>
                                          </p:spTgt>
                                        </p:tgtEl>
                                        <p:attrNameLst>
                                          <p:attrName>ppt_y</p:attrName>
                                        </p:attrNameLst>
                                      </p:cBhvr>
                                      <p:tavLst>
                                        <p:tav tm="0">
                                          <p:val>
                                            <p:strVal val="1+#ppt_h/2"/>
                                          </p:val>
                                        </p:tav>
                                        <p:tav tm="100000">
                                          <p:val>
                                            <p:strVal val="#ppt_y"/>
                                          </p:val>
                                        </p:tav>
                                      </p:tavLst>
                                    </p:anim>
                                  </p:childTnLst>
                                </p:cTn>
                              </p:par>
                              <p:par>
                                <p:cTn id="189" presetID="2" presetClass="entr" presetSubtype="4" fill="hold" nodeType="withEffect">
                                  <p:stCondLst>
                                    <p:cond delay="0"/>
                                  </p:stCondLst>
                                  <p:childTnLst>
                                    <p:set>
                                      <p:cBhvr>
                                        <p:cTn id="190" dur="1" fill="hold">
                                          <p:stCondLst>
                                            <p:cond delay="0"/>
                                          </p:stCondLst>
                                        </p:cTn>
                                        <p:tgtEl>
                                          <p:spTgt spid="5">
                                            <p:txEl>
                                              <p:pRg st="14" end="14"/>
                                            </p:txEl>
                                          </p:spTgt>
                                        </p:tgtEl>
                                        <p:attrNameLst>
                                          <p:attrName>style.visibility</p:attrName>
                                        </p:attrNameLst>
                                      </p:cBhvr>
                                      <p:to>
                                        <p:strVal val="visible"/>
                                      </p:to>
                                    </p:set>
                                    <p:anim calcmode="lin" valueType="num">
                                      <p:cBhvr additive="base">
                                        <p:cTn id="191" dur="500" fill="hold"/>
                                        <p:tgtEl>
                                          <p:spTgt spid="5">
                                            <p:txEl>
                                              <p:pRg st="14" end="14"/>
                                            </p:txEl>
                                          </p:spTgt>
                                        </p:tgtEl>
                                        <p:attrNameLst>
                                          <p:attrName>ppt_x</p:attrName>
                                        </p:attrNameLst>
                                      </p:cBhvr>
                                      <p:tavLst>
                                        <p:tav tm="0">
                                          <p:val>
                                            <p:strVal val="#ppt_x"/>
                                          </p:val>
                                        </p:tav>
                                        <p:tav tm="100000">
                                          <p:val>
                                            <p:strVal val="#ppt_x"/>
                                          </p:val>
                                        </p:tav>
                                      </p:tavLst>
                                    </p:anim>
                                    <p:anim calcmode="lin" valueType="num">
                                      <p:cBhvr additive="base">
                                        <p:cTn id="192" dur="500" fill="hold"/>
                                        <p:tgtEl>
                                          <p:spTgt spid="5">
                                            <p:txEl>
                                              <p:pRg st="14" end="1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3261152" y="1794391"/>
            <a:ext cx="4479200" cy="800930"/>
          </a:xfrm>
        </p:spPr>
        <p:txBody>
          <a:bodyPr/>
          <a:lstStyle/>
          <a:p>
            <a:r>
              <a:rPr lang="zh-CN" altLang="en-US" dirty="0"/>
              <a:t>图的遍历</a:t>
            </a:r>
          </a:p>
        </p:txBody>
      </p:sp>
      <p:sp>
        <p:nvSpPr>
          <p:cNvPr id="5" name="文本占位符 4"/>
          <p:cNvSpPr>
            <a:spLocks noGrp="1"/>
          </p:cNvSpPr>
          <p:nvPr>
            <p:ph type="body" sz="quarter" idx="11"/>
          </p:nvPr>
        </p:nvSpPr>
        <p:spPr/>
        <p:txBody>
          <a:bodyPr/>
          <a:lstStyle/>
          <a:p>
            <a:r>
              <a:rPr lang="en-US" altLang="zh-CN" dirty="0"/>
              <a:t>03</a:t>
            </a:r>
            <a:endParaRPr lang="zh-CN" altLang="en-US" dirty="0"/>
          </a:p>
        </p:txBody>
      </p:sp>
      <p:sp>
        <p:nvSpPr>
          <p:cNvPr id="2" name="矩形 1"/>
          <p:cNvSpPr/>
          <p:nvPr/>
        </p:nvSpPr>
        <p:spPr>
          <a:xfrm>
            <a:off x="179512" y="440731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1224904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9036496" cy="3507876"/>
              </a:xfrm>
            </p:spPr>
            <p:txBody>
              <a:bodyPr/>
              <a:lstStyle/>
              <a:p>
                <a:pPr algn="just">
                  <a:lnSpc>
                    <a:spcPts val="2160"/>
                  </a:lnSpc>
                  <a:spcBef>
                    <a:spcPts val="0"/>
                  </a:spcBef>
                </a:pPr>
                <a:r>
                  <a:rPr lang="zh-CN" altLang="zh-CN" sz="1600" dirty="0">
                    <a:latin typeface="Times New Roman" panose="02020603050405020304" pitchFamily="18" charset="0"/>
                    <a:cs typeface="Times New Roman" panose="02020603050405020304" pitchFamily="18" charset="0"/>
                  </a:rPr>
                  <a:t>图的遍历</a:t>
                </a:r>
                <a:r>
                  <a:rPr lang="zh-CN" altLang="en-US"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从图中任意一个给定的顶点出发，按照某种搜索方法沿着图中的边访遍图中所有顶点，且每个顶点仅被访问一次的过程。</a:t>
                </a:r>
                <a:endParaRPr lang="en-US" altLang="zh-CN" sz="1600" dirty="0">
                  <a:latin typeface="Times New Roman" panose="02020603050405020304" pitchFamily="18" charset="0"/>
                  <a:cs typeface="Times New Roman" panose="02020603050405020304" pitchFamily="18" charset="0"/>
                </a:endParaRPr>
              </a:p>
              <a:p>
                <a:pPr algn="just">
                  <a:lnSpc>
                    <a:spcPts val="2160"/>
                  </a:lnSpc>
                  <a:spcBef>
                    <a:spcPts val="0"/>
                  </a:spcBef>
                </a:pPr>
                <a:r>
                  <a:rPr lang="zh-CN" altLang="zh-CN" sz="1600" dirty="0">
                    <a:latin typeface="Times New Roman" panose="02020603050405020304" pitchFamily="18" charset="0"/>
                    <a:cs typeface="Times New Roman" panose="02020603050405020304" pitchFamily="18" charset="0"/>
                  </a:rPr>
                  <a:t>图的遍历算法是求解图的连通性问题、拓扑排序和求关键路径等算法的基础。通过遍历可以找出某个顶点所在的极大连通子图，也可以消除图中的所有回路等。</a:t>
                </a:r>
              </a:p>
              <a:p>
                <a:pPr algn="just">
                  <a:lnSpc>
                    <a:spcPts val="2160"/>
                  </a:lnSpc>
                  <a:spcBef>
                    <a:spcPts val="0"/>
                  </a:spcBef>
                </a:pPr>
                <a:r>
                  <a:rPr lang="zh-CN" altLang="zh-CN" sz="1600" dirty="0">
                    <a:latin typeface="Times New Roman" panose="02020603050405020304" pitchFamily="18" charset="0"/>
                    <a:cs typeface="Times New Roman" panose="02020603050405020304" pitchFamily="18" charset="0"/>
                  </a:rPr>
                  <a:t>与树的遍历相比，图的遍历更复杂。因为树中任意两个顶点之间路径唯一，而图的初始点到达图中的某个顶点可能存在多条路径，也即图中有可能存在回路。因此，当沿着图中的一条路径访问过某个顶点后，可能还会沿着另一条路径回到该顶点。为了避免同一个顶点被重复访问，在图的遍历过程中，必须对访问过的顶点加以标记。可设置一个访问标志数组</a:t>
                </a:r>
                <a:r>
                  <a:rPr lang="en-US" altLang="zh-CN" sz="1600" dirty="0">
                    <a:latin typeface="Times New Roman" panose="02020603050405020304" pitchFamily="18" charset="0"/>
                    <a:cs typeface="Times New Roman" panose="02020603050405020304" pitchFamily="18" charset="0"/>
                  </a:rPr>
                  <a:t>visited[]</a:t>
                </a:r>
                <a:r>
                  <a:rPr lang="zh-CN" altLang="zh-CN" sz="1600" dirty="0">
                    <a:latin typeface="Times New Roman" panose="02020603050405020304" pitchFamily="18" charset="0"/>
                    <a:cs typeface="Times New Roman" panose="02020603050405020304" pitchFamily="18" charset="0"/>
                  </a:rPr>
                  <a:t>，当顶点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被访问过，则数组中元素</a:t>
                </a:r>
                <a:r>
                  <a:rPr lang="en-US" altLang="zh-CN" sz="1600" dirty="0">
                    <a:latin typeface="Times New Roman" panose="02020603050405020304" pitchFamily="18" charset="0"/>
                    <a:cs typeface="Times New Roman" panose="02020603050405020304" pitchFamily="18" charset="0"/>
                  </a:rPr>
                  <a:t>visited[</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置为</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，否则置为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a:t>
                </a:r>
              </a:p>
              <a:p>
                <a:pPr algn="just">
                  <a:lnSpc>
                    <a:spcPts val="2160"/>
                  </a:lnSpc>
                  <a:spcBef>
                    <a:spcPts val="0"/>
                  </a:spcBef>
                </a:pPr>
                <a:r>
                  <a:rPr lang="zh-CN" altLang="zh-CN" sz="1600" dirty="0">
                    <a:latin typeface="Times New Roman" panose="02020603050405020304" pitchFamily="18" charset="0"/>
                    <a:cs typeface="Times New Roman" panose="02020603050405020304" pitchFamily="18" charset="0"/>
                  </a:rPr>
                  <a:t>图有深度优先搜索（</a:t>
                </a:r>
                <a:r>
                  <a:rPr lang="en-US" altLang="zh-CN" sz="1600" dirty="0">
                    <a:latin typeface="Times New Roman" panose="02020603050405020304" pitchFamily="18" charset="0"/>
                    <a:cs typeface="Times New Roman" panose="02020603050405020304" pitchFamily="18" charset="0"/>
                  </a:rPr>
                  <a:t>DFS</a:t>
                </a:r>
                <a:r>
                  <a:rPr lang="zh-CN" altLang="zh-CN" sz="1600" dirty="0">
                    <a:latin typeface="Times New Roman" panose="02020603050405020304" pitchFamily="18" charset="0"/>
                    <a:cs typeface="Times New Roman" panose="02020603050405020304" pitchFamily="18" charset="0"/>
                  </a:rPr>
                  <a:t>）和广度优先搜索（ </a:t>
                </a:r>
                <a:r>
                  <a:rPr lang="en-US" altLang="zh-CN" sz="1600" dirty="0">
                    <a:latin typeface="Times New Roman" panose="02020603050405020304" pitchFamily="18" charset="0"/>
                    <a:cs typeface="Times New Roman" panose="02020603050405020304" pitchFamily="18" charset="0"/>
                  </a:rPr>
                  <a:t>BFS</a:t>
                </a:r>
                <a:r>
                  <a:rPr lang="zh-CN" altLang="zh-CN" sz="1600" dirty="0">
                    <a:latin typeface="Times New Roman" panose="02020603050405020304" pitchFamily="18" charset="0"/>
                    <a:cs typeface="Times New Roman" panose="02020603050405020304" pitchFamily="18" charset="0"/>
                  </a:rPr>
                  <a:t> ）</a:t>
                </a:r>
                <a:r>
                  <a:rPr lang="zh-CN" altLang="en-US" sz="1600" dirty="0">
                    <a:latin typeface="Times New Roman" panose="02020603050405020304" pitchFamily="18" charset="0"/>
                    <a:cs typeface="Times New Roman" panose="02020603050405020304" pitchFamily="18" charset="0"/>
                  </a:rPr>
                  <a:t>两</a:t>
                </a:r>
                <a:r>
                  <a:rPr lang="zh-CN" altLang="zh-CN" sz="1600" dirty="0">
                    <a:latin typeface="Times New Roman" panose="02020603050405020304" pitchFamily="18" charset="0"/>
                    <a:cs typeface="Times New Roman" panose="02020603050405020304" pitchFamily="18" charset="0"/>
                  </a:rPr>
                  <a:t>种常见的遍历方法。</a:t>
                </a:r>
              </a:p>
              <a:p>
                <a:pPr algn="just">
                  <a:lnSpc>
                    <a:spcPts val="2160"/>
                  </a:lnSpc>
                  <a:spcBef>
                    <a:spcPts val="0"/>
                  </a:spcBef>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9036496" cy="3507876"/>
              </a:xfrm>
              <a:blipFill>
                <a:blip r:embed="rId2"/>
                <a:stretch>
                  <a:fillRect l="-540" t="-870" r="-2834"/>
                </a:stretch>
              </a:blipFill>
            </p:spPr>
            <p:txBody>
              <a:bodyPr/>
              <a:lstStyle/>
              <a:p>
                <a:r>
                  <a:rPr lang="zh-CN" altLang="en-US">
                    <a:noFill/>
                  </a:rPr>
                  <a:t> </a:t>
                </a:r>
              </a:p>
            </p:txBody>
          </p:sp>
        </mc:Fallback>
      </mc:AlternateContent>
      <p:sp>
        <p:nvSpPr>
          <p:cNvPr id="4" name="文本框 3"/>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图的遍历</a:t>
            </a:r>
          </a:p>
        </p:txBody>
      </p:sp>
    </p:spTree>
    <p:extLst>
      <p:ext uri="{BB962C8B-B14F-4D97-AF65-F5344CB8AC3E}">
        <p14:creationId xmlns:p14="http://schemas.microsoft.com/office/powerpoint/2010/main" val="1618977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84339" y="987574"/>
            <a:ext cx="8928992" cy="3507876"/>
          </a:xfrm>
        </p:spPr>
        <p:txBody>
          <a:bodyPr/>
          <a:lstStyle/>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深度优先搜索类似于树的先序遍历，是树的先序遍历的推广。深度优先搜索是一个不断探查和回溯的过程，具体过程如下：</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从图中某顶点</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出发： </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）访问顶点</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的未被访问过的邻接点中选择一个顶点出发，继续对图进行深度优先遍历。若从图中某个顶点出发的所有邻接点都已访问过，则退回前一个结点继续上述过程；若退回初始点，则以</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为初始点的搜索结束。 </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以上为连通图的搜索算法，若图为非连通图，则还需增加（</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a:t>
            </a:r>
          </a:p>
          <a:p>
            <a:pPr marL="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）若图中尚有未被访问过的项点，则另选图中一个未曾访问过的顶点作为初始点，重复上述过程，直到图中所有顶点均被访问为止。</a:t>
            </a:r>
          </a:p>
          <a:p>
            <a:pPr marL="0" indent="0">
              <a:lnSpc>
                <a:spcPts val="2600"/>
              </a:lnSpc>
              <a:spcBef>
                <a:spcPts val="0"/>
              </a:spcBef>
              <a:buNone/>
            </a:pPr>
            <a:endParaRPr lang="zh-CN" altLang="en-US" sz="16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5127213" y="1563638"/>
            <a:ext cx="3816424" cy="3323987"/>
          </a:xfrm>
          <a:prstGeom prst="rect">
            <a:avLst/>
          </a:prstGeom>
          <a:solidFill>
            <a:schemeClr val="accent2"/>
          </a:solidFill>
        </p:spPr>
        <p:txBody>
          <a:bodyPr wrap="square" rtlCol="0">
            <a:spAutoFit/>
          </a:bodyPr>
          <a:lstStyle/>
          <a:p>
            <a:pPr algn="just"/>
            <a:r>
              <a:rPr lang="zh-CN" altLang="zh-CN" sz="1600" dirty="0">
                <a:latin typeface="黑体" panose="02010609060101010101" pitchFamily="49" charset="-122"/>
                <a:ea typeface="黑体" panose="02010609060101010101" pitchFamily="49" charset="-122"/>
              </a:rPr>
              <a:t>说明</a:t>
            </a:r>
            <a:r>
              <a:rPr lang="zh-CN" altLang="en-US" sz="1600" dirty="0">
                <a:latin typeface="黑体" panose="02010609060101010101" pitchFamily="49" charset="-122"/>
                <a:ea typeface="黑体" panose="02010609060101010101" pitchFamily="49" charset="-122"/>
              </a:rPr>
              <a:t>：</a:t>
            </a:r>
            <a:endParaRPr lang="en-US" altLang="zh-CN" sz="1600" dirty="0">
              <a:latin typeface="黑体" panose="02010609060101010101" pitchFamily="49" charset="-122"/>
              <a:ea typeface="黑体" panose="02010609060101010101" pitchFamily="49" charset="-122"/>
            </a:endParaRPr>
          </a:p>
          <a:p>
            <a:pPr algn="just"/>
            <a:r>
              <a:rPr lang="zh-CN" altLang="en-US" sz="1600" dirty="0">
                <a:latin typeface="黑体" panose="02010609060101010101" pitchFamily="49" charset="-122"/>
                <a:ea typeface="黑体" panose="02010609060101010101" pitchFamily="49" charset="-122"/>
              </a:rPr>
              <a:t>（</a:t>
            </a:r>
            <a:r>
              <a:rPr lang="en-US" altLang="zh-CN" sz="1600" dirty="0">
                <a:latin typeface="黑体" panose="02010609060101010101" pitchFamily="49" charset="-122"/>
                <a:ea typeface="黑体" panose="02010609060101010101" pitchFamily="49" charset="-122"/>
              </a:rPr>
              <a:t>1</a:t>
            </a:r>
            <a:r>
              <a:rPr lang="zh-CN" altLang="en-US" sz="1600" dirty="0">
                <a:latin typeface="黑体" panose="02010609060101010101" pitchFamily="49" charset="-122"/>
                <a:ea typeface="黑体" panose="02010609060101010101" pitchFamily="49" charset="-122"/>
              </a:rPr>
              <a:t>）</a:t>
            </a:r>
            <a:r>
              <a:rPr lang="zh-CN" altLang="zh-CN" sz="1600" dirty="0">
                <a:latin typeface="黑体" panose="02010609060101010101" pitchFamily="49" charset="-122"/>
                <a:ea typeface="黑体" panose="02010609060101010101" pitchFamily="49" charset="-122"/>
              </a:rPr>
              <a:t>若无向图是连通图，则一次遍历就能访问图中所有顶点；</a:t>
            </a:r>
            <a:endParaRPr lang="en-US" altLang="zh-CN" sz="1600" dirty="0">
              <a:latin typeface="黑体" panose="02010609060101010101" pitchFamily="49" charset="-122"/>
              <a:ea typeface="黑体" panose="02010609060101010101" pitchFamily="49" charset="-122"/>
            </a:endParaRPr>
          </a:p>
          <a:p>
            <a:pPr algn="just"/>
            <a:r>
              <a:rPr lang="zh-CN" altLang="en-US" sz="1600" dirty="0">
                <a:latin typeface="黑体" panose="02010609060101010101" pitchFamily="49" charset="-122"/>
                <a:ea typeface="黑体" panose="02010609060101010101" pitchFamily="49" charset="-122"/>
              </a:rPr>
              <a:t>（</a:t>
            </a:r>
            <a:r>
              <a:rPr lang="en-US" altLang="zh-CN" sz="1600" dirty="0">
                <a:latin typeface="黑体" panose="02010609060101010101" pitchFamily="49" charset="-122"/>
                <a:ea typeface="黑体" panose="02010609060101010101" pitchFamily="49" charset="-122"/>
              </a:rPr>
              <a:t>2</a:t>
            </a:r>
            <a:r>
              <a:rPr lang="zh-CN" altLang="en-US" sz="1600" dirty="0">
                <a:latin typeface="黑体" panose="02010609060101010101" pitchFamily="49" charset="-122"/>
                <a:ea typeface="黑体" panose="02010609060101010101" pitchFamily="49" charset="-122"/>
              </a:rPr>
              <a:t>）</a:t>
            </a:r>
            <a:r>
              <a:rPr lang="zh-CN" altLang="zh-CN" sz="1600" dirty="0">
                <a:latin typeface="黑体" panose="02010609060101010101" pitchFamily="49" charset="-122"/>
                <a:ea typeface="黑体" panose="02010609060101010101" pitchFamily="49" charset="-122"/>
              </a:rPr>
              <a:t>若无向图是非连通图，则只能访问到初始点所在连通分量中的所有顶点，还需要从其他连通分量中再选择初始点，分别进行遍历才能访问到图中所有顶点。</a:t>
            </a:r>
            <a:endParaRPr lang="en-US" altLang="zh-CN" sz="1600" dirty="0">
              <a:latin typeface="黑体" panose="02010609060101010101" pitchFamily="49" charset="-122"/>
              <a:ea typeface="黑体" panose="02010609060101010101" pitchFamily="49" charset="-122"/>
            </a:endParaRPr>
          </a:p>
          <a:p>
            <a:pPr algn="just"/>
            <a:r>
              <a:rPr lang="zh-CN" altLang="en-US" sz="1600" dirty="0">
                <a:latin typeface="黑体" panose="02010609060101010101" pitchFamily="49" charset="-122"/>
                <a:ea typeface="黑体" panose="02010609060101010101" pitchFamily="49" charset="-122"/>
              </a:rPr>
              <a:t>（</a:t>
            </a:r>
            <a:r>
              <a:rPr lang="en-US" altLang="zh-CN" sz="1600" dirty="0">
                <a:latin typeface="黑体" panose="02010609060101010101" pitchFamily="49" charset="-122"/>
                <a:ea typeface="黑体" panose="02010609060101010101" pitchFamily="49" charset="-122"/>
              </a:rPr>
              <a:t>3</a:t>
            </a:r>
            <a:r>
              <a:rPr lang="zh-CN" altLang="en-US" sz="1600" dirty="0">
                <a:latin typeface="黑体" panose="02010609060101010101" pitchFamily="49" charset="-122"/>
                <a:ea typeface="黑体" panose="02010609060101010101" pitchFamily="49" charset="-122"/>
              </a:rPr>
              <a:t>）</a:t>
            </a:r>
            <a:r>
              <a:rPr lang="zh-CN" altLang="zh-CN" sz="1600" dirty="0">
                <a:latin typeface="黑体" panose="02010609060101010101" pitchFamily="49" charset="-122"/>
                <a:ea typeface="黑体" panose="02010609060101010101" pitchFamily="49" charset="-122"/>
              </a:rPr>
              <a:t>对于有向图来说，若从初始点到图中的每个顶点都有路径，则一次遍历能够访问到图中所有顶点；否则，同样需要再选择初始点继续进行遍历，直到图中所有顶点均被访问为止。</a:t>
            </a:r>
          </a:p>
          <a:p>
            <a:endParaRPr lang="zh-CN" altLang="en-US" sz="1600" dirty="0">
              <a:latin typeface="黑体" panose="02010609060101010101" pitchFamily="49" charset="-122"/>
              <a:ea typeface="黑体" panose="02010609060101010101" pitchFamily="49" charset="-122"/>
            </a:endParaRPr>
          </a:p>
        </p:txBody>
      </p:sp>
      <p:sp>
        <p:nvSpPr>
          <p:cNvPr id="5" name="文本框 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深度优先搜索</a:t>
            </a:r>
          </a:p>
        </p:txBody>
      </p:sp>
    </p:spTree>
    <p:extLst>
      <p:ext uri="{BB962C8B-B14F-4D97-AF65-F5344CB8AC3E}">
        <p14:creationId xmlns:p14="http://schemas.microsoft.com/office/powerpoint/2010/main" val="441729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fade">
                                      <p:cBhvr>
                                        <p:cTn id="43" dur="1000"/>
                                        <p:tgtEl>
                                          <p:spTgt spid="4"/>
                                        </p:tgtEl>
                                      </p:cBhvr>
                                    </p:animEffect>
                                    <p:anim calcmode="lin" valueType="num">
                                      <p:cBhvr>
                                        <p:cTn id="44" dur="1000" fill="hold"/>
                                        <p:tgtEl>
                                          <p:spTgt spid="4"/>
                                        </p:tgtEl>
                                        <p:attrNameLst>
                                          <p:attrName>ppt_x</p:attrName>
                                        </p:attrNameLst>
                                      </p:cBhvr>
                                      <p:tavLst>
                                        <p:tav tm="0">
                                          <p:val>
                                            <p:strVal val="#ppt_x"/>
                                          </p:val>
                                        </p:tav>
                                        <p:tav tm="100000">
                                          <p:val>
                                            <p:strVal val="#ppt_x"/>
                                          </p:val>
                                        </p:tav>
                                      </p:tavLst>
                                    </p:anim>
                                    <p:anim calcmode="lin" valueType="num">
                                      <p:cBhvr>
                                        <p:cTn id="45"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nodeType="clickEffect">
                                  <p:stCondLst>
                                    <p:cond delay="0"/>
                                  </p:stCondLst>
                                  <p:childTnLst>
                                    <p:set>
                                      <p:cBhvr>
                                        <p:cTn id="49" dur="1" fill="hold">
                                          <p:stCondLst>
                                            <p:cond delay="0"/>
                                          </p:stCondLst>
                                        </p:cTn>
                                        <p:tgtEl>
                                          <p:spTgt spid="4">
                                            <p:txEl>
                                              <p:pRg st="0" end="0"/>
                                            </p:txEl>
                                          </p:spTgt>
                                        </p:tgtEl>
                                        <p:attrNameLst>
                                          <p:attrName>style.visibility</p:attrName>
                                        </p:attrNameLst>
                                      </p:cBhvr>
                                      <p:to>
                                        <p:strVal val="visible"/>
                                      </p:to>
                                    </p:set>
                                    <p:animEffect transition="in" filter="fade">
                                      <p:cBhvr>
                                        <p:cTn id="50" dur="1000"/>
                                        <p:tgtEl>
                                          <p:spTgt spid="4">
                                            <p:txEl>
                                              <p:pRg st="0" end="0"/>
                                            </p:txEl>
                                          </p:spTgt>
                                        </p:tgtEl>
                                      </p:cBhvr>
                                    </p:animEffect>
                                    <p:anim calcmode="lin" valueType="num">
                                      <p:cBhvr>
                                        <p:cTn id="51"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52"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nodeType="clickEffect">
                                  <p:stCondLst>
                                    <p:cond delay="0"/>
                                  </p:stCondLst>
                                  <p:childTnLst>
                                    <p:set>
                                      <p:cBhvr>
                                        <p:cTn id="56" dur="1" fill="hold">
                                          <p:stCondLst>
                                            <p:cond delay="0"/>
                                          </p:stCondLst>
                                        </p:cTn>
                                        <p:tgtEl>
                                          <p:spTgt spid="4">
                                            <p:txEl>
                                              <p:pRg st="1" end="1"/>
                                            </p:txEl>
                                          </p:spTgt>
                                        </p:tgtEl>
                                        <p:attrNameLst>
                                          <p:attrName>style.visibility</p:attrName>
                                        </p:attrNameLst>
                                      </p:cBhvr>
                                      <p:to>
                                        <p:strVal val="visible"/>
                                      </p:to>
                                    </p:set>
                                    <p:animEffect transition="in" filter="fade">
                                      <p:cBhvr>
                                        <p:cTn id="57" dur="1000"/>
                                        <p:tgtEl>
                                          <p:spTgt spid="4">
                                            <p:txEl>
                                              <p:pRg st="1" end="1"/>
                                            </p:txEl>
                                          </p:spTgt>
                                        </p:tgtEl>
                                      </p:cBhvr>
                                    </p:animEffect>
                                    <p:anim calcmode="lin" valueType="num">
                                      <p:cBhvr>
                                        <p:cTn id="58"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59"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nodeType="clickEffect">
                                  <p:stCondLst>
                                    <p:cond delay="0"/>
                                  </p:stCondLst>
                                  <p:childTnLst>
                                    <p:set>
                                      <p:cBhvr>
                                        <p:cTn id="63" dur="1" fill="hold">
                                          <p:stCondLst>
                                            <p:cond delay="0"/>
                                          </p:stCondLst>
                                        </p:cTn>
                                        <p:tgtEl>
                                          <p:spTgt spid="4">
                                            <p:txEl>
                                              <p:pRg st="2" end="2"/>
                                            </p:txEl>
                                          </p:spTgt>
                                        </p:tgtEl>
                                        <p:attrNameLst>
                                          <p:attrName>style.visibility</p:attrName>
                                        </p:attrNameLst>
                                      </p:cBhvr>
                                      <p:to>
                                        <p:strVal val="visible"/>
                                      </p:to>
                                    </p:set>
                                    <p:animEffect transition="in" filter="fade">
                                      <p:cBhvr>
                                        <p:cTn id="64" dur="1000"/>
                                        <p:tgtEl>
                                          <p:spTgt spid="4">
                                            <p:txEl>
                                              <p:pRg st="2" end="2"/>
                                            </p:txEl>
                                          </p:spTgt>
                                        </p:tgtEl>
                                      </p:cBhvr>
                                    </p:animEffect>
                                    <p:anim calcmode="lin" valueType="num">
                                      <p:cBhvr>
                                        <p:cTn id="65"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66"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nodeType="clickEffect">
                                  <p:stCondLst>
                                    <p:cond delay="0"/>
                                  </p:stCondLst>
                                  <p:childTnLst>
                                    <p:set>
                                      <p:cBhvr>
                                        <p:cTn id="70" dur="1" fill="hold">
                                          <p:stCondLst>
                                            <p:cond delay="0"/>
                                          </p:stCondLst>
                                        </p:cTn>
                                        <p:tgtEl>
                                          <p:spTgt spid="4">
                                            <p:txEl>
                                              <p:pRg st="3" end="3"/>
                                            </p:txEl>
                                          </p:spTgt>
                                        </p:tgtEl>
                                        <p:attrNameLst>
                                          <p:attrName>style.visibility</p:attrName>
                                        </p:attrNameLst>
                                      </p:cBhvr>
                                      <p:to>
                                        <p:strVal val="visible"/>
                                      </p:to>
                                    </p:set>
                                    <p:animEffect transition="in" filter="fade">
                                      <p:cBhvr>
                                        <p:cTn id="71" dur="1000"/>
                                        <p:tgtEl>
                                          <p:spTgt spid="4">
                                            <p:txEl>
                                              <p:pRg st="3" end="3"/>
                                            </p:txEl>
                                          </p:spTgt>
                                        </p:tgtEl>
                                      </p:cBhvr>
                                    </p:animEffect>
                                    <p:anim calcmode="lin" valueType="num">
                                      <p:cBhvr>
                                        <p:cTn id="72"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73"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467544" y="1059582"/>
                <a:ext cx="5112568" cy="1440160"/>
              </a:xfrm>
            </p:spPr>
            <p:txBody>
              <a:bodyPr/>
              <a:lstStyle/>
              <a:p>
                <a:pPr algn="just"/>
                <a:r>
                  <a:rPr lang="zh-CN" altLang="zh-CN" sz="1600" dirty="0">
                    <a:latin typeface="Times New Roman" panose="02020603050405020304" pitchFamily="18" charset="0"/>
                    <a:cs typeface="Times New Roman" panose="02020603050405020304" pitchFamily="18" charset="0"/>
                  </a:rPr>
                  <a:t>由于图是一种多对多的网状结构，所以深度优先搜索序列不一定唯一。例如，顶点序列</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8</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7</m:t>
                        </m:r>
                      </m:sub>
                    </m:sSub>
                  </m:oMath>
                </a14:m>
                <a:r>
                  <a:rPr lang="zh-CN" altLang="zh-CN" sz="1600" dirty="0">
                    <a:latin typeface="Times New Roman" panose="02020603050405020304" pitchFamily="18" charset="0"/>
                    <a:cs typeface="Times New Roman" panose="02020603050405020304" pitchFamily="18" charset="0"/>
                  </a:rPr>
                  <a:t>和</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8</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7</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oMath>
                </a14:m>
                <a:r>
                  <a:rPr lang="zh-CN" altLang="zh-CN" sz="1600" dirty="0">
                    <a:latin typeface="Times New Roman" panose="02020603050405020304" pitchFamily="18" charset="0"/>
                    <a:cs typeface="Times New Roman" panose="02020603050405020304" pitchFamily="18" charset="0"/>
                  </a:rPr>
                  <a:t>等均为图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中的无向图的深度优先搜索序列。</a:t>
                </a: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467544" y="1059582"/>
                <a:ext cx="5112568" cy="1440160"/>
              </a:xfrm>
              <a:blipFill>
                <a:blip r:embed="rId2"/>
                <a:stretch>
                  <a:fillRect l="-955" r="-1074" b="-8898"/>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386223" y="7070"/>
            <a:ext cx="2022793" cy="2492672"/>
          </a:xfrm>
          <a:prstGeom prst="rect">
            <a:avLst/>
          </a:prstGeom>
        </p:spPr>
      </p:pic>
      <p:pic>
        <p:nvPicPr>
          <p:cNvPr id="5" name="图片 4"/>
          <p:cNvPicPr>
            <a:picLocks noChangeAspect="1"/>
          </p:cNvPicPr>
          <p:nvPr/>
        </p:nvPicPr>
        <p:blipFill>
          <a:blip r:embed="rId4"/>
          <a:stretch>
            <a:fillRect/>
          </a:stretch>
        </p:blipFill>
        <p:spPr>
          <a:xfrm>
            <a:off x="5957460" y="2643758"/>
            <a:ext cx="2880320" cy="2143613"/>
          </a:xfrm>
          <a:prstGeom prst="rect">
            <a:avLst/>
          </a:prstGeom>
        </p:spPr>
      </p:pic>
      <mc:AlternateContent xmlns:mc="http://schemas.openxmlformats.org/markup-compatibility/2006" xmlns:a14="http://schemas.microsoft.com/office/drawing/2010/main">
        <mc:Choice Requires="a14">
          <p:sp>
            <p:nvSpPr>
              <p:cNvPr id="6" name="文本框 5"/>
              <p:cNvSpPr txBox="1"/>
              <p:nvPr/>
            </p:nvSpPr>
            <p:spPr>
              <a:xfrm>
                <a:off x="395536" y="2643758"/>
                <a:ext cx="5184576" cy="1894749"/>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但一旦图的存储结构确定后（如图</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(b)</a:t>
                </a: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为图</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a:t>
                </a: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的邻接表存储结构），其搜索序列是唯一的。</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gn="just">
                  <a:lnSpc>
                    <a:spcPct val="150000"/>
                  </a:lnSpc>
                </a:pP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      图</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a:t>
                </a: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中从</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oMath>
                </a14:m>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出发的深度优先搜索序列为：</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algn="just">
                  <a:lnSpc>
                    <a:spcPct val="150000"/>
                  </a:lnSpc>
                </a:pPr>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4</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8</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7</m:t>
                          </m:r>
                        </m:sub>
                      </m:sSub>
                    </m:oMath>
                  </m:oMathPara>
                </a14:m>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pPr marL="285750" indent="-285750">
                  <a:lnSpc>
                    <a:spcPct val="150000"/>
                  </a:lnSpc>
                  <a:buFont typeface="Arial" panose="020B0604020202020204" pitchFamily="34" charset="0"/>
                  <a:buChar char="•"/>
                </a:pPr>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mc:Choice>
        <mc:Fallback xmlns="">
          <p:sp>
            <p:nvSpPr>
              <p:cNvPr id="6" name="文本框 5"/>
              <p:cNvSpPr txBox="1">
                <a:spLocks noRot="1" noChangeAspect="1" noMove="1" noResize="1" noEditPoints="1" noAdjustHandles="1" noChangeArrowheads="1" noChangeShapeType="1" noTextEdit="1"/>
              </p:cNvSpPr>
              <p:nvPr/>
            </p:nvSpPr>
            <p:spPr>
              <a:xfrm>
                <a:off x="395536" y="2643758"/>
                <a:ext cx="5184576" cy="1894749"/>
              </a:xfrm>
              <a:prstGeom prst="rect">
                <a:avLst/>
              </a:prstGeom>
              <a:blipFill>
                <a:blip r:embed="rId5"/>
                <a:stretch>
                  <a:fillRect l="-471" r="-588"/>
                </a:stretch>
              </a:blipFill>
            </p:spPr>
            <p:txBody>
              <a:bodyPr/>
              <a:lstStyle/>
              <a:p>
                <a:r>
                  <a:rPr lang="zh-CN" altLang="en-US">
                    <a:noFill/>
                  </a:rPr>
                  <a:t> </a:t>
                </a:r>
              </a:p>
            </p:txBody>
          </p:sp>
        </mc:Fallback>
      </mc:AlternateContent>
      <p:sp>
        <p:nvSpPr>
          <p:cNvPr id="7" name="文本框 6"/>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深度优先搜索示例</a:t>
            </a:r>
          </a:p>
        </p:txBody>
      </p:sp>
    </p:spTree>
    <p:extLst>
      <p:ext uri="{BB962C8B-B14F-4D97-AF65-F5344CB8AC3E}">
        <p14:creationId xmlns:p14="http://schemas.microsoft.com/office/powerpoint/2010/main" val="3066555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ppt_x"/>
                                          </p:val>
                                        </p:tav>
                                        <p:tav tm="100000">
                                          <p:val>
                                            <p:strVal val="#ppt_x"/>
                                          </p:val>
                                        </p:tav>
                                      </p:tavLst>
                                    </p:anim>
                                    <p:anim calcmode="lin" valueType="num">
                                      <p:cBhvr additive="base">
                                        <p:cTn id="2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59582"/>
                <a:ext cx="7137400" cy="3507876"/>
              </a:xfrm>
            </p:spPr>
            <p:txBody>
              <a:bodyPr/>
              <a:lstStyle/>
              <a:p>
                <a:pPr marL="0" indent="0">
                  <a:lnSpc>
                    <a:spcPts val="2500"/>
                  </a:lnSpc>
                  <a:spcBef>
                    <a:spcPts val="0"/>
                  </a:spcBef>
                  <a:buNone/>
                </a:pP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visited[</a:t>
                </a:r>
                <a:r>
                  <a:rPr lang="en-US" altLang="zh-CN" sz="1600" dirty="0" err="1">
                    <a:latin typeface="Times New Roman" panose="02020603050405020304" pitchFamily="18" charset="0"/>
                    <a:cs typeface="Times New Roman" panose="02020603050405020304" pitchFamily="18" charset="0"/>
                  </a:rPr>
                  <a:t>MaxVex</a:t>
                </a: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访问标志数组，初始时所有元素值为</a:t>
                </a:r>
                <a:r>
                  <a:rPr lang="en-US" altLang="zh-CN" sz="1600" dirty="0">
                    <a:latin typeface="Times New Roman" panose="02020603050405020304" pitchFamily="18" charset="0"/>
                    <a:cs typeface="Times New Roman" panose="02020603050405020304" pitchFamily="18" charset="0"/>
                  </a:rPr>
                  <a:t>0</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void </a:t>
                </a:r>
                <a:r>
                  <a:rPr lang="en-US" altLang="zh-CN" sz="1600" dirty="0" err="1">
                    <a:latin typeface="Times New Roman" panose="02020603050405020304" pitchFamily="18" charset="0"/>
                    <a:cs typeface="Times New Roman" panose="02020603050405020304" pitchFamily="18" charset="0"/>
                  </a:rPr>
                  <a:t>ALGraph</a:t>
                </a:r>
                <a:r>
                  <a:rPr lang="en-US" altLang="zh-CN" sz="1600" dirty="0">
                    <a:latin typeface="Times New Roman" panose="02020603050405020304" pitchFamily="18" charset="0"/>
                    <a:cs typeface="Times New Roman" panose="02020603050405020304" pitchFamily="18" charset="0"/>
                  </a:rPr>
                  <a:t>::DFS(</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v){ </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latin typeface="Times New Roman" panose="02020603050405020304" pitchFamily="18" charset="0"/>
                    <a:cs typeface="Times New Roman" panose="02020603050405020304" pitchFamily="18" charset="0"/>
                  </a:rPr>
                  <a:t>为初始点的连通分量的深度优先搜索算法如下：</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ArcNode</a:t>
                </a:r>
                <a:r>
                  <a:rPr lang="en-US" altLang="zh-CN" sz="1600" dirty="0">
                    <a:latin typeface="Times New Roman" panose="02020603050405020304" pitchFamily="18" charset="0"/>
                    <a:cs typeface="Times New Roman" panose="02020603050405020304" pitchFamily="18" charset="0"/>
                  </a:rPr>
                  <a:t> *p;</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h=</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(v);</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cout</a:t>
                </a:r>
                <a:r>
                  <a:rPr lang="en-US" altLang="zh-CN" sz="1600" dirty="0">
                    <a:latin typeface="Times New Roman" panose="02020603050405020304" pitchFamily="18" charset="0"/>
                    <a:cs typeface="Times New Roman" panose="02020603050405020304" pitchFamily="18" charset="0"/>
                  </a:rPr>
                  <a:t>&lt;&lt;v;                    //</a:t>
                </a:r>
                <a:r>
                  <a:rPr lang="zh-CN" altLang="zh-CN" sz="1600" dirty="0">
                    <a:latin typeface="Times New Roman" panose="02020603050405020304" pitchFamily="18" charset="0"/>
                    <a:cs typeface="Times New Roman" panose="02020603050405020304" pitchFamily="18" charset="0"/>
                  </a:rPr>
                  <a:t>访问该顶点</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visited[h]=1;               //</a:t>
                </a:r>
                <a:r>
                  <a:rPr lang="zh-CN" altLang="zh-CN" sz="1600" dirty="0">
                    <a:latin typeface="Times New Roman" panose="02020603050405020304" pitchFamily="18" charset="0"/>
                    <a:cs typeface="Times New Roman" panose="02020603050405020304" pitchFamily="18" charset="0"/>
                  </a:rPr>
                  <a:t>置访问标记为</a:t>
                </a:r>
                <a:r>
                  <a:rPr lang="en-US" altLang="zh-CN" sz="1600" dirty="0">
                    <a:latin typeface="Times New Roman" panose="02020603050405020304" pitchFamily="18" charset="0"/>
                    <a:cs typeface="Times New Roman" panose="02020603050405020304" pitchFamily="18" charset="0"/>
                  </a:rPr>
                  <a:t>1</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for(p=</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[h].</a:t>
                </a:r>
                <a:r>
                  <a:rPr lang="en-US" altLang="zh-CN" sz="1600" dirty="0" err="1">
                    <a:latin typeface="Times New Roman" panose="02020603050405020304" pitchFamily="18" charset="0"/>
                    <a:cs typeface="Times New Roman" panose="02020603050405020304" pitchFamily="18" charset="0"/>
                  </a:rPr>
                  <a:t>firstarc;p;p</a:t>
                </a:r>
                <a:r>
                  <a:rPr lang="en-US" altLang="zh-CN" sz="1600" dirty="0">
                    <a:latin typeface="Times New Roman" panose="02020603050405020304" pitchFamily="18" charset="0"/>
                    <a:cs typeface="Times New Roman" panose="02020603050405020304" pitchFamily="18" charset="0"/>
                  </a:rPr>
                  <a:t>=p-&gt;</a:t>
                </a:r>
                <a:r>
                  <a:rPr lang="en-US" altLang="zh-CN" sz="1600" dirty="0" err="1">
                    <a:latin typeface="Times New Roman" panose="02020603050405020304" pitchFamily="18" charset="0"/>
                    <a:cs typeface="Times New Roman" panose="02020603050405020304" pitchFamily="18" charset="0"/>
                  </a:rPr>
                  <a:t>nextarc</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if(visited[p-&gt;</a:t>
                </a:r>
                <a:r>
                  <a:rPr lang="en-US" altLang="zh-CN" sz="1600" dirty="0" err="1">
                    <a:latin typeface="Times New Roman" panose="02020603050405020304" pitchFamily="18" charset="0"/>
                    <a:cs typeface="Times New Roman" panose="02020603050405020304" pitchFamily="18" charset="0"/>
                  </a:rPr>
                  <a:t>adjvex</a:t>
                </a:r>
                <a:r>
                  <a:rPr lang="en-US" altLang="zh-CN" sz="1600" dirty="0">
                    <a:latin typeface="Times New Roman" panose="02020603050405020304" pitchFamily="18" charset="0"/>
                    <a:cs typeface="Times New Roman" panose="02020603050405020304" pitchFamily="18" charset="0"/>
                  </a:rPr>
                  <a:t>]==0)   //</a:t>
                </a:r>
                <a:r>
                  <a:rPr lang="zh-CN" altLang="zh-CN" sz="1600" dirty="0">
                    <a:latin typeface="Times New Roman" panose="02020603050405020304" pitchFamily="18" charset="0"/>
                    <a:cs typeface="Times New Roman" panose="02020603050405020304" pitchFamily="18" charset="0"/>
                  </a:rPr>
                  <a:t>若</a:t>
                </a:r>
                <a:r>
                  <a:rPr lang="en-US" altLang="zh-CN" sz="1600" dirty="0">
                    <a:latin typeface="Times New Roman" panose="02020603050405020304" pitchFamily="18" charset="0"/>
                    <a:cs typeface="Times New Roman" panose="02020603050405020304" pitchFamily="18" charset="0"/>
                  </a:rPr>
                  <a:t>p-&gt;</a:t>
                </a:r>
                <a:r>
                  <a:rPr lang="en-US" altLang="zh-CN" sz="1600" dirty="0" err="1">
                    <a:latin typeface="Times New Roman" panose="02020603050405020304" pitchFamily="18" charset="0"/>
                    <a:cs typeface="Times New Roman" panose="02020603050405020304" pitchFamily="18" charset="0"/>
                  </a:rPr>
                  <a:t>adjvex</a:t>
                </a:r>
                <a:r>
                  <a:rPr lang="zh-CN" altLang="zh-CN" sz="1600" dirty="0">
                    <a:latin typeface="Times New Roman" panose="02020603050405020304" pitchFamily="18" charset="0"/>
                    <a:cs typeface="Times New Roman" panose="02020603050405020304" pitchFamily="18" charset="0"/>
                  </a:rPr>
                  <a:t>顶点未访问，递归访问其邻接点</a:t>
                </a:r>
              </a:p>
              <a:p>
                <a:pPr marL="0" indent="0">
                  <a:lnSpc>
                    <a:spcPts val="2500"/>
                  </a:lnSpc>
                  <a:spcBef>
                    <a:spcPts val="0"/>
                  </a:spcBef>
                  <a:buNone/>
                </a:pPr>
                <a:r>
                  <a:rPr lang="en-US" altLang="zh-CN" sz="1600" dirty="0">
                    <a:latin typeface="Times New Roman" panose="02020603050405020304" pitchFamily="18" charset="0"/>
                    <a:cs typeface="Times New Roman" panose="02020603050405020304" pitchFamily="18" charset="0"/>
                  </a:rPr>
                  <a:t>         DFS(</a:t>
                </a:r>
                <a:r>
                  <a:rPr lang="en-US" altLang="zh-CN" sz="1600" dirty="0" err="1">
                    <a:latin typeface="Times New Roman" panose="02020603050405020304" pitchFamily="18" charset="0"/>
                    <a:cs typeface="Times New Roman" panose="02020603050405020304" pitchFamily="18" charset="0"/>
                  </a:rPr>
                  <a:t>ag.vertice</a:t>
                </a:r>
                <a:r>
                  <a:rPr lang="en-US" altLang="zh-CN" sz="1800" dirty="0" err="1">
                    <a:latin typeface="Times New Roman" panose="02020603050405020304" pitchFamily="18" charset="0"/>
                    <a:cs typeface="Times New Roman" panose="02020603050405020304" pitchFamily="18" charset="0"/>
                  </a:rPr>
                  <a:t>s</a:t>
                </a:r>
                <a:r>
                  <a:rPr lang="en-US" altLang="zh-CN" sz="1800" dirty="0">
                    <a:latin typeface="Times New Roman" panose="02020603050405020304" pitchFamily="18" charset="0"/>
                    <a:cs typeface="Times New Roman" panose="02020603050405020304" pitchFamily="18" charset="0"/>
                  </a:rPr>
                  <a:t>[p-&gt;</a:t>
                </a:r>
                <a:r>
                  <a:rPr lang="en-US" altLang="zh-CN" sz="1800" dirty="0" err="1">
                    <a:latin typeface="Times New Roman" panose="02020603050405020304" pitchFamily="18" charset="0"/>
                    <a:cs typeface="Times New Roman" panose="02020603050405020304" pitchFamily="18" charset="0"/>
                  </a:rPr>
                  <a:t>adjvex</a:t>
                </a:r>
                <a:r>
                  <a:rPr lang="en-US" altLang="zh-CN" sz="1800" dirty="0">
                    <a:latin typeface="Times New Roman" panose="02020603050405020304" pitchFamily="18" charset="0"/>
                    <a:cs typeface="Times New Roman" panose="02020603050405020304" pitchFamily="18" charset="0"/>
                  </a:rPr>
                  <a:t>].data);</a:t>
                </a:r>
                <a:endParaRPr lang="zh-CN" altLang="zh-CN" sz="1800" dirty="0">
                  <a:latin typeface="Times New Roman" panose="02020603050405020304" pitchFamily="18" charset="0"/>
                  <a:cs typeface="Times New Roman" panose="02020603050405020304" pitchFamily="18" charset="0"/>
                </a:endParaRPr>
              </a:p>
              <a:p>
                <a:pPr marL="0" indent="0">
                  <a:lnSpc>
                    <a:spcPts val="2500"/>
                  </a:lnSpc>
                  <a:spcBef>
                    <a:spcPts val="0"/>
                  </a:spcBef>
                  <a:buNone/>
                </a:pPr>
                <a:r>
                  <a:rPr lang="en-US" altLang="zh-CN" sz="1800" dirty="0">
                    <a:latin typeface="Times New Roman" panose="02020603050405020304" pitchFamily="18" charset="0"/>
                    <a:cs typeface="Times New Roman" panose="02020603050405020304" pitchFamily="18" charset="0"/>
                  </a:rPr>
                  <a:t>}  </a:t>
                </a:r>
                <a:endParaRPr lang="zh-CN" altLang="zh-CN" sz="1800" dirty="0">
                  <a:latin typeface="Times New Roman" panose="02020603050405020304" pitchFamily="18" charset="0"/>
                  <a:cs typeface="Times New Roman" panose="02020603050405020304" pitchFamily="18" charset="0"/>
                </a:endParaRPr>
              </a:p>
              <a:p>
                <a:pPr marL="0" indent="0">
                  <a:lnSpc>
                    <a:spcPts val="2500"/>
                  </a:lnSpc>
                  <a:spcBef>
                    <a:spcPts val="0"/>
                  </a:spcBef>
                  <a:buNone/>
                </a:pPr>
                <a:endParaRPr lang="zh-CN" altLang="en-US" sz="18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59582"/>
                <a:ext cx="7137400" cy="3507876"/>
              </a:xfrm>
              <a:blipFill>
                <a:blip r:embed="rId2"/>
                <a:stretch>
                  <a:fillRect l="-1025" b="-4000"/>
                </a:stretch>
              </a:blipFill>
            </p:spPr>
            <p:txBody>
              <a:bodyPr/>
              <a:lstStyle/>
              <a:p>
                <a:r>
                  <a:rPr lang="zh-CN" altLang="en-US">
                    <a:noFill/>
                  </a:rPr>
                  <a:t> </a:t>
                </a:r>
              </a:p>
            </p:txBody>
          </p:sp>
        </mc:Fallback>
      </mc:AlternateContent>
      <p:sp>
        <p:nvSpPr>
          <p:cNvPr id="4" name="文本框 3"/>
          <p:cNvSpPr txBox="1"/>
          <p:nvPr/>
        </p:nvSpPr>
        <p:spPr>
          <a:xfrm>
            <a:off x="4211960" y="987574"/>
            <a:ext cx="4392488" cy="2554545"/>
          </a:xfrm>
          <a:prstGeom prst="rect">
            <a:avLst/>
          </a:prstGeom>
          <a:solidFill>
            <a:schemeClr val="accent2"/>
          </a:solidFill>
        </p:spPr>
        <p:txBody>
          <a:bodyPr wrap="square" rtlCol="0">
            <a:spAutoFit/>
          </a:bodyPr>
          <a:lstStyle/>
          <a:p>
            <a:r>
              <a:rPr lang="en-US" altLang="zh-CN" dirty="0">
                <a:latin typeface="Times New Roman" panose="02020603050405020304" pitchFamily="18" charset="0"/>
                <a:ea typeface="黑体" panose="02010609060101010101" pitchFamily="49" charset="-122"/>
                <a:cs typeface="Times New Roman" panose="02020603050405020304" pitchFamily="18" charset="0"/>
              </a:rPr>
              <a:t>void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ALGraph</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DFSTraverse</a:t>
            </a: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对图作深度优先搜索</a:t>
            </a: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ag.vexnum;i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visited[</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]=0</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访问标志初始化</a:t>
            </a: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for(</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=0;i&lt;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ag.vexnum;i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if(!visited[</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400" dirty="0">
                <a:latin typeface="Times New Roman" panose="02020603050405020304" pitchFamily="18" charset="0"/>
                <a:ea typeface="黑体" panose="02010609060101010101" pitchFamily="49" charset="-122"/>
                <a:cs typeface="Times New Roman" panose="02020603050405020304" pitchFamily="18" charset="0"/>
              </a:rPr>
              <a:t>//</a:t>
            </a:r>
            <a:r>
              <a:rPr lang="zh-CN" altLang="zh-CN" sz="1400" dirty="0">
                <a:latin typeface="Times New Roman" panose="02020603050405020304" pitchFamily="18" charset="0"/>
                <a:ea typeface="黑体" panose="02010609060101010101" pitchFamily="49" charset="-122"/>
                <a:cs typeface="Times New Roman" panose="02020603050405020304" pitchFamily="18" charset="0"/>
              </a:rPr>
              <a:t>对尚未访问的顶点调用</a:t>
            </a:r>
            <a:r>
              <a:rPr lang="en-US" altLang="zh-CN" sz="1400" dirty="0">
                <a:latin typeface="Times New Roman" panose="02020603050405020304" pitchFamily="18" charset="0"/>
                <a:ea typeface="黑体" panose="02010609060101010101" pitchFamily="49" charset="-122"/>
                <a:cs typeface="Times New Roman" panose="02020603050405020304" pitchFamily="18" charset="0"/>
              </a:rPr>
              <a:t>DFS</a:t>
            </a:r>
            <a:endParaRPr lang="zh-CN" altLang="zh-CN" sz="14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          DFS(</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r>
              <a:rPr lang="en-US" altLang="zh-CN" dirty="0" err="1">
                <a:latin typeface="Times New Roman" panose="02020603050405020304" pitchFamily="18" charset="0"/>
                <a:ea typeface="黑体" panose="02010609060101010101" pitchFamily="49" charset="-122"/>
                <a:cs typeface="Times New Roman" panose="02020603050405020304" pitchFamily="18" charset="0"/>
              </a:rPr>
              <a:t>i</a:t>
            </a:r>
            <a:r>
              <a:rPr lang="en-US" altLang="zh-CN" dirty="0">
                <a:latin typeface="Times New Roman" panose="02020603050405020304" pitchFamily="18" charset="0"/>
                <a:ea typeface="黑体" panose="02010609060101010101" pitchFamily="49" charset="-122"/>
                <a:cs typeface="Times New Roman" panose="02020603050405020304" pitchFamily="18" charset="0"/>
              </a:rPr>
              <a:t>].data);</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611380" y="115457"/>
            <a:ext cx="388861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深度优先搜索算法（邻接表存储）</a:t>
            </a:r>
          </a:p>
        </p:txBody>
      </p:sp>
    </p:spTree>
    <p:extLst>
      <p:ext uri="{BB962C8B-B14F-4D97-AF65-F5344CB8AC3E}">
        <p14:creationId xmlns:p14="http://schemas.microsoft.com/office/powerpoint/2010/main" val="3622635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xEl>
                                              <p:pRg st="10" end="10"/>
                                            </p:txEl>
                                          </p:spTgt>
                                        </p:tgtEl>
                                        <p:attrNameLst>
                                          <p:attrName>style.visibility</p:attrName>
                                        </p:attrNameLst>
                                      </p:cBhvr>
                                      <p:to>
                                        <p:strVal val="visible"/>
                                      </p:to>
                                    </p:set>
                                    <p:anim calcmode="lin" valueType="num">
                                      <p:cBhvr additive="base">
                                        <p:cTn id="6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500" fill="hold"/>
                                        <p:tgtEl>
                                          <p:spTgt spid="4"/>
                                        </p:tgtEl>
                                        <p:attrNameLst>
                                          <p:attrName>ppt_x</p:attrName>
                                        </p:attrNameLst>
                                      </p:cBhvr>
                                      <p:tavLst>
                                        <p:tav tm="0">
                                          <p:val>
                                            <p:strVal val="#ppt_x"/>
                                          </p:val>
                                        </p:tav>
                                        <p:tav tm="100000">
                                          <p:val>
                                            <p:strVal val="#ppt_x"/>
                                          </p:val>
                                        </p:tav>
                                      </p:tavLst>
                                    </p:anim>
                                    <p:anim calcmode="lin" valueType="num">
                                      <p:cBhvr additive="base">
                                        <p:cTn id="7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4">
                                            <p:txEl>
                                              <p:pRg st="0" end="0"/>
                                            </p:txEl>
                                          </p:spTgt>
                                        </p:tgtEl>
                                        <p:attrNameLst>
                                          <p:attrName>style.visibility</p:attrName>
                                        </p:attrNameLst>
                                      </p:cBhvr>
                                      <p:to>
                                        <p:strVal val="visible"/>
                                      </p:to>
                                    </p:set>
                                    <p:anim calcmode="lin" valueType="num">
                                      <p:cBhvr additive="base">
                                        <p:cTn id="79"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
                                            <p:txEl>
                                              <p:pRg st="0" end="0"/>
                                            </p:txEl>
                                          </p:spTgt>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
                                            <p:txEl>
                                              <p:pRg st="1" end="1"/>
                                            </p:txEl>
                                          </p:spTgt>
                                        </p:tgtEl>
                                        <p:attrNameLst>
                                          <p:attrName>style.visibility</p:attrName>
                                        </p:attrNameLst>
                                      </p:cBhvr>
                                      <p:to>
                                        <p:strVal val="visible"/>
                                      </p:to>
                                    </p:set>
                                    <p:anim calcmode="lin" valueType="num">
                                      <p:cBhvr additive="base">
                                        <p:cTn id="8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4">
                                            <p:txEl>
                                              <p:pRg st="2" end="2"/>
                                            </p:txEl>
                                          </p:spTgt>
                                        </p:tgtEl>
                                        <p:attrNameLst>
                                          <p:attrName>style.visibility</p:attrName>
                                        </p:attrNameLst>
                                      </p:cBhvr>
                                      <p:to>
                                        <p:strVal val="visible"/>
                                      </p:to>
                                    </p:set>
                                    <p:anim calcmode="lin" valueType="num">
                                      <p:cBhvr additive="base">
                                        <p:cTn id="8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4">
                                            <p:txEl>
                                              <p:pRg st="3" end="3"/>
                                            </p:txEl>
                                          </p:spTgt>
                                        </p:tgtEl>
                                        <p:attrNameLst>
                                          <p:attrName>style.visibility</p:attrName>
                                        </p:attrNameLst>
                                      </p:cBhvr>
                                      <p:to>
                                        <p:strVal val="visible"/>
                                      </p:to>
                                    </p:set>
                                    <p:anim calcmode="lin" valueType="num">
                                      <p:cBhvr additive="base">
                                        <p:cTn id="95"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4">
                                            <p:txEl>
                                              <p:pRg st="3" end="3"/>
                                            </p:txEl>
                                          </p:spTgt>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4">
                                            <p:txEl>
                                              <p:pRg st="4" end="4"/>
                                            </p:txEl>
                                          </p:spTgt>
                                        </p:tgtEl>
                                        <p:attrNameLst>
                                          <p:attrName>style.visibility</p:attrName>
                                        </p:attrNameLst>
                                      </p:cBhvr>
                                      <p:to>
                                        <p:strVal val="visible"/>
                                      </p:to>
                                    </p:set>
                                    <p:anim calcmode="lin" valueType="num">
                                      <p:cBhvr additive="base">
                                        <p:cTn id="99"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4">
                                            <p:txEl>
                                              <p:pRg st="5" end="5"/>
                                            </p:txEl>
                                          </p:spTgt>
                                        </p:tgtEl>
                                        <p:attrNameLst>
                                          <p:attrName>style.visibility</p:attrName>
                                        </p:attrNameLst>
                                      </p:cBhvr>
                                      <p:to>
                                        <p:strVal val="visible"/>
                                      </p:to>
                                    </p:set>
                                    <p:anim calcmode="lin" valueType="num">
                                      <p:cBhvr additive="base">
                                        <p:cTn id="105"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
                                            <p:txEl>
                                              <p:pRg st="6" end="6"/>
                                            </p:txEl>
                                          </p:spTgt>
                                        </p:tgtEl>
                                        <p:attrNameLst>
                                          <p:attrName>style.visibility</p:attrName>
                                        </p:attrNameLst>
                                      </p:cBhvr>
                                      <p:to>
                                        <p:strVal val="visible"/>
                                      </p:to>
                                    </p:set>
                                    <p:anim calcmode="lin" valueType="num">
                                      <p:cBhvr additive="base">
                                        <p:cTn id="111"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4">
                                            <p:txEl>
                                              <p:pRg st="6" end="6"/>
                                            </p:txEl>
                                          </p:spTgt>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0"/>
                                  </p:stCondLst>
                                  <p:childTnLst>
                                    <p:set>
                                      <p:cBhvr>
                                        <p:cTn id="114" dur="1" fill="hold">
                                          <p:stCondLst>
                                            <p:cond delay="0"/>
                                          </p:stCondLst>
                                        </p:cTn>
                                        <p:tgtEl>
                                          <p:spTgt spid="4">
                                            <p:txEl>
                                              <p:pRg st="7" end="7"/>
                                            </p:txEl>
                                          </p:spTgt>
                                        </p:tgtEl>
                                        <p:attrNameLst>
                                          <p:attrName>style.visibility</p:attrName>
                                        </p:attrNameLst>
                                      </p:cBhvr>
                                      <p:to>
                                        <p:strVal val="visible"/>
                                      </p:to>
                                    </p:set>
                                    <p:anim calcmode="lin" valueType="num">
                                      <p:cBhvr additive="base">
                                        <p:cTn id="115"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4">
                                            <p:txEl>
                                              <p:pRg st="7" end="7"/>
                                            </p:txEl>
                                          </p:spTgt>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4">
                                            <p:txEl>
                                              <p:pRg st="8" end="8"/>
                                            </p:txEl>
                                          </p:spTgt>
                                        </p:tgtEl>
                                        <p:attrNameLst>
                                          <p:attrName>style.visibility</p:attrName>
                                        </p:attrNameLst>
                                      </p:cBhvr>
                                      <p:to>
                                        <p:strVal val="visible"/>
                                      </p:to>
                                    </p:set>
                                    <p:anim calcmode="lin" valueType="num">
                                      <p:cBhvr additive="base">
                                        <p:cTn id="119"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4">
                                            <p:txEl>
                                              <p:pRg st="8" end="8"/>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42901" y="2491978"/>
            <a:ext cx="5543549" cy="2124075"/>
            <a:chOff x="-672" y="2093"/>
            <a:chExt cx="4656" cy="1784"/>
          </a:xfrm>
        </p:grpSpPr>
        <p:sp>
          <p:nvSpPr>
            <p:cNvPr id="25624" name="Text Box 3"/>
            <p:cNvSpPr txBox="1">
              <a:spLocks noChangeArrowheads="1"/>
            </p:cNvSpPr>
            <p:nvPr/>
          </p:nvSpPr>
          <p:spPr bwMode="auto">
            <a:xfrm>
              <a:off x="-672" y="2096"/>
              <a:ext cx="77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grpSp>
          <p:nvGrpSpPr>
            <p:cNvPr id="25625" name="Group 4"/>
            <p:cNvGrpSpPr>
              <a:grpSpLocks/>
            </p:cNvGrpSpPr>
            <p:nvPr/>
          </p:nvGrpSpPr>
          <p:grpSpPr bwMode="auto">
            <a:xfrm>
              <a:off x="48" y="2093"/>
              <a:ext cx="3936" cy="1784"/>
              <a:chOff x="48" y="2093"/>
              <a:chExt cx="3936" cy="1784"/>
            </a:xfrm>
          </p:grpSpPr>
          <p:grpSp>
            <p:nvGrpSpPr>
              <p:cNvPr id="25626" name="Group 5"/>
              <p:cNvGrpSpPr>
                <a:grpSpLocks/>
              </p:cNvGrpSpPr>
              <p:nvPr/>
            </p:nvGrpSpPr>
            <p:grpSpPr bwMode="auto">
              <a:xfrm>
                <a:off x="320" y="2117"/>
                <a:ext cx="907" cy="217"/>
                <a:chOff x="288" y="2016"/>
                <a:chExt cx="816" cy="192"/>
              </a:xfrm>
            </p:grpSpPr>
            <p:sp>
              <p:nvSpPr>
                <p:cNvPr id="25766" name="Rectangle 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5767" name="Rectangle 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5627" name="Rectangle 8"/>
              <p:cNvSpPr>
                <a:spLocks noChangeArrowheads="1"/>
              </p:cNvSpPr>
              <p:nvPr/>
            </p:nvSpPr>
            <p:spPr bwMode="auto">
              <a:xfrm>
                <a:off x="320" y="2334"/>
                <a:ext cx="480" cy="216"/>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5628" name="Rectangle 9"/>
              <p:cNvSpPr>
                <a:spLocks noChangeArrowheads="1"/>
              </p:cNvSpPr>
              <p:nvPr/>
            </p:nvSpPr>
            <p:spPr bwMode="auto">
              <a:xfrm>
                <a:off x="747" y="2334"/>
                <a:ext cx="480" cy="216"/>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5629" name="Group 10"/>
              <p:cNvGrpSpPr>
                <a:grpSpLocks/>
              </p:cNvGrpSpPr>
              <p:nvPr/>
            </p:nvGrpSpPr>
            <p:grpSpPr bwMode="auto">
              <a:xfrm>
                <a:off x="320" y="2550"/>
                <a:ext cx="907" cy="217"/>
                <a:chOff x="288" y="2016"/>
                <a:chExt cx="816" cy="192"/>
              </a:xfrm>
            </p:grpSpPr>
            <p:sp>
              <p:nvSpPr>
                <p:cNvPr id="25764" name="Rectangle 11"/>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5765" name="Rectangle 12"/>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30" name="Group 13"/>
              <p:cNvGrpSpPr>
                <a:grpSpLocks/>
              </p:cNvGrpSpPr>
              <p:nvPr/>
            </p:nvGrpSpPr>
            <p:grpSpPr bwMode="auto">
              <a:xfrm>
                <a:off x="320" y="2767"/>
                <a:ext cx="907" cy="217"/>
                <a:chOff x="288" y="2016"/>
                <a:chExt cx="816" cy="192"/>
              </a:xfrm>
            </p:grpSpPr>
            <p:sp>
              <p:nvSpPr>
                <p:cNvPr id="25762" name="Rectangle 14"/>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5763" name="Rectangle 15"/>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31" name="Group 16"/>
              <p:cNvGrpSpPr>
                <a:grpSpLocks/>
              </p:cNvGrpSpPr>
              <p:nvPr/>
            </p:nvGrpSpPr>
            <p:grpSpPr bwMode="auto">
              <a:xfrm>
                <a:off x="320" y="2984"/>
                <a:ext cx="907" cy="216"/>
                <a:chOff x="288" y="2016"/>
                <a:chExt cx="816" cy="192"/>
              </a:xfrm>
            </p:grpSpPr>
            <p:sp>
              <p:nvSpPr>
                <p:cNvPr id="25760" name="Rectangle 1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5761" name="Rectangle 1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32" name="Group 19"/>
              <p:cNvGrpSpPr>
                <a:grpSpLocks/>
              </p:cNvGrpSpPr>
              <p:nvPr/>
            </p:nvGrpSpPr>
            <p:grpSpPr bwMode="auto">
              <a:xfrm>
                <a:off x="320" y="3200"/>
                <a:ext cx="907" cy="217"/>
                <a:chOff x="288" y="2016"/>
                <a:chExt cx="816" cy="192"/>
              </a:xfrm>
            </p:grpSpPr>
            <p:sp>
              <p:nvSpPr>
                <p:cNvPr id="25758" name="Rectangle 2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5759" name="Rectangle 2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33" name="Group 22"/>
              <p:cNvGrpSpPr>
                <a:grpSpLocks/>
              </p:cNvGrpSpPr>
              <p:nvPr/>
            </p:nvGrpSpPr>
            <p:grpSpPr bwMode="auto">
              <a:xfrm>
                <a:off x="320" y="3633"/>
                <a:ext cx="907" cy="217"/>
                <a:chOff x="288" y="2016"/>
                <a:chExt cx="816" cy="192"/>
              </a:xfrm>
            </p:grpSpPr>
            <p:sp>
              <p:nvSpPr>
                <p:cNvPr id="25756" name="Rectangle 2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5757" name="Rectangle 2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34" name="Group 25"/>
              <p:cNvGrpSpPr>
                <a:grpSpLocks/>
              </p:cNvGrpSpPr>
              <p:nvPr/>
            </p:nvGrpSpPr>
            <p:grpSpPr bwMode="auto">
              <a:xfrm>
                <a:off x="320" y="3417"/>
                <a:ext cx="907" cy="216"/>
                <a:chOff x="288" y="2016"/>
                <a:chExt cx="816" cy="192"/>
              </a:xfrm>
            </p:grpSpPr>
            <p:sp>
              <p:nvSpPr>
                <p:cNvPr id="25754" name="Rectangle 2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5755" name="Rectangle 2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5635" name="Text Box 28"/>
              <p:cNvSpPr txBox="1">
                <a:spLocks noChangeArrowheads="1"/>
              </p:cNvSpPr>
              <p:nvPr/>
            </p:nvSpPr>
            <p:spPr bwMode="auto">
              <a:xfrm>
                <a:off x="48" y="2093"/>
                <a:ext cx="274" cy="17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chemeClr val="tx1"/>
                    </a:solidFill>
                    <a:latin typeface="+mn-lt"/>
                    <a:ea typeface="宋体" panose="02010600030101010101" pitchFamily="2" charset="-122"/>
                  </a:rPr>
                  <a:t>0</a:t>
                </a:r>
              </a:p>
              <a:p>
                <a:pPr eaLnBrk="1" hangingPunct="1">
                  <a:lnSpc>
                    <a:spcPct val="110000"/>
                  </a:lnSpc>
                </a:pPr>
                <a:r>
                  <a:rPr lang="zh-CN" altLang="en-US" sz="1500">
                    <a:solidFill>
                      <a:schemeClr val="tx1"/>
                    </a:solidFill>
                    <a:latin typeface="+mn-lt"/>
                    <a:ea typeface="宋体" panose="02010600030101010101" pitchFamily="2" charset="-122"/>
                  </a:rPr>
                  <a:t>1</a:t>
                </a:r>
              </a:p>
              <a:p>
                <a:pPr eaLnBrk="1" hangingPunct="1">
                  <a:lnSpc>
                    <a:spcPct val="110000"/>
                  </a:lnSpc>
                </a:pPr>
                <a:r>
                  <a:rPr lang="zh-CN" altLang="en-US" sz="1500">
                    <a:solidFill>
                      <a:schemeClr val="tx1"/>
                    </a:solidFill>
                    <a:latin typeface="+mn-lt"/>
                    <a:ea typeface="宋体" panose="02010600030101010101" pitchFamily="2" charset="-122"/>
                  </a:rPr>
                  <a:t>2</a:t>
                </a: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25636" name="Line 29"/>
              <p:cNvSpPr>
                <a:spLocks noChangeShapeType="1"/>
              </p:cNvSpPr>
              <p:nvPr/>
            </p:nvSpPr>
            <p:spPr bwMode="auto">
              <a:xfrm>
                <a:off x="1067" y="2225"/>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37" name="Line 30"/>
              <p:cNvSpPr>
                <a:spLocks noChangeShapeType="1"/>
              </p:cNvSpPr>
              <p:nvPr/>
            </p:nvSpPr>
            <p:spPr bwMode="auto">
              <a:xfrm>
                <a:off x="1067" y="2442"/>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38" name="Line 31"/>
              <p:cNvSpPr>
                <a:spLocks noChangeShapeType="1"/>
              </p:cNvSpPr>
              <p:nvPr/>
            </p:nvSpPr>
            <p:spPr bwMode="auto">
              <a:xfrm>
                <a:off x="1067" y="2875"/>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39" name="Line 32"/>
              <p:cNvSpPr>
                <a:spLocks noChangeShapeType="1"/>
              </p:cNvSpPr>
              <p:nvPr/>
            </p:nvSpPr>
            <p:spPr bwMode="auto">
              <a:xfrm>
                <a:off x="1067" y="2659"/>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40" name="Line 33"/>
              <p:cNvSpPr>
                <a:spLocks noChangeShapeType="1"/>
              </p:cNvSpPr>
              <p:nvPr/>
            </p:nvSpPr>
            <p:spPr bwMode="auto">
              <a:xfrm>
                <a:off x="1067" y="3092"/>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41" name="Line 34"/>
              <p:cNvSpPr>
                <a:spLocks noChangeShapeType="1"/>
              </p:cNvSpPr>
              <p:nvPr/>
            </p:nvSpPr>
            <p:spPr bwMode="auto">
              <a:xfrm>
                <a:off x="1067" y="3308"/>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42" name="Line 35"/>
              <p:cNvSpPr>
                <a:spLocks noChangeShapeType="1"/>
              </p:cNvSpPr>
              <p:nvPr/>
            </p:nvSpPr>
            <p:spPr bwMode="auto">
              <a:xfrm>
                <a:off x="1067" y="3525"/>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43" name="Line 36"/>
              <p:cNvSpPr>
                <a:spLocks noChangeShapeType="1"/>
              </p:cNvSpPr>
              <p:nvPr/>
            </p:nvSpPr>
            <p:spPr bwMode="auto">
              <a:xfrm>
                <a:off x="1067" y="3742"/>
                <a:ext cx="37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5644" name="Group 37"/>
              <p:cNvGrpSpPr>
                <a:grpSpLocks/>
              </p:cNvGrpSpPr>
              <p:nvPr/>
            </p:nvGrpSpPr>
            <p:grpSpPr bwMode="auto">
              <a:xfrm>
                <a:off x="1440" y="3034"/>
                <a:ext cx="1200" cy="134"/>
                <a:chOff x="1440" y="2064"/>
                <a:chExt cx="1200" cy="192"/>
              </a:xfrm>
            </p:grpSpPr>
            <p:grpSp>
              <p:nvGrpSpPr>
                <p:cNvPr id="25743" name="Group 38"/>
                <p:cNvGrpSpPr>
                  <a:grpSpLocks/>
                </p:cNvGrpSpPr>
                <p:nvPr/>
              </p:nvGrpSpPr>
              <p:grpSpPr bwMode="auto">
                <a:xfrm>
                  <a:off x="1440" y="2064"/>
                  <a:ext cx="672" cy="192"/>
                  <a:chOff x="2496" y="2160"/>
                  <a:chExt cx="768" cy="144"/>
                </a:xfrm>
              </p:grpSpPr>
              <p:sp>
                <p:nvSpPr>
                  <p:cNvPr id="25751" name="Rectangle 3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5752" name="Rectangle 4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53" name="Line 4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744" name="Group 42"/>
                <p:cNvGrpSpPr>
                  <a:grpSpLocks/>
                </p:cNvGrpSpPr>
                <p:nvPr/>
              </p:nvGrpSpPr>
              <p:grpSpPr bwMode="auto">
                <a:xfrm>
                  <a:off x="2112" y="2064"/>
                  <a:ext cx="528" cy="192"/>
                  <a:chOff x="2112" y="2064"/>
                  <a:chExt cx="528" cy="192"/>
                </a:xfrm>
              </p:grpSpPr>
              <p:grpSp>
                <p:nvGrpSpPr>
                  <p:cNvPr id="25745" name="Group 43"/>
                  <p:cNvGrpSpPr>
                    <a:grpSpLocks/>
                  </p:cNvGrpSpPr>
                  <p:nvPr/>
                </p:nvGrpSpPr>
                <p:grpSpPr bwMode="auto">
                  <a:xfrm>
                    <a:off x="2112" y="2064"/>
                    <a:ext cx="528" cy="192"/>
                    <a:chOff x="2208" y="2112"/>
                    <a:chExt cx="528" cy="144"/>
                  </a:xfrm>
                </p:grpSpPr>
                <p:sp>
                  <p:nvSpPr>
                    <p:cNvPr id="25749" name="Rectangle 44"/>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5750" name="Rectangle 45"/>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746" name="Group 46"/>
                  <p:cNvGrpSpPr>
                    <a:grpSpLocks/>
                  </p:cNvGrpSpPr>
                  <p:nvPr/>
                </p:nvGrpSpPr>
                <p:grpSpPr bwMode="auto">
                  <a:xfrm>
                    <a:off x="2448" y="2064"/>
                    <a:ext cx="144" cy="144"/>
                    <a:chOff x="2448" y="2064"/>
                    <a:chExt cx="144" cy="144"/>
                  </a:xfrm>
                </p:grpSpPr>
                <p:sp>
                  <p:nvSpPr>
                    <p:cNvPr id="25747" name="Line 47"/>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748" name="Line 48"/>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5645" name="Group 49"/>
              <p:cNvGrpSpPr>
                <a:grpSpLocks/>
              </p:cNvGrpSpPr>
              <p:nvPr/>
            </p:nvGrpSpPr>
            <p:grpSpPr bwMode="auto">
              <a:xfrm>
                <a:off x="1440" y="2352"/>
                <a:ext cx="1872" cy="144"/>
                <a:chOff x="1440" y="2256"/>
                <a:chExt cx="1872" cy="192"/>
              </a:xfrm>
            </p:grpSpPr>
            <p:grpSp>
              <p:nvGrpSpPr>
                <p:cNvPr id="25728" name="Group 50"/>
                <p:cNvGrpSpPr>
                  <a:grpSpLocks/>
                </p:cNvGrpSpPr>
                <p:nvPr/>
              </p:nvGrpSpPr>
              <p:grpSpPr bwMode="auto">
                <a:xfrm>
                  <a:off x="2784" y="2256"/>
                  <a:ext cx="528" cy="192"/>
                  <a:chOff x="2112" y="2064"/>
                  <a:chExt cx="528" cy="192"/>
                </a:xfrm>
              </p:grpSpPr>
              <p:grpSp>
                <p:nvGrpSpPr>
                  <p:cNvPr id="25737" name="Group 51"/>
                  <p:cNvGrpSpPr>
                    <a:grpSpLocks/>
                  </p:cNvGrpSpPr>
                  <p:nvPr/>
                </p:nvGrpSpPr>
                <p:grpSpPr bwMode="auto">
                  <a:xfrm>
                    <a:off x="2112" y="2064"/>
                    <a:ext cx="528" cy="192"/>
                    <a:chOff x="2208" y="2112"/>
                    <a:chExt cx="528" cy="144"/>
                  </a:xfrm>
                </p:grpSpPr>
                <p:sp>
                  <p:nvSpPr>
                    <p:cNvPr id="25741" name="Rectangle 5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5742" name="Rectangle 5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738" name="Group 54"/>
                  <p:cNvGrpSpPr>
                    <a:grpSpLocks/>
                  </p:cNvGrpSpPr>
                  <p:nvPr/>
                </p:nvGrpSpPr>
                <p:grpSpPr bwMode="auto">
                  <a:xfrm>
                    <a:off x="2448" y="2064"/>
                    <a:ext cx="144" cy="144"/>
                    <a:chOff x="2448" y="2064"/>
                    <a:chExt cx="144" cy="144"/>
                  </a:xfrm>
                </p:grpSpPr>
                <p:sp>
                  <p:nvSpPr>
                    <p:cNvPr id="25739" name="Line 5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740" name="Line 5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729" name="Group 57"/>
                <p:cNvGrpSpPr>
                  <a:grpSpLocks/>
                </p:cNvGrpSpPr>
                <p:nvPr/>
              </p:nvGrpSpPr>
              <p:grpSpPr bwMode="auto">
                <a:xfrm>
                  <a:off x="1440" y="2256"/>
                  <a:ext cx="672" cy="192"/>
                  <a:chOff x="2496" y="2160"/>
                  <a:chExt cx="768" cy="144"/>
                </a:xfrm>
              </p:grpSpPr>
              <p:sp>
                <p:nvSpPr>
                  <p:cNvPr id="25734" name="Rectangle 5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5735" name="Rectangle 5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36" name="Line 6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730" name="Group 61"/>
                <p:cNvGrpSpPr>
                  <a:grpSpLocks/>
                </p:cNvGrpSpPr>
                <p:nvPr/>
              </p:nvGrpSpPr>
              <p:grpSpPr bwMode="auto">
                <a:xfrm>
                  <a:off x="2112" y="2256"/>
                  <a:ext cx="672" cy="192"/>
                  <a:chOff x="2496" y="2160"/>
                  <a:chExt cx="768" cy="144"/>
                </a:xfrm>
              </p:grpSpPr>
              <p:sp>
                <p:nvSpPr>
                  <p:cNvPr id="25731" name="Rectangle 62"/>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5732" name="Rectangle 63"/>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33" name="Line 64"/>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46" name="Group 65"/>
              <p:cNvGrpSpPr>
                <a:grpSpLocks/>
              </p:cNvGrpSpPr>
              <p:nvPr/>
            </p:nvGrpSpPr>
            <p:grpSpPr bwMode="auto">
              <a:xfrm>
                <a:off x="1440" y="2794"/>
                <a:ext cx="672" cy="134"/>
                <a:chOff x="2496" y="2160"/>
                <a:chExt cx="768" cy="144"/>
              </a:xfrm>
            </p:grpSpPr>
            <p:sp>
              <p:nvSpPr>
                <p:cNvPr id="25725" name="Rectangle 6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5726" name="Rectangle 6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27" name="Line 6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647" name="Group 69"/>
              <p:cNvGrpSpPr>
                <a:grpSpLocks/>
              </p:cNvGrpSpPr>
              <p:nvPr/>
            </p:nvGrpSpPr>
            <p:grpSpPr bwMode="auto">
              <a:xfrm>
                <a:off x="2112" y="2794"/>
                <a:ext cx="528" cy="134"/>
                <a:chOff x="2112" y="2064"/>
                <a:chExt cx="528" cy="192"/>
              </a:xfrm>
            </p:grpSpPr>
            <p:grpSp>
              <p:nvGrpSpPr>
                <p:cNvPr id="25719" name="Group 70"/>
                <p:cNvGrpSpPr>
                  <a:grpSpLocks/>
                </p:cNvGrpSpPr>
                <p:nvPr/>
              </p:nvGrpSpPr>
              <p:grpSpPr bwMode="auto">
                <a:xfrm>
                  <a:off x="2112" y="2064"/>
                  <a:ext cx="528" cy="192"/>
                  <a:chOff x="2208" y="2112"/>
                  <a:chExt cx="528" cy="144"/>
                </a:xfrm>
              </p:grpSpPr>
              <p:sp>
                <p:nvSpPr>
                  <p:cNvPr id="25723" name="Rectangle 7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5724" name="Rectangle 7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720" name="Group 73"/>
                <p:cNvGrpSpPr>
                  <a:grpSpLocks/>
                </p:cNvGrpSpPr>
                <p:nvPr/>
              </p:nvGrpSpPr>
              <p:grpSpPr bwMode="auto">
                <a:xfrm>
                  <a:off x="2448" y="2064"/>
                  <a:ext cx="144" cy="144"/>
                  <a:chOff x="2448" y="2064"/>
                  <a:chExt cx="144" cy="144"/>
                </a:xfrm>
              </p:grpSpPr>
              <p:sp>
                <p:nvSpPr>
                  <p:cNvPr id="25721" name="Line 7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722" name="Line 7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48" name="Group 76"/>
              <p:cNvGrpSpPr>
                <a:grpSpLocks/>
              </p:cNvGrpSpPr>
              <p:nvPr/>
            </p:nvGrpSpPr>
            <p:grpSpPr bwMode="auto">
              <a:xfrm>
                <a:off x="1440" y="2160"/>
                <a:ext cx="1200" cy="144"/>
                <a:chOff x="1440" y="2064"/>
                <a:chExt cx="1200" cy="192"/>
              </a:xfrm>
            </p:grpSpPr>
            <p:grpSp>
              <p:nvGrpSpPr>
                <p:cNvPr id="25708" name="Group 77"/>
                <p:cNvGrpSpPr>
                  <a:grpSpLocks/>
                </p:cNvGrpSpPr>
                <p:nvPr/>
              </p:nvGrpSpPr>
              <p:grpSpPr bwMode="auto">
                <a:xfrm>
                  <a:off x="1440" y="2064"/>
                  <a:ext cx="672" cy="192"/>
                  <a:chOff x="2496" y="2160"/>
                  <a:chExt cx="768" cy="144"/>
                </a:xfrm>
              </p:grpSpPr>
              <p:sp>
                <p:nvSpPr>
                  <p:cNvPr id="25716" name="Rectangle 7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5717" name="Rectangle 7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18" name="Line 8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709" name="Group 81"/>
                <p:cNvGrpSpPr>
                  <a:grpSpLocks/>
                </p:cNvGrpSpPr>
                <p:nvPr/>
              </p:nvGrpSpPr>
              <p:grpSpPr bwMode="auto">
                <a:xfrm>
                  <a:off x="2112" y="2064"/>
                  <a:ext cx="528" cy="192"/>
                  <a:chOff x="2112" y="2064"/>
                  <a:chExt cx="528" cy="192"/>
                </a:xfrm>
              </p:grpSpPr>
              <p:grpSp>
                <p:nvGrpSpPr>
                  <p:cNvPr id="25710" name="Group 82"/>
                  <p:cNvGrpSpPr>
                    <a:grpSpLocks/>
                  </p:cNvGrpSpPr>
                  <p:nvPr/>
                </p:nvGrpSpPr>
                <p:grpSpPr bwMode="auto">
                  <a:xfrm>
                    <a:off x="2112" y="2064"/>
                    <a:ext cx="528" cy="192"/>
                    <a:chOff x="2208" y="2112"/>
                    <a:chExt cx="528" cy="144"/>
                  </a:xfrm>
                </p:grpSpPr>
                <p:sp>
                  <p:nvSpPr>
                    <p:cNvPr id="25714" name="Rectangle 8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5715" name="Rectangle 8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711" name="Group 85"/>
                  <p:cNvGrpSpPr>
                    <a:grpSpLocks/>
                  </p:cNvGrpSpPr>
                  <p:nvPr/>
                </p:nvGrpSpPr>
                <p:grpSpPr bwMode="auto">
                  <a:xfrm>
                    <a:off x="2448" y="2064"/>
                    <a:ext cx="144" cy="144"/>
                    <a:chOff x="2448" y="2064"/>
                    <a:chExt cx="144" cy="144"/>
                  </a:xfrm>
                </p:grpSpPr>
                <p:sp>
                  <p:nvSpPr>
                    <p:cNvPr id="25712" name="Line 8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713" name="Line 8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5649" name="Group 88"/>
              <p:cNvGrpSpPr>
                <a:grpSpLocks/>
              </p:cNvGrpSpPr>
              <p:nvPr/>
            </p:nvGrpSpPr>
            <p:grpSpPr bwMode="auto">
              <a:xfrm>
                <a:off x="1440" y="3264"/>
                <a:ext cx="1200" cy="144"/>
                <a:chOff x="1440" y="2064"/>
                <a:chExt cx="1200" cy="192"/>
              </a:xfrm>
            </p:grpSpPr>
            <p:grpSp>
              <p:nvGrpSpPr>
                <p:cNvPr id="25697" name="Group 89"/>
                <p:cNvGrpSpPr>
                  <a:grpSpLocks/>
                </p:cNvGrpSpPr>
                <p:nvPr/>
              </p:nvGrpSpPr>
              <p:grpSpPr bwMode="auto">
                <a:xfrm>
                  <a:off x="1440" y="2064"/>
                  <a:ext cx="672" cy="192"/>
                  <a:chOff x="2496" y="2160"/>
                  <a:chExt cx="768" cy="144"/>
                </a:xfrm>
              </p:grpSpPr>
              <p:sp>
                <p:nvSpPr>
                  <p:cNvPr id="25705" name="Rectangle 90"/>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5706" name="Rectangle 91"/>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707" name="Line 92"/>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698" name="Group 93"/>
                <p:cNvGrpSpPr>
                  <a:grpSpLocks/>
                </p:cNvGrpSpPr>
                <p:nvPr/>
              </p:nvGrpSpPr>
              <p:grpSpPr bwMode="auto">
                <a:xfrm>
                  <a:off x="2112" y="2064"/>
                  <a:ext cx="528" cy="192"/>
                  <a:chOff x="2112" y="2064"/>
                  <a:chExt cx="528" cy="192"/>
                </a:xfrm>
              </p:grpSpPr>
              <p:grpSp>
                <p:nvGrpSpPr>
                  <p:cNvPr id="25699" name="Group 94"/>
                  <p:cNvGrpSpPr>
                    <a:grpSpLocks/>
                  </p:cNvGrpSpPr>
                  <p:nvPr/>
                </p:nvGrpSpPr>
                <p:grpSpPr bwMode="auto">
                  <a:xfrm>
                    <a:off x="2112" y="2064"/>
                    <a:ext cx="528" cy="192"/>
                    <a:chOff x="2208" y="2112"/>
                    <a:chExt cx="528" cy="144"/>
                  </a:xfrm>
                </p:grpSpPr>
                <p:sp>
                  <p:nvSpPr>
                    <p:cNvPr id="25703" name="Rectangle 95"/>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5704" name="Rectangle 96"/>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700" name="Group 97"/>
                  <p:cNvGrpSpPr>
                    <a:grpSpLocks/>
                  </p:cNvGrpSpPr>
                  <p:nvPr/>
                </p:nvGrpSpPr>
                <p:grpSpPr bwMode="auto">
                  <a:xfrm>
                    <a:off x="2448" y="2064"/>
                    <a:ext cx="144" cy="144"/>
                    <a:chOff x="2448" y="2064"/>
                    <a:chExt cx="144" cy="144"/>
                  </a:xfrm>
                </p:grpSpPr>
                <p:sp>
                  <p:nvSpPr>
                    <p:cNvPr id="25701" name="Line 98"/>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702" name="Line 99"/>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5650" name="Group 100"/>
              <p:cNvGrpSpPr>
                <a:grpSpLocks/>
              </p:cNvGrpSpPr>
              <p:nvPr/>
            </p:nvGrpSpPr>
            <p:grpSpPr bwMode="auto">
              <a:xfrm>
                <a:off x="1440" y="3466"/>
                <a:ext cx="672" cy="134"/>
                <a:chOff x="2496" y="2160"/>
                <a:chExt cx="768" cy="144"/>
              </a:xfrm>
            </p:grpSpPr>
            <p:sp>
              <p:nvSpPr>
                <p:cNvPr id="25694" name="Rectangle 10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5695" name="Rectangle 10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96" name="Line 10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651" name="Group 104"/>
              <p:cNvGrpSpPr>
                <a:grpSpLocks/>
              </p:cNvGrpSpPr>
              <p:nvPr/>
            </p:nvGrpSpPr>
            <p:grpSpPr bwMode="auto">
              <a:xfrm>
                <a:off x="2112" y="3466"/>
                <a:ext cx="528" cy="134"/>
                <a:chOff x="2112" y="2064"/>
                <a:chExt cx="528" cy="192"/>
              </a:xfrm>
            </p:grpSpPr>
            <p:grpSp>
              <p:nvGrpSpPr>
                <p:cNvPr id="25688" name="Group 105"/>
                <p:cNvGrpSpPr>
                  <a:grpSpLocks/>
                </p:cNvGrpSpPr>
                <p:nvPr/>
              </p:nvGrpSpPr>
              <p:grpSpPr bwMode="auto">
                <a:xfrm>
                  <a:off x="2112" y="2064"/>
                  <a:ext cx="528" cy="192"/>
                  <a:chOff x="2208" y="2112"/>
                  <a:chExt cx="528" cy="144"/>
                </a:xfrm>
              </p:grpSpPr>
              <p:sp>
                <p:nvSpPr>
                  <p:cNvPr id="25692" name="Rectangle 106"/>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5693" name="Rectangle 107"/>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89" name="Group 108"/>
                <p:cNvGrpSpPr>
                  <a:grpSpLocks/>
                </p:cNvGrpSpPr>
                <p:nvPr/>
              </p:nvGrpSpPr>
              <p:grpSpPr bwMode="auto">
                <a:xfrm>
                  <a:off x="2448" y="2064"/>
                  <a:ext cx="144" cy="144"/>
                  <a:chOff x="2448" y="2064"/>
                  <a:chExt cx="144" cy="144"/>
                </a:xfrm>
              </p:grpSpPr>
              <p:sp>
                <p:nvSpPr>
                  <p:cNvPr id="25690" name="Line 109"/>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91" name="Line 110"/>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52" name="Group 111"/>
              <p:cNvGrpSpPr>
                <a:grpSpLocks/>
              </p:cNvGrpSpPr>
              <p:nvPr/>
            </p:nvGrpSpPr>
            <p:grpSpPr bwMode="auto">
              <a:xfrm>
                <a:off x="1440" y="2554"/>
                <a:ext cx="1872" cy="134"/>
                <a:chOff x="1440" y="2256"/>
                <a:chExt cx="1872" cy="192"/>
              </a:xfrm>
            </p:grpSpPr>
            <p:grpSp>
              <p:nvGrpSpPr>
                <p:cNvPr id="25673" name="Group 112"/>
                <p:cNvGrpSpPr>
                  <a:grpSpLocks/>
                </p:cNvGrpSpPr>
                <p:nvPr/>
              </p:nvGrpSpPr>
              <p:grpSpPr bwMode="auto">
                <a:xfrm>
                  <a:off x="2784" y="2256"/>
                  <a:ext cx="528" cy="192"/>
                  <a:chOff x="2112" y="2064"/>
                  <a:chExt cx="528" cy="192"/>
                </a:xfrm>
              </p:grpSpPr>
              <p:grpSp>
                <p:nvGrpSpPr>
                  <p:cNvPr id="25682" name="Group 113"/>
                  <p:cNvGrpSpPr>
                    <a:grpSpLocks/>
                  </p:cNvGrpSpPr>
                  <p:nvPr/>
                </p:nvGrpSpPr>
                <p:grpSpPr bwMode="auto">
                  <a:xfrm>
                    <a:off x="2112" y="2064"/>
                    <a:ext cx="528" cy="192"/>
                    <a:chOff x="2208" y="2112"/>
                    <a:chExt cx="528" cy="144"/>
                  </a:xfrm>
                </p:grpSpPr>
                <p:sp>
                  <p:nvSpPr>
                    <p:cNvPr id="25686" name="Rectangle 114"/>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5687" name="Rectangle 115"/>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83" name="Group 116"/>
                  <p:cNvGrpSpPr>
                    <a:grpSpLocks/>
                  </p:cNvGrpSpPr>
                  <p:nvPr/>
                </p:nvGrpSpPr>
                <p:grpSpPr bwMode="auto">
                  <a:xfrm>
                    <a:off x="2448" y="2064"/>
                    <a:ext cx="144" cy="144"/>
                    <a:chOff x="2448" y="2064"/>
                    <a:chExt cx="144" cy="144"/>
                  </a:xfrm>
                </p:grpSpPr>
                <p:sp>
                  <p:nvSpPr>
                    <p:cNvPr id="25684" name="Line 117"/>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85" name="Line 118"/>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74" name="Group 119"/>
                <p:cNvGrpSpPr>
                  <a:grpSpLocks/>
                </p:cNvGrpSpPr>
                <p:nvPr/>
              </p:nvGrpSpPr>
              <p:grpSpPr bwMode="auto">
                <a:xfrm>
                  <a:off x="1440" y="2256"/>
                  <a:ext cx="672" cy="192"/>
                  <a:chOff x="2496" y="2160"/>
                  <a:chExt cx="768" cy="144"/>
                </a:xfrm>
              </p:grpSpPr>
              <p:sp>
                <p:nvSpPr>
                  <p:cNvPr id="25679" name="Rectangle 120"/>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5680" name="Rectangle 121"/>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81" name="Line 122"/>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675" name="Group 123"/>
                <p:cNvGrpSpPr>
                  <a:grpSpLocks/>
                </p:cNvGrpSpPr>
                <p:nvPr/>
              </p:nvGrpSpPr>
              <p:grpSpPr bwMode="auto">
                <a:xfrm>
                  <a:off x="2112" y="2256"/>
                  <a:ext cx="672" cy="192"/>
                  <a:chOff x="2496" y="2160"/>
                  <a:chExt cx="768" cy="144"/>
                </a:xfrm>
              </p:grpSpPr>
              <p:sp>
                <p:nvSpPr>
                  <p:cNvPr id="25676" name="Rectangle 124"/>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5677" name="Rectangle 125"/>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78" name="Line 126"/>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53" name="Group 127"/>
              <p:cNvGrpSpPr>
                <a:grpSpLocks/>
              </p:cNvGrpSpPr>
              <p:nvPr/>
            </p:nvGrpSpPr>
            <p:grpSpPr bwMode="auto">
              <a:xfrm>
                <a:off x="2112" y="3696"/>
                <a:ext cx="1872" cy="144"/>
                <a:chOff x="1440" y="2256"/>
                <a:chExt cx="1872" cy="192"/>
              </a:xfrm>
            </p:grpSpPr>
            <p:grpSp>
              <p:nvGrpSpPr>
                <p:cNvPr id="25658" name="Group 128"/>
                <p:cNvGrpSpPr>
                  <a:grpSpLocks/>
                </p:cNvGrpSpPr>
                <p:nvPr/>
              </p:nvGrpSpPr>
              <p:grpSpPr bwMode="auto">
                <a:xfrm>
                  <a:off x="2784" y="2256"/>
                  <a:ext cx="528" cy="192"/>
                  <a:chOff x="2112" y="2064"/>
                  <a:chExt cx="528" cy="192"/>
                </a:xfrm>
              </p:grpSpPr>
              <p:grpSp>
                <p:nvGrpSpPr>
                  <p:cNvPr id="25667" name="Group 129"/>
                  <p:cNvGrpSpPr>
                    <a:grpSpLocks/>
                  </p:cNvGrpSpPr>
                  <p:nvPr/>
                </p:nvGrpSpPr>
                <p:grpSpPr bwMode="auto">
                  <a:xfrm>
                    <a:off x="2112" y="2064"/>
                    <a:ext cx="528" cy="192"/>
                    <a:chOff x="2208" y="2112"/>
                    <a:chExt cx="528" cy="144"/>
                  </a:xfrm>
                </p:grpSpPr>
                <p:sp>
                  <p:nvSpPr>
                    <p:cNvPr id="25671" name="Rectangle 13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5672" name="Rectangle 13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5668" name="Group 132"/>
                  <p:cNvGrpSpPr>
                    <a:grpSpLocks/>
                  </p:cNvGrpSpPr>
                  <p:nvPr/>
                </p:nvGrpSpPr>
                <p:grpSpPr bwMode="auto">
                  <a:xfrm>
                    <a:off x="2448" y="2064"/>
                    <a:ext cx="144" cy="144"/>
                    <a:chOff x="2448" y="2064"/>
                    <a:chExt cx="144" cy="144"/>
                  </a:xfrm>
                </p:grpSpPr>
                <p:sp>
                  <p:nvSpPr>
                    <p:cNvPr id="25669" name="Line 13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70" name="Line 13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59" name="Group 135"/>
                <p:cNvGrpSpPr>
                  <a:grpSpLocks/>
                </p:cNvGrpSpPr>
                <p:nvPr/>
              </p:nvGrpSpPr>
              <p:grpSpPr bwMode="auto">
                <a:xfrm>
                  <a:off x="1440" y="2256"/>
                  <a:ext cx="672" cy="192"/>
                  <a:chOff x="2496" y="2160"/>
                  <a:chExt cx="768" cy="144"/>
                </a:xfrm>
              </p:grpSpPr>
              <p:sp>
                <p:nvSpPr>
                  <p:cNvPr id="25664" name="Rectangle 13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5665" name="Rectangle 13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66" name="Line 13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5660" name="Group 139"/>
                <p:cNvGrpSpPr>
                  <a:grpSpLocks/>
                </p:cNvGrpSpPr>
                <p:nvPr/>
              </p:nvGrpSpPr>
              <p:grpSpPr bwMode="auto">
                <a:xfrm>
                  <a:off x="2112" y="2256"/>
                  <a:ext cx="672" cy="192"/>
                  <a:chOff x="2496" y="2160"/>
                  <a:chExt cx="768" cy="144"/>
                </a:xfrm>
              </p:grpSpPr>
              <p:sp>
                <p:nvSpPr>
                  <p:cNvPr id="25661" name="Rectangle 140"/>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5662" name="Rectangle 141"/>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63" name="Line 142"/>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5654" name="Group 143"/>
              <p:cNvGrpSpPr>
                <a:grpSpLocks/>
              </p:cNvGrpSpPr>
              <p:nvPr/>
            </p:nvGrpSpPr>
            <p:grpSpPr bwMode="auto">
              <a:xfrm>
                <a:off x="1440" y="3696"/>
                <a:ext cx="672" cy="144"/>
                <a:chOff x="2496" y="2160"/>
                <a:chExt cx="768" cy="144"/>
              </a:xfrm>
            </p:grpSpPr>
            <p:sp>
              <p:nvSpPr>
                <p:cNvPr id="25655" name="Rectangle 144"/>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5656" name="Rectangle 145"/>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5657" name="Line 146"/>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5604" name="Group 148"/>
          <p:cNvGrpSpPr>
            <a:grpSpLocks/>
          </p:cNvGrpSpPr>
          <p:nvPr/>
        </p:nvGrpSpPr>
        <p:grpSpPr bwMode="auto">
          <a:xfrm>
            <a:off x="6053138" y="342900"/>
            <a:ext cx="1943100" cy="1943100"/>
            <a:chOff x="2784" y="96"/>
            <a:chExt cx="1632" cy="1680"/>
          </a:xfrm>
        </p:grpSpPr>
        <p:sp>
          <p:nvSpPr>
            <p:cNvPr id="25606" name="Oval 149"/>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25607" name="Oval 150"/>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25608" name="Oval 151"/>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25609" name="Oval 152"/>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25610" name="Oval 153"/>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25611" name="Oval 154"/>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25612" name="Oval 155"/>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25613" name="Line 156"/>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4" name="Line 157"/>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5" name="Line 158"/>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6" name="Line 159"/>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7" name="Line 160"/>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8" name="Line 161"/>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19" name="Oval 162"/>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25620" name="Line 163"/>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21" name="Line 164"/>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22" name="Line 165"/>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5623" name="Line 166"/>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25605" name="Text Box 167"/>
          <p:cNvSpPr txBox="1">
            <a:spLocks noChangeArrowheads="1"/>
          </p:cNvSpPr>
          <p:nvPr/>
        </p:nvSpPr>
        <p:spPr bwMode="auto">
          <a:xfrm>
            <a:off x="613650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mc:AlternateContent xmlns:mc="http://schemas.openxmlformats.org/markup-compatibility/2006" xmlns:a14="http://schemas.microsoft.com/office/drawing/2010/main">
        <mc:Choice Requires="a14">
          <p:sp>
            <p:nvSpPr>
              <p:cNvPr id="3" name="文本框 2"/>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3" name="文本框 2"/>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3"/>
                <a:stretch>
                  <a:fillRect l="-532" t="-1269" b="-2284"/>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19170019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26" name="Group 21"/>
          <p:cNvGrpSpPr>
            <a:grpSpLocks/>
          </p:cNvGrpSpPr>
          <p:nvPr/>
        </p:nvGrpSpPr>
        <p:grpSpPr bwMode="auto">
          <a:xfrm>
            <a:off x="1524001" y="2520554"/>
            <a:ext cx="1079897" cy="258365"/>
            <a:chOff x="288" y="2016"/>
            <a:chExt cx="816" cy="192"/>
          </a:xfrm>
        </p:grpSpPr>
        <p:sp>
          <p:nvSpPr>
            <p:cNvPr id="2678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678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662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662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6629" name="Group 26"/>
          <p:cNvGrpSpPr>
            <a:grpSpLocks/>
          </p:cNvGrpSpPr>
          <p:nvPr/>
        </p:nvGrpSpPr>
        <p:grpSpPr bwMode="auto">
          <a:xfrm>
            <a:off x="1524001" y="3036094"/>
            <a:ext cx="1079897" cy="258366"/>
            <a:chOff x="288" y="2016"/>
            <a:chExt cx="816" cy="192"/>
          </a:xfrm>
        </p:grpSpPr>
        <p:sp>
          <p:nvSpPr>
            <p:cNvPr id="2678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678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30" name="Group 29"/>
          <p:cNvGrpSpPr>
            <a:grpSpLocks/>
          </p:cNvGrpSpPr>
          <p:nvPr/>
        </p:nvGrpSpPr>
        <p:grpSpPr bwMode="auto">
          <a:xfrm>
            <a:off x="1524001" y="3294460"/>
            <a:ext cx="1079897" cy="258365"/>
            <a:chOff x="288" y="2016"/>
            <a:chExt cx="816" cy="192"/>
          </a:xfrm>
        </p:grpSpPr>
        <p:sp>
          <p:nvSpPr>
            <p:cNvPr id="2678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678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31" name="Group 32"/>
          <p:cNvGrpSpPr>
            <a:grpSpLocks/>
          </p:cNvGrpSpPr>
          <p:nvPr/>
        </p:nvGrpSpPr>
        <p:grpSpPr bwMode="auto">
          <a:xfrm>
            <a:off x="1524001" y="3552825"/>
            <a:ext cx="1079897" cy="257175"/>
            <a:chOff x="288" y="2016"/>
            <a:chExt cx="816" cy="192"/>
          </a:xfrm>
        </p:grpSpPr>
        <p:sp>
          <p:nvSpPr>
            <p:cNvPr id="2678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678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32" name="Group 35"/>
          <p:cNvGrpSpPr>
            <a:grpSpLocks/>
          </p:cNvGrpSpPr>
          <p:nvPr/>
        </p:nvGrpSpPr>
        <p:grpSpPr bwMode="auto">
          <a:xfrm>
            <a:off x="1524001" y="3810000"/>
            <a:ext cx="1079897" cy="258366"/>
            <a:chOff x="288" y="2016"/>
            <a:chExt cx="816" cy="192"/>
          </a:xfrm>
        </p:grpSpPr>
        <p:sp>
          <p:nvSpPr>
            <p:cNvPr id="2678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678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33" name="Group 38"/>
          <p:cNvGrpSpPr>
            <a:grpSpLocks/>
          </p:cNvGrpSpPr>
          <p:nvPr/>
        </p:nvGrpSpPr>
        <p:grpSpPr bwMode="auto">
          <a:xfrm>
            <a:off x="1524001" y="4325542"/>
            <a:ext cx="1079897" cy="258365"/>
            <a:chOff x="288" y="2016"/>
            <a:chExt cx="816" cy="192"/>
          </a:xfrm>
        </p:grpSpPr>
        <p:sp>
          <p:nvSpPr>
            <p:cNvPr id="2677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677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34" name="Group 41"/>
          <p:cNvGrpSpPr>
            <a:grpSpLocks/>
          </p:cNvGrpSpPr>
          <p:nvPr/>
        </p:nvGrpSpPr>
        <p:grpSpPr bwMode="auto">
          <a:xfrm>
            <a:off x="1524001" y="4068366"/>
            <a:ext cx="1079897" cy="257175"/>
            <a:chOff x="288" y="2016"/>
            <a:chExt cx="816" cy="192"/>
          </a:xfrm>
        </p:grpSpPr>
        <p:sp>
          <p:nvSpPr>
            <p:cNvPr id="2677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677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663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1</a:t>
            </a:r>
          </a:p>
          <a:p>
            <a:pPr eaLnBrk="1" hangingPunct="1">
              <a:lnSpc>
                <a:spcPct val="110000"/>
              </a:lnSpc>
            </a:pPr>
            <a:r>
              <a:rPr lang="zh-CN" altLang="en-US" sz="1500">
                <a:solidFill>
                  <a:schemeClr val="tx1"/>
                </a:solidFill>
                <a:latin typeface="+mn-lt"/>
                <a:ea typeface="宋体" panose="02010600030101010101" pitchFamily="2" charset="-122"/>
              </a:rPr>
              <a:t>2</a:t>
            </a: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2663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3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3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4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4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4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4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4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6645" name="Group 54"/>
          <p:cNvGrpSpPr>
            <a:grpSpLocks/>
          </p:cNvGrpSpPr>
          <p:nvPr/>
        </p:nvGrpSpPr>
        <p:grpSpPr bwMode="auto">
          <a:xfrm>
            <a:off x="2857500" y="3612357"/>
            <a:ext cx="1428750" cy="159544"/>
            <a:chOff x="1440" y="2064"/>
            <a:chExt cx="1200" cy="192"/>
          </a:xfrm>
        </p:grpSpPr>
        <p:grpSp>
          <p:nvGrpSpPr>
            <p:cNvPr id="26765" name="Group 55"/>
            <p:cNvGrpSpPr>
              <a:grpSpLocks/>
            </p:cNvGrpSpPr>
            <p:nvPr/>
          </p:nvGrpSpPr>
          <p:grpSpPr bwMode="auto">
            <a:xfrm>
              <a:off x="1440" y="2064"/>
              <a:ext cx="672" cy="192"/>
              <a:chOff x="2496" y="2160"/>
              <a:chExt cx="768" cy="144"/>
            </a:xfrm>
          </p:grpSpPr>
          <p:sp>
            <p:nvSpPr>
              <p:cNvPr id="2677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677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7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766" name="Group 59"/>
            <p:cNvGrpSpPr>
              <a:grpSpLocks/>
            </p:cNvGrpSpPr>
            <p:nvPr/>
          </p:nvGrpSpPr>
          <p:grpSpPr bwMode="auto">
            <a:xfrm>
              <a:off x="2112" y="2064"/>
              <a:ext cx="528" cy="192"/>
              <a:chOff x="2112" y="2064"/>
              <a:chExt cx="528" cy="192"/>
            </a:xfrm>
          </p:grpSpPr>
          <p:grpSp>
            <p:nvGrpSpPr>
              <p:cNvPr id="26767" name="Group 60"/>
              <p:cNvGrpSpPr>
                <a:grpSpLocks/>
              </p:cNvGrpSpPr>
              <p:nvPr/>
            </p:nvGrpSpPr>
            <p:grpSpPr bwMode="auto">
              <a:xfrm>
                <a:off x="2112" y="2064"/>
                <a:ext cx="528" cy="192"/>
                <a:chOff x="2208" y="2112"/>
                <a:chExt cx="528" cy="144"/>
              </a:xfrm>
            </p:grpSpPr>
            <p:sp>
              <p:nvSpPr>
                <p:cNvPr id="2677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677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68" name="Group 63"/>
              <p:cNvGrpSpPr>
                <a:grpSpLocks/>
              </p:cNvGrpSpPr>
              <p:nvPr/>
            </p:nvGrpSpPr>
            <p:grpSpPr bwMode="auto">
              <a:xfrm>
                <a:off x="2448" y="2064"/>
                <a:ext cx="144" cy="144"/>
                <a:chOff x="2448" y="2064"/>
                <a:chExt cx="144" cy="144"/>
              </a:xfrm>
            </p:grpSpPr>
            <p:sp>
              <p:nvSpPr>
                <p:cNvPr id="2676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7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6646" name="Group 66"/>
          <p:cNvGrpSpPr>
            <a:grpSpLocks/>
          </p:cNvGrpSpPr>
          <p:nvPr/>
        </p:nvGrpSpPr>
        <p:grpSpPr bwMode="auto">
          <a:xfrm>
            <a:off x="2857500" y="2800350"/>
            <a:ext cx="2228850" cy="171450"/>
            <a:chOff x="1440" y="2256"/>
            <a:chExt cx="1872" cy="192"/>
          </a:xfrm>
        </p:grpSpPr>
        <p:grpSp>
          <p:nvGrpSpPr>
            <p:cNvPr id="26750" name="Group 67"/>
            <p:cNvGrpSpPr>
              <a:grpSpLocks/>
            </p:cNvGrpSpPr>
            <p:nvPr/>
          </p:nvGrpSpPr>
          <p:grpSpPr bwMode="auto">
            <a:xfrm>
              <a:off x="2784" y="2256"/>
              <a:ext cx="528" cy="192"/>
              <a:chOff x="2112" y="2064"/>
              <a:chExt cx="528" cy="192"/>
            </a:xfrm>
          </p:grpSpPr>
          <p:grpSp>
            <p:nvGrpSpPr>
              <p:cNvPr id="26759" name="Group 68"/>
              <p:cNvGrpSpPr>
                <a:grpSpLocks/>
              </p:cNvGrpSpPr>
              <p:nvPr/>
            </p:nvGrpSpPr>
            <p:grpSpPr bwMode="auto">
              <a:xfrm>
                <a:off x="2112" y="2064"/>
                <a:ext cx="528" cy="192"/>
                <a:chOff x="2208" y="2112"/>
                <a:chExt cx="528" cy="144"/>
              </a:xfrm>
            </p:grpSpPr>
            <p:sp>
              <p:nvSpPr>
                <p:cNvPr id="2676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676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60" name="Group 71"/>
              <p:cNvGrpSpPr>
                <a:grpSpLocks/>
              </p:cNvGrpSpPr>
              <p:nvPr/>
            </p:nvGrpSpPr>
            <p:grpSpPr bwMode="auto">
              <a:xfrm>
                <a:off x="2448" y="2064"/>
                <a:ext cx="144" cy="144"/>
                <a:chOff x="2448" y="2064"/>
                <a:chExt cx="144" cy="144"/>
              </a:xfrm>
            </p:grpSpPr>
            <p:sp>
              <p:nvSpPr>
                <p:cNvPr id="2676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6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751" name="Group 74"/>
            <p:cNvGrpSpPr>
              <a:grpSpLocks/>
            </p:cNvGrpSpPr>
            <p:nvPr/>
          </p:nvGrpSpPr>
          <p:grpSpPr bwMode="auto">
            <a:xfrm>
              <a:off x="1440" y="2256"/>
              <a:ext cx="672" cy="192"/>
              <a:chOff x="2496" y="2160"/>
              <a:chExt cx="768" cy="144"/>
            </a:xfrm>
          </p:grpSpPr>
          <p:sp>
            <p:nvSpPr>
              <p:cNvPr id="2675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675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5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752" name="Group 78"/>
            <p:cNvGrpSpPr>
              <a:grpSpLocks/>
            </p:cNvGrpSpPr>
            <p:nvPr/>
          </p:nvGrpSpPr>
          <p:grpSpPr bwMode="auto">
            <a:xfrm>
              <a:off x="2112" y="2256"/>
              <a:ext cx="672" cy="192"/>
              <a:chOff x="2496" y="2160"/>
              <a:chExt cx="768" cy="144"/>
            </a:xfrm>
          </p:grpSpPr>
          <p:sp>
            <p:nvSpPr>
              <p:cNvPr id="2675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675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5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47" name="Group 82"/>
          <p:cNvGrpSpPr>
            <a:grpSpLocks/>
          </p:cNvGrpSpPr>
          <p:nvPr/>
        </p:nvGrpSpPr>
        <p:grpSpPr bwMode="auto">
          <a:xfrm>
            <a:off x="2857500" y="3326607"/>
            <a:ext cx="800100" cy="159544"/>
            <a:chOff x="2496" y="2160"/>
            <a:chExt cx="768" cy="144"/>
          </a:xfrm>
        </p:grpSpPr>
        <p:sp>
          <p:nvSpPr>
            <p:cNvPr id="2674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674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4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648" name="Group 86"/>
          <p:cNvGrpSpPr>
            <a:grpSpLocks/>
          </p:cNvGrpSpPr>
          <p:nvPr/>
        </p:nvGrpSpPr>
        <p:grpSpPr bwMode="auto">
          <a:xfrm>
            <a:off x="3657600" y="3326607"/>
            <a:ext cx="628650" cy="159544"/>
            <a:chOff x="2112" y="2064"/>
            <a:chExt cx="528" cy="192"/>
          </a:xfrm>
        </p:grpSpPr>
        <p:grpSp>
          <p:nvGrpSpPr>
            <p:cNvPr id="26741" name="Group 87"/>
            <p:cNvGrpSpPr>
              <a:grpSpLocks/>
            </p:cNvGrpSpPr>
            <p:nvPr/>
          </p:nvGrpSpPr>
          <p:grpSpPr bwMode="auto">
            <a:xfrm>
              <a:off x="2112" y="2064"/>
              <a:ext cx="528" cy="192"/>
              <a:chOff x="2208" y="2112"/>
              <a:chExt cx="528" cy="144"/>
            </a:xfrm>
          </p:grpSpPr>
          <p:sp>
            <p:nvSpPr>
              <p:cNvPr id="2674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674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42" name="Group 90"/>
            <p:cNvGrpSpPr>
              <a:grpSpLocks/>
            </p:cNvGrpSpPr>
            <p:nvPr/>
          </p:nvGrpSpPr>
          <p:grpSpPr bwMode="auto">
            <a:xfrm>
              <a:off x="2448" y="2064"/>
              <a:ext cx="144" cy="144"/>
              <a:chOff x="2448" y="2064"/>
              <a:chExt cx="144" cy="144"/>
            </a:xfrm>
          </p:grpSpPr>
          <p:sp>
            <p:nvSpPr>
              <p:cNvPr id="2674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4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49" name="Group 93"/>
          <p:cNvGrpSpPr>
            <a:grpSpLocks/>
          </p:cNvGrpSpPr>
          <p:nvPr/>
        </p:nvGrpSpPr>
        <p:grpSpPr bwMode="auto">
          <a:xfrm>
            <a:off x="2857500" y="2571750"/>
            <a:ext cx="1428750" cy="171450"/>
            <a:chOff x="1440" y="2064"/>
            <a:chExt cx="1200" cy="192"/>
          </a:xfrm>
        </p:grpSpPr>
        <p:grpSp>
          <p:nvGrpSpPr>
            <p:cNvPr id="26730" name="Group 94"/>
            <p:cNvGrpSpPr>
              <a:grpSpLocks/>
            </p:cNvGrpSpPr>
            <p:nvPr/>
          </p:nvGrpSpPr>
          <p:grpSpPr bwMode="auto">
            <a:xfrm>
              <a:off x="1440" y="2064"/>
              <a:ext cx="672" cy="192"/>
              <a:chOff x="2496" y="2160"/>
              <a:chExt cx="768" cy="144"/>
            </a:xfrm>
          </p:grpSpPr>
          <p:sp>
            <p:nvSpPr>
              <p:cNvPr id="2673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673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4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731" name="Group 98"/>
            <p:cNvGrpSpPr>
              <a:grpSpLocks/>
            </p:cNvGrpSpPr>
            <p:nvPr/>
          </p:nvGrpSpPr>
          <p:grpSpPr bwMode="auto">
            <a:xfrm>
              <a:off x="2112" y="2064"/>
              <a:ext cx="528" cy="192"/>
              <a:chOff x="2112" y="2064"/>
              <a:chExt cx="528" cy="192"/>
            </a:xfrm>
          </p:grpSpPr>
          <p:grpSp>
            <p:nvGrpSpPr>
              <p:cNvPr id="26732" name="Group 99"/>
              <p:cNvGrpSpPr>
                <a:grpSpLocks/>
              </p:cNvGrpSpPr>
              <p:nvPr/>
            </p:nvGrpSpPr>
            <p:grpSpPr bwMode="auto">
              <a:xfrm>
                <a:off x="2112" y="2064"/>
                <a:ext cx="528" cy="192"/>
                <a:chOff x="2208" y="2112"/>
                <a:chExt cx="528" cy="144"/>
              </a:xfrm>
            </p:grpSpPr>
            <p:sp>
              <p:nvSpPr>
                <p:cNvPr id="2673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673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33" name="Group 102"/>
              <p:cNvGrpSpPr>
                <a:grpSpLocks/>
              </p:cNvGrpSpPr>
              <p:nvPr/>
            </p:nvGrpSpPr>
            <p:grpSpPr bwMode="auto">
              <a:xfrm>
                <a:off x="2448" y="2064"/>
                <a:ext cx="144" cy="144"/>
                <a:chOff x="2448" y="2064"/>
                <a:chExt cx="144" cy="144"/>
              </a:xfrm>
            </p:grpSpPr>
            <p:sp>
              <p:nvSpPr>
                <p:cNvPr id="2673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3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6650" name="Group 105"/>
          <p:cNvGrpSpPr>
            <a:grpSpLocks/>
          </p:cNvGrpSpPr>
          <p:nvPr/>
        </p:nvGrpSpPr>
        <p:grpSpPr bwMode="auto">
          <a:xfrm>
            <a:off x="2857500" y="3886200"/>
            <a:ext cx="1428750" cy="171450"/>
            <a:chOff x="1440" y="2064"/>
            <a:chExt cx="1200" cy="192"/>
          </a:xfrm>
        </p:grpSpPr>
        <p:grpSp>
          <p:nvGrpSpPr>
            <p:cNvPr id="26719" name="Group 106"/>
            <p:cNvGrpSpPr>
              <a:grpSpLocks/>
            </p:cNvGrpSpPr>
            <p:nvPr/>
          </p:nvGrpSpPr>
          <p:grpSpPr bwMode="auto">
            <a:xfrm>
              <a:off x="1440" y="2064"/>
              <a:ext cx="672" cy="192"/>
              <a:chOff x="2496" y="2160"/>
              <a:chExt cx="768" cy="144"/>
            </a:xfrm>
          </p:grpSpPr>
          <p:sp>
            <p:nvSpPr>
              <p:cNvPr id="2672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672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2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720" name="Group 110"/>
            <p:cNvGrpSpPr>
              <a:grpSpLocks/>
            </p:cNvGrpSpPr>
            <p:nvPr/>
          </p:nvGrpSpPr>
          <p:grpSpPr bwMode="auto">
            <a:xfrm>
              <a:off x="2112" y="2064"/>
              <a:ext cx="528" cy="192"/>
              <a:chOff x="2112" y="2064"/>
              <a:chExt cx="528" cy="192"/>
            </a:xfrm>
          </p:grpSpPr>
          <p:grpSp>
            <p:nvGrpSpPr>
              <p:cNvPr id="26721" name="Group 111"/>
              <p:cNvGrpSpPr>
                <a:grpSpLocks/>
              </p:cNvGrpSpPr>
              <p:nvPr/>
            </p:nvGrpSpPr>
            <p:grpSpPr bwMode="auto">
              <a:xfrm>
                <a:off x="2112" y="2064"/>
                <a:ext cx="528" cy="192"/>
                <a:chOff x="2208" y="2112"/>
                <a:chExt cx="528" cy="144"/>
              </a:xfrm>
            </p:grpSpPr>
            <p:sp>
              <p:nvSpPr>
                <p:cNvPr id="2672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672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22" name="Group 114"/>
              <p:cNvGrpSpPr>
                <a:grpSpLocks/>
              </p:cNvGrpSpPr>
              <p:nvPr/>
            </p:nvGrpSpPr>
            <p:grpSpPr bwMode="auto">
              <a:xfrm>
                <a:off x="2448" y="2064"/>
                <a:ext cx="144" cy="144"/>
                <a:chOff x="2448" y="2064"/>
                <a:chExt cx="144" cy="144"/>
              </a:xfrm>
            </p:grpSpPr>
            <p:sp>
              <p:nvSpPr>
                <p:cNvPr id="2672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2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6651" name="Group 117"/>
          <p:cNvGrpSpPr>
            <a:grpSpLocks/>
          </p:cNvGrpSpPr>
          <p:nvPr/>
        </p:nvGrpSpPr>
        <p:grpSpPr bwMode="auto">
          <a:xfrm>
            <a:off x="2857500" y="4126707"/>
            <a:ext cx="800100" cy="159544"/>
            <a:chOff x="2496" y="2160"/>
            <a:chExt cx="768" cy="144"/>
          </a:xfrm>
        </p:grpSpPr>
        <p:sp>
          <p:nvSpPr>
            <p:cNvPr id="2671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671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1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652" name="Group 121"/>
          <p:cNvGrpSpPr>
            <a:grpSpLocks/>
          </p:cNvGrpSpPr>
          <p:nvPr/>
        </p:nvGrpSpPr>
        <p:grpSpPr bwMode="auto">
          <a:xfrm>
            <a:off x="3657600" y="4126707"/>
            <a:ext cx="628650" cy="159544"/>
            <a:chOff x="2112" y="2064"/>
            <a:chExt cx="528" cy="192"/>
          </a:xfrm>
        </p:grpSpPr>
        <p:grpSp>
          <p:nvGrpSpPr>
            <p:cNvPr id="26710" name="Group 122"/>
            <p:cNvGrpSpPr>
              <a:grpSpLocks/>
            </p:cNvGrpSpPr>
            <p:nvPr/>
          </p:nvGrpSpPr>
          <p:grpSpPr bwMode="auto">
            <a:xfrm>
              <a:off x="2112" y="2064"/>
              <a:ext cx="528" cy="192"/>
              <a:chOff x="2208" y="2112"/>
              <a:chExt cx="528" cy="144"/>
            </a:xfrm>
          </p:grpSpPr>
          <p:sp>
            <p:nvSpPr>
              <p:cNvPr id="2671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671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11" name="Group 125"/>
            <p:cNvGrpSpPr>
              <a:grpSpLocks/>
            </p:cNvGrpSpPr>
            <p:nvPr/>
          </p:nvGrpSpPr>
          <p:grpSpPr bwMode="auto">
            <a:xfrm>
              <a:off x="2448" y="2064"/>
              <a:ext cx="144" cy="144"/>
              <a:chOff x="2448" y="2064"/>
              <a:chExt cx="144" cy="144"/>
            </a:xfrm>
          </p:grpSpPr>
          <p:sp>
            <p:nvSpPr>
              <p:cNvPr id="2671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1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53" name="Group 128"/>
          <p:cNvGrpSpPr>
            <a:grpSpLocks/>
          </p:cNvGrpSpPr>
          <p:nvPr/>
        </p:nvGrpSpPr>
        <p:grpSpPr bwMode="auto">
          <a:xfrm>
            <a:off x="2857500" y="3040857"/>
            <a:ext cx="2228850" cy="159544"/>
            <a:chOff x="1440" y="2256"/>
            <a:chExt cx="1872" cy="192"/>
          </a:xfrm>
        </p:grpSpPr>
        <p:grpSp>
          <p:nvGrpSpPr>
            <p:cNvPr id="26695" name="Group 129"/>
            <p:cNvGrpSpPr>
              <a:grpSpLocks/>
            </p:cNvGrpSpPr>
            <p:nvPr/>
          </p:nvGrpSpPr>
          <p:grpSpPr bwMode="auto">
            <a:xfrm>
              <a:off x="2784" y="2256"/>
              <a:ext cx="528" cy="192"/>
              <a:chOff x="2112" y="2064"/>
              <a:chExt cx="528" cy="192"/>
            </a:xfrm>
          </p:grpSpPr>
          <p:grpSp>
            <p:nvGrpSpPr>
              <p:cNvPr id="26704" name="Group 130"/>
              <p:cNvGrpSpPr>
                <a:grpSpLocks/>
              </p:cNvGrpSpPr>
              <p:nvPr/>
            </p:nvGrpSpPr>
            <p:grpSpPr bwMode="auto">
              <a:xfrm>
                <a:off x="2112" y="2064"/>
                <a:ext cx="528" cy="192"/>
                <a:chOff x="2208" y="2112"/>
                <a:chExt cx="528" cy="144"/>
              </a:xfrm>
            </p:grpSpPr>
            <p:sp>
              <p:nvSpPr>
                <p:cNvPr id="2670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670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705" name="Group 133"/>
              <p:cNvGrpSpPr>
                <a:grpSpLocks/>
              </p:cNvGrpSpPr>
              <p:nvPr/>
            </p:nvGrpSpPr>
            <p:grpSpPr bwMode="auto">
              <a:xfrm>
                <a:off x="2448" y="2064"/>
                <a:ext cx="144" cy="144"/>
                <a:chOff x="2448" y="2064"/>
                <a:chExt cx="144" cy="144"/>
              </a:xfrm>
            </p:grpSpPr>
            <p:sp>
              <p:nvSpPr>
                <p:cNvPr id="2670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70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96" name="Group 136"/>
            <p:cNvGrpSpPr>
              <a:grpSpLocks/>
            </p:cNvGrpSpPr>
            <p:nvPr/>
          </p:nvGrpSpPr>
          <p:grpSpPr bwMode="auto">
            <a:xfrm>
              <a:off x="1440" y="2256"/>
              <a:ext cx="672" cy="192"/>
              <a:chOff x="2496" y="2160"/>
              <a:chExt cx="768" cy="144"/>
            </a:xfrm>
          </p:grpSpPr>
          <p:sp>
            <p:nvSpPr>
              <p:cNvPr id="2670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670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0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697" name="Group 140"/>
            <p:cNvGrpSpPr>
              <a:grpSpLocks/>
            </p:cNvGrpSpPr>
            <p:nvPr/>
          </p:nvGrpSpPr>
          <p:grpSpPr bwMode="auto">
            <a:xfrm>
              <a:off x="2112" y="2256"/>
              <a:ext cx="672" cy="192"/>
              <a:chOff x="2496" y="2160"/>
              <a:chExt cx="768" cy="144"/>
            </a:xfrm>
          </p:grpSpPr>
          <p:sp>
            <p:nvSpPr>
              <p:cNvPr id="2669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669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70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54" name="Group 144"/>
          <p:cNvGrpSpPr>
            <a:grpSpLocks/>
          </p:cNvGrpSpPr>
          <p:nvPr/>
        </p:nvGrpSpPr>
        <p:grpSpPr bwMode="auto">
          <a:xfrm>
            <a:off x="3657600" y="4400550"/>
            <a:ext cx="2228850" cy="171450"/>
            <a:chOff x="1440" y="2256"/>
            <a:chExt cx="1872" cy="192"/>
          </a:xfrm>
        </p:grpSpPr>
        <p:grpSp>
          <p:nvGrpSpPr>
            <p:cNvPr id="26680" name="Group 145"/>
            <p:cNvGrpSpPr>
              <a:grpSpLocks/>
            </p:cNvGrpSpPr>
            <p:nvPr/>
          </p:nvGrpSpPr>
          <p:grpSpPr bwMode="auto">
            <a:xfrm>
              <a:off x="2784" y="2256"/>
              <a:ext cx="528" cy="192"/>
              <a:chOff x="2112" y="2064"/>
              <a:chExt cx="528" cy="192"/>
            </a:xfrm>
          </p:grpSpPr>
          <p:grpSp>
            <p:nvGrpSpPr>
              <p:cNvPr id="26689" name="Group 146"/>
              <p:cNvGrpSpPr>
                <a:grpSpLocks/>
              </p:cNvGrpSpPr>
              <p:nvPr/>
            </p:nvGrpSpPr>
            <p:grpSpPr bwMode="auto">
              <a:xfrm>
                <a:off x="2112" y="2064"/>
                <a:ext cx="528" cy="192"/>
                <a:chOff x="2208" y="2112"/>
                <a:chExt cx="528" cy="144"/>
              </a:xfrm>
            </p:grpSpPr>
            <p:sp>
              <p:nvSpPr>
                <p:cNvPr id="2669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669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6690" name="Group 149"/>
              <p:cNvGrpSpPr>
                <a:grpSpLocks/>
              </p:cNvGrpSpPr>
              <p:nvPr/>
            </p:nvGrpSpPr>
            <p:grpSpPr bwMode="auto">
              <a:xfrm>
                <a:off x="2448" y="2064"/>
                <a:ext cx="144" cy="144"/>
                <a:chOff x="2448" y="2064"/>
                <a:chExt cx="144" cy="144"/>
              </a:xfrm>
            </p:grpSpPr>
            <p:sp>
              <p:nvSpPr>
                <p:cNvPr id="2669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9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81" name="Group 152"/>
            <p:cNvGrpSpPr>
              <a:grpSpLocks/>
            </p:cNvGrpSpPr>
            <p:nvPr/>
          </p:nvGrpSpPr>
          <p:grpSpPr bwMode="auto">
            <a:xfrm>
              <a:off x="1440" y="2256"/>
              <a:ext cx="672" cy="192"/>
              <a:chOff x="2496" y="2160"/>
              <a:chExt cx="768" cy="144"/>
            </a:xfrm>
          </p:grpSpPr>
          <p:sp>
            <p:nvSpPr>
              <p:cNvPr id="2668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668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68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6682" name="Group 156"/>
            <p:cNvGrpSpPr>
              <a:grpSpLocks/>
            </p:cNvGrpSpPr>
            <p:nvPr/>
          </p:nvGrpSpPr>
          <p:grpSpPr bwMode="auto">
            <a:xfrm>
              <a:off x="2112" y="2256"/>
              <a:ext cx="672" cy="192"/>
              <a:chOff x="2496" y="2160"/>
              <a:chExt cx="768" cy="144"/>
            </a:xfrm>
          </p:grpSpPr>
          <p:sp>
            <p:nvSpPr>
              <p:cNvPr id="2668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668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68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6655" name="Group 160"/>
          <p:cNvGrpSpPr>
            <a:grpSpLocks/>
          </p:cNvGrpSpPr>
          <p:nvPr/>
        </p:nvGrpSpPr>
        <p:grpSpPr bwMode="auto">
          <a:xfrm>
            <a:off x="2857500" y="4400550"/>
            <a:ext cx="800100" cy="171450"/>
            <a:chOff x="2496" y="2160"/>
            <a:chExt cx="768" cy="144"/>
          </a:xfrm>
        </p:grpSpPr>
        <p:sp>
          <p:nvSpPr>
            <p:cNvPr id="2667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667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667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2665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grpSp>
        <p:nvGrpSpPr>
          <p:cNvPr id="26658" name="Group 168"/>
          <p:cNvGrpSpPr>
            <a:grpSpLocks/>
          </p:cNvGrpSpPr>
          <p:nvPr/>
        </p:nvGrpSpPr>
        <p:grpSpPr bwMode="auto">
          <a:xfrm>
            <a:off x="6053138" y="342900"/>
            <a:ext cx="1943100" cy="1943100"/>
            <a:chOff x="2784" y="96"/>
            <a:chExt cx="1632" cy="1680"/>
          </a:xfrm>
        </p:grpSpPr>
        <p:sp>
          <p:nvSpPr>
            <p:cNvPr id="26659" name="Oval 169"/>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26660" name="Oval 170"/>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26661" name="Oval 171"/>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26662" name="Oval 172"/>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26663" name="Oval 173"/>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26664" name="Oval 174"/>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26665" name="Oval 175"/>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26666" name="Line 176"/>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67" name="Line 177"/>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68" name="Line 178"/>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69" name="Line 179"/>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0" name="Line 180"/>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1" name="Line 181"/>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2" name="Oval 182"/>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26673" name="Line 183"/>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4" name="Line 184"/>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5" name="Line 185"/>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6676" name="Line 186"/>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37BBCE5-B33D-F865-75CA-AD3EBBDE883F}"/>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37BBCE5-B33D-F865-75CA-AD3EBBDE883F}"/>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40634401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E6FBB82-71A2-3A6E-21E1-7AA28E1C6DB6}"/>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E6FBB82-71A2-3A6E-21E1-7AA28E1C6DB6}"/>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27650" name="Group 21"/>
          <p:cNvGrpSpPr>
            <a:grpSpLocks/>
          </p:cNvGrpSpPr>
          <p:nvPr/>
        </p:nvGrpSpPr>
        <p:grpSpPr bwMode="auto">
          <a:xfrm>
            <a:off x="1524001" y="2520554"/>
            <a:ext cx="1079897" cy="258365"/>
            <a:chOff x="288" y="2016"/>
            <a:chExt cx="816" cy="192"/>
          </a:xfrm>
        </p:grpSpPr>
        <p:sp>
          <p:nvSpPr>
            <p:cNvPr id="2781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781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765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765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7653" name="Group 26"/>
          <p:cNvGrpSpPr>
            <a:grpSpLocks/>
          </p:cNvGrpSpPr>
          <p:nvPr/>
        </p:nvGrpSpPr>
        <p:grpSpPr bwMode="auto">
          <a:xfrm>
            <a:off x="1524001" y="3036094"/>
            <a:ext cx="1079897" cy="258366"/>
            <a:chOff x="288" y="2016"/>
            <a:chExt cx="816" cy="192"/>
          </a:xfrm>
        </p:grpSpPr>
        <p:sp>
          <p:nvSpPr>
            <p:cNvPr id="2781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781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654" name="Group 29"/>
          <p:cNvGrpSpPr>
            <a:grpSpLocks/>
          </p:cNvGrpSpPr>
          <p:nvPr/>
        </p:nvGrpSpPr>
        <p:grpSpPr bwMode="auto">
          <a:xfrm>
            <a:off x="1524001" y="3294460"/>
            <a:ext cx="1079897" cy="258365"/>
            <a:chOff x="288" y="2016"/>
            <a:chExt cx="816" cy="192"/>
          </a:xfrm>
        </p:grpSpPr>
        <p:sp>
          <p:nvSpPr>
            <p:cNvPr id="2781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781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655" name="Group 32"/>
          <p:cNvGrpSpPr>
            <a:grpSpLocks/>
          </p:cNvGrpSpPr>
          <p:nvPr/>
        </p:nvGrpSpPr>
        <p:grpSpPr bwMode="auto">
          <a:xfrm>
            <a:off x="1524001" y="3552825"/>
            <a:ext cx="1079897" cy="257175"/>
            <a:chOff x="288" y="2016"/>
            <a:chExt cx="816" cy="192"/>
          </a:xfrm>
        </p:grpSpPr>
        <p:sp>
          <p:nvSpPr>
            <p:cNvPr id="2780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780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656" name="Group 35"/>
          <p:cNvGrpSpPr>
            <a:grpSpLocks/>
          </p:cNvGrpSpPr>
          <p:nvPr/>
        </p:nvGrpSpPr>
        <p:grpSpPr bwMode="auto">
          <a:xfrm>
            <a:off x="1524001" y="3810000"/>
            <a:ext cx="1079897" cy="258366"/>
            <a:chOff x="288" y="2016"/>
            <a:chExt cx="816" cy="192"/>
          </a:xfrm>
        </p:grpSpPr>
        <p:sp>
          <p:nvSpPr>
            <p:cNvPr id="2780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780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657" name="Group 38"/>
          <p:cNvGrpSpPr>
            <a:grpSpLocks/>
          </p:cNvGrpSpPr>
          <p:nvPr/>
        </p:nvGrpSpPr>
        <p:grpSpPr bwMode="auto">
          <a:xfrm>
            <a:off x="1524001" y="4325542"/>
            <a:ext cx="1079897" cy="258365"/>
            <a:chOff x="288" y="2016"/>
            <a:chExt cx="816" cy="192"/>
          </a:xfrm>
        </p:grpSpPr>
        <p:sp>
          <p:nvSpPr>
            <p:cNvPr id="2780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780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658" name="Group 41"/>
          <p:cNvGrpSpPr>
            <a:grpSpLocks/>
          </p:cNvGrpSpPr>
          <p:nvPr/>
        </p:nvGrpSpPr>
        <p:grpSpPr bwMode="auto">
          <a:xfrm>
            <a:off x="1524001" y="4068366"/>
            <a:ext cx="1079897" cy="257175"/>
            <a:chOff x="288" y="2016"/>
            <a:chExt cx="816" cy="192"/>
          </a:xfrm>
        </p:grpSpPr>
        <p:sp>
          <p:nvSpPr>
            <p:cNvPr id="2780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780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765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1</a:t>
            </a:r>
          </a:p>
          <a:p>
            <a:pPr eaLnBrk="1" hangingPunct="1">
              <a:lnSpc>
                <a:spcPct val="110000"/>
              </a:lnSpc>
            </a:pPr>
            <a:r>
              <a:rPr lang="zh-CN" altLang="en-US" sz="1500">
                <a:solidFill>
                  <a:schemeClr val="tx1"/>
                </a:solidFill>
                <a:latin typeface="+mn-lt"/>
                <a:ea typeface="宋体" panose="02010600030101010101" pitchFamily="2" charset="-122"/>
              </a:rPr>
              <a:t>2</a:t>
            </a: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2766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6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7669" name="Group 54"/>
          <p:cNvGrpSpPr>
            <a:grpSpLocks/>
          </p:cNvGrpSpPr>
          <p:nvPr/>
        </p:nvGrpSpPr>
        <p:grpSpPr bwMode="auto">
          <a:xfrm>
            <a:off x="2857500" y="3612357"/>
            <a:ext cx="1428750" cy="159544"/>
            <a:chOff x="1440" y="2064"/>
            <a:chExt cx="1200" cy="192"/>
          </a:xfrm>
        </p:grpSpPr>
        <p:grpSp>
          <p:nvGrpSpPr>
            <p:cNvPr id="27791" name="Group 55"/>
            <p:cNvGrpSpPr>
              <a:grpSpLocks/>
            </p:cNvGrpSpPr>
            <p:nvPr/>
          </p:nvGrpSpPr>
          <p:grpSpPr bwMode="auto">
            <a:xfrm>
              <a:off x="1440" y="2064"/>
              <a:ext cx="672" cy="192"/>
              <a:chOff x="2496" y="2160"/>
              <a:chExt cx="768" cy="144"/>
            </a:xfrm>
          </p:grpSpPr>
          <p:sp>
            <p:nvSpPr>
              <p:cNvPr id="2779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780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80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92" name="Group 59"/>
            <p:cNvGrpSpPr>
              <a:grpSpLocks/>
            </p:cNvGrpSpPr>
            <p:nvPr/>
          </p:nvGrpSpPr>
          <p:grpSpPr bwMode="auto">
            <a:xfrm>
              <a:off x="2112" y="2064"/>
              <a:ext cx="528" cy="192"/>
              <a:chOff x="2112" y="2064"/>
              <a:chExt cx="528" cy="192"/>
            </a:xfrm>
          </p:grpSpPr>
          <p:grpSp>
            <p:nvGrpSpPr>
              <p:cNvPr id="27793" name="Group 60"/>
              <p:cNvGrpSpPr>
                <a:grpSpLocks/>
              </p:cNvGrpSpPr>
              <p:nvPr/>
            </p:nvGrpSpPr>
            <p:grpSpPr bwMode="auto">
              <a:xfrm>
                <a:off x="2112" y="2064"/>
                <a:ext cx="528" cy="192"/>
                <a:chOff x="2208" y="2112"/>
                <a:chExt cx="528" cy="144"/>
              </a:xfrm>
            </p:grpSpPr>
            <p:sp>
              <p:nvSpPr>
                <p:cNvPr id="2779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779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94" name="Group 63"/>
              <p:cNvGrpSpPr>
                <a:grpSpLocks/>
              </p:cNvGrpSpPr>
              <p:nvPr/>
            </p:nvGrpSpPr>
            <p:grpSpPr bwMode="auto">
              <a:xfrm>
                <a:off x="2448" y="2064"/>
                <a:ext cx="144" cy="144"/>
                <a:chOff x="2448" y="2064"/>
                <a:chExt cx="144" cy="144"/>
              </a:xfrm>
            </p:grpSpPr>
            <p:sp>
              <p:nvSpPr>
                <p:cNvPr id="2779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9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7670" name="Group 66"/>
          <p:cNvGrpSpPr>
            <a:grpSpLocks/>
          </p:cNvGrpSpPr>
          <p:nvPr/>
        </p:nvGrpSpPr>
        <p:grpSpPr bwMode="auto">
          <a:xfrm>
            <a:off x="2857500" y="2800350"/>
            <a:ext cx="2228850" cy="171450"/>
            <a:chOff x="1440" y="2256"/>
            <a:chExt cx="1872" cy="192"/>
          </a:xfrm>
        </p:grpSpPr>
        <p:grpSp>
          <p:nvGrpSpPr>
            <p:cNvPr id="27776" name="Group 67"/>
            <p:cNvGrpSpPr>
              <a:grpSpLocks/>
            </p:cNvGrpSpPr>
            <p:nvPr/>
          </p:nvGrpSpPr>
          <p:grpSpPr bwMode="auto">
            <a:xfrm>
              <a:off x="2784" y="2256"/>
              <a:ext cx="528" cy="192"/>
              <a:chOff x="2112" y="2064"/>
              <a:chExt cx="528" cy="192"/>
            </a:xfrm>
          </p:grpSpPr>
          <p:grpSp>
            <p:nvGrpSpPr>
              <p:cNvPr id="27785" name="Group 68"/>
              <p:cNvGrpSpPr>
                <a:grpSpLocks/>
              </p:cNvGrpSpPr>
              <p:nvPr/>
            </p:nvGrpSpPr>
            <p:grpSpPr bwMode="auto">
              <a:xfrm>
                <a:off x="2112" y="2064"/>
                <a:ext cx="528" cy="192"/>
                <a:chOff x="2208" y="2112"/>
                <a:chExt cx="528" cy="144"/>
              </a:xfrm>
            </p:grpSpPr>
            <p:sp>
              <p:nvSpPr>
                <p:cNvPr id="2778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779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86" name="Group 71"/>
              <p:cNvGrpSpPr>
                <a:grpSpLocks/>
              </p:cNvGrpSpPr>
              <p:nvPr/>
            </p:nvGrpSpPr>
            <p:grpSpPr bwMode="auto">
              <a:xfrm>
                <a:off x="2448" y="2064"/>
                <a:ext cx="144" cy="144"/>
                <a:chOff x="2448" y="2064"/>
                <a:chExt cx="144" cy="144"/>
              </a:xfrm>
            </p:grpSpPr>
            <p:sp>
              <p:nvSpPr>
                <p:cNvPr id="2778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8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777" name="Group 74"/>
            <p:cNvGrpSpPr>
              <a:grpSpLocks/>
            </p:cNvGrpSpPr>
            <p:nvPr/>
          </p:nvGrpSpPr>
          <p:grpSpPr bwMode="auto">
            <a:xfrm>
              <a:off x="1440" y="2256"/>
              <a:ext cx="672" cy="192"/>
              <a:chOff x="2496" y="2160"/>
              <a:chExt cx="768" cy="144"/>
            </a:xfrm>
          </p:grpSpPr>
          <p:sp>
            <p:nvSpPr>
              <p:cNvPr id="2778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778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8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78" name="Group 78"/>
            <p:cNvGrpSpPr>
              <a:grpSpLocks/>
            </p:cNvGrpSpPr>
            <p:nvPr/>
          </p:nvGrpSpPr>
          <p:grpSpPr bwMode="auto">
            <a:xfrm>
              <a:off x="2112" y="2256"/>
              <a:ext cx="672" cy="192"/>
              <a:chOff x="2496" y="2160"/>
              <a:chExt cx="768" cy="144"/>
            </a:xfrm>
          </p:grpSpPr>
          <p:sp>
            <p:nvSpPr>
              <p:cNvPr id="2777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778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8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671" name="Group 82"/>
          <p:cNvGrpSpPr>
            <a:grpSpLocks/>
          </p:cNvGrpSpPr>
          <p:nvPr/>
        </p:nvGrpSpPr>
        <p:grpSpPr bwMode="auto">
          <a:xfrm>
            <a:off x="2857500" y="3326607"/>
            <a:ext cx="800100" cy="159544"/>
            <a:chOff x="2496" y="2160"/>
            <a:chExt cx="768" cy="144"/>
          </a:xfrm>
        </p:grpSpPr>
        <p:sp>
          <p:nvSpPr>
            <p:cNvPr id="2777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777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7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672" name="Group 86"/>
          <p:cNvGrpSpPr>
            <a:grpSpLocks/>
          </p:cNvGrpSpPr>
          <p:nvPr/>
        </p:nvGrpSpPr>
        <p:grpSpPr bwMode="auto">
          <a:xfrm>
            <a:off x="3657600" y="3326607"/>
            <a:ext cx="628650" cy="159544"/>
            <a:chOff x="2112" y="2064"/>
            <a:chExt cx="528" cy="192"/>
          </a:xfrm>
        </p:grpSpPr>
        <p:grpSp>
          <p:nvGrpSpPr>
            <p:cNvPr id="27767" name="Group 87"/>
            <p:cNvGrpSpPr>
              <a:grpSpLocks/>
            </p:cNvGrpSpPr>
            <p:nvPr/>
          </p:nvGrpSpPr>
          <p:grpSpPr bwMode="auto">
            <a:xfrm>
              <a:off x="2112" y="2064"/>
              <a:ext cx="528" cy="192"/>
              <a:chOff x="2208" y="2112"/>
              <a:chExt cx="528" cy="144"/>
            </a:xfrm>
          </p:grpSpPr>
          <p:sp>
            <p:nvSpPr>
              <p:cNvPr id="2777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777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68" name="Group 90"/>
            <p:cNvGrpSpPr>
              <a:grpSpLocks/>
            </p:cNvGrpSpPr>
            <p:nvPr/>
          </p:nvGrpSpPr>
          <p:grpSpPr bwMode="auto">
            <a:xfrm>
              <a:off x="2448" y="2064"/>
              <a:ext cx="144" cy="144"/>
              <a:chOff x="2448" y="2064"/>
              <a:chExt cx="144" cy="144"/>
            </a:xfrm>
          </p:grpSpPr>
          <p:sp>
            <p:nvSpPr>
              <p:cNvPr id="2776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7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673" name="Group 93"/>
          <p:cNvGrpSpPr>
            <a:grpSpLocks/>
          </p:cNvGrpSpPr>
          <p:nvPr/>
        </p:nvGrpSpPr>
        <p:grpSpPr bwMode="auto">
          <a:xfrm>
            <a:off x="2857500" y="2571750"/>
            <a:ext cx="1428750" cy="171450"/>
            <a:chOff x="1440" y="2064"/>
            <a:chExt cx="1200" cy="192"/>
          </a:xfrm>
        </p:grpSpPr>
        <p:grpSp>
          <p:nvGrpSpPr>
            <p:cNvPr id="27756" name="Group 94"/>
            <p:cNvGrpSpPr>
              <a:grpSpLocks/>
            </p:cNvGrpSpPr>
            <p:nvPr/>
          </p:nvGrpSpPr>
          <p:grpSpPr bwMode="auto">
            <a:xfrm>
              <a:off x="1440" y="2064"/>
              <a:ext cx="672" cy="192"/>
              <a:chOff x="2496" y="2160"/>
              <a:chExt cx="768" cy="144"/>
            </a:xfrm>
          </p:grpSpPr>
          <p:sp>
            <p:nvSpPr>
              <p:cNvPr id="2776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776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6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57" name="Group 98"/>
            <p:cNvGrpSpPr>
              <a:grpSpLocks/>
            </p:cNvGrpSpPr>
            <p:nvPr/>
          </p:nvGrpSpPr>
          <p:grpSpPr bwMode="auto">
            <a:xfrm>
              <a:off x="2112" y="2064"/>
              <a:ext cx="528" cy="192"/>
              <a:chOff x="2112" y="2064"/>
              <a:chExt cx="528" cy="192"/>
            </a:xfrm>
          </p:grpSpPr>
          <p:grpSp>
            <p:nvGrpSpPr>
              <p:cNvPr id="27758" name="Group 99"/>
              <p:cNvGrpSpPr>
                <a:grpSpLocks/>
              </p:cNvGrpSpPr>
              <p:nvPr/>
            </p:nvGrpSpPr>
            <p:grpSpPr bwMode="auto">
              <a:xfrm>
                <a:off x="2112" y="2064"/>
                <a:ext cx="528" cy="192"/>
                <a:chOff x="2208" y="2112"/>
                <a:chExt cx="528" cy="144"/>
              </a:xfrm>
            </p:grpSpPr>
            <p:sp>
              <p:nvSpPr>
                <p:cNvPr id="2776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776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59" name="Group 102"/>
              <p:cNvGrpSpPr>
                <a:grpSpLocks/>
              </p:cNvGrpSpPr>
              <p:nvPr/>
            </p:nvGrpSpPr>
            <p:grpSpPr bwMode="auto">
              <a:xfrm>
                <a:off x="2448" y="2064"/>
                <a:ext cx="144" cy="144"/>
                <a:chOff x="2448" y="2064"/>
                <a:chExt cx="144" cy="144"/>
              </a:xfrm>
            </p:grpSpPr>
            <p:sp>
              <p:nvSpPr>
                <p:cNvPr id="2776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6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7674" name="Group 105"/>
          <p:cNvGrpSpPr>
            <a:grpSpLocks/>
          </p:cNvGrpSpPr>
          <p:nvPr/>
        </p:nvGrpSpPr>
        <p:grpSpPr bwMode="auto">
          <a:xfrm>
            <a:off x="2857500" y="3886200"/>
            <a:ext cx="1428750" cy="171450"/>
            <a:chOff x="1440" y="2064"/>
            <a:chExt cx="1200" cy="192"/>
          </a:xfrm>
        </p:grpSpPr>
        <p:grpSp>
          <p:nvGrpSpPr>
            <p:cNvPr id="27745" name="Group 106"/>
            <p:cNvGrpSpPr>
              <a:grpSpLocks/>
            </p:cNvGrpSpPr>
            <p:nvPr/>
          </p:nvGrpSpPr>
          <p:grpSpPr bwMode="auto">
            <a:xfrm>
              <a:off x="1440" y="2064"/>
              <a:ext cx="672" cy="192"/>
              <a:chOff x="2496" y="2160"/>
              <a:chExt cx="768" cy="144"/>
            </a:xfrm>
          </p:grpSpPr>
          <p:sp>
            <p:nvSpPr>
              <p:cNvPr id="2775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775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5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46" name="Group 110"/>
            <p:cNvGrpSpPr>
              <a:grpSpLocks/>
            </p:cNvGrpSpPr>
            <p:nvPr/>
          </p:nvGrpSpPr>
          <p:grpSpPr bwMode="auto">
            <a:xfrm>
              <a:off x="2112" y="2064"/>
              <a:ext cx="528" cy="192"/>
              <a:chOff x="2112" y="2064"/>
              <a:chExt cx="528" cy="192"/>
            </a:xfrm>
          </p:grpSpPr>
          <p:grpSp>
            <p:nvGrpSpPr>
              <p:cNvPr id="27747" name="Group 111"/>
              <p:cNvGrpSpPr>
                <a:grpSpLocks/>
              </p:cNvGrpSpPr>
              <p:nvPr/>
            </p:nvGrpSpPr>
            <p:grpSpPr bwMode="auto">
              <a:xfrm>
                <a:off x="2112" y="2064"/>
                <a:ext cx="528" cy="192"/>
                <a:chOff x="2208" y="2112"/>
                <a:chExt cx="528" cy="144"/>
              </a:xfrm>
            </p:grpSpPr>
            <p:sp>
              <p:nvSpPr>
                <p:cNvPr id="2775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775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48" name="Group 114"/>
              <p:cNvGrpSpPr>
                <a:grpSpLocks/>
              </p:cNvGrpSpPr>
              <p:nvPr/>
            </p:nvGrpSpPr>
            <p:grpSpPr bwMode="auto">
              <a:xfrm>
                <a:off x="2448" y="2064"/>
                <a:ext cx="144" cy="144"/>
                <a:chOff x="2448" y="2064"/>
                <a:chExt cx="144" cy="144"/>
              </a:xfrm>
            </p:grpSpPr>
            <p:sp>
              <p:nvSpPr>
                <p:cNvPr id="2774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5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7675" name="Group 117"/>
          <p:cNvGrpSpPr>
            <a:grpSpLocks/>
          </p:cNvGrpSpPr>
          <p:nvPr/>
        </p:nvGrpSpPr>
        <p:grpSpPr bwMode="auto">
          <a:xfrm>
            <a:off x="2857500" y="4126707"/>
            <a:ext cx="800100" cy="159544"/>
            <a:chOff x="2496" y="2160"/>
            <a:chExt cx="768" cy="144"/>
          </a:xfrm>
        </p:grpSpPr>
        <p:sp>
          <p:nvSpPr>
            <p:cNvPr id="2774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774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4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676" name="Group 121"/>
          <p:cNvGrpSpPr>
            <a:grpSpLocks/>
          </p:cNvGrpSpPr>
          <p:nvPr/>
        </p:nvGrpSpPr>
        <p:grpSpPr bwMode="auto">
          <a:xfrm>
            <a:off x="3657600" y="4126707"/>
            <a:ext cx="628650" cy="159544"/>
            <a:chOff x="2112" y="2064"/>
            <a:chExt cx="528" cy="192"/>
          </a:xfrm>
        </p:grpSpPr>
        <p:grpSp>
          <p:nvGrpSpPr>
            <p:cNvPr id="27736" name="Group 122"/>
            <p:cNvGrpSpPr>
              <a:grpSpLocks/>
            </p:cNvGrpSpPr>
            <p:nvPr/>
          </p:nvGrpSpPr>
          <p:grpSpPr bwMode="auto">
            <a:xfrm>
              <a:off x="2112" y="2064"/>
              <a:ext cx="528" cy="192"/>
              <a:chOff x="2208" y="2112"/>
              <a:chExt cx="528" cy="144"/>
            </a:xfrm>
          </p:grpSpPr>
          <p:sp>
            <p:nvSpPr>
              <p:cNvPr id="2774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774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37" name="Group 125"/>
            <p:cNvGrpSpPr>
              <a:grpSpLocks/>
            </p:cNvGrpSpPr>
            <p:nvPr/>
          </p:nvGrpSpPr>
          <p:grpSpPr bwMode="auto">
            <a:xfrm>
              <a:off x="2448" y="2064"/>
              <a:ext cx="144" cy="144"/>
              <a:chOff x="2448" y="2064"/>
              <a:chExt cx="144" cy="144"/>
            </a:xfrm>
          </p:grpSpPr>
          <p:sp>
            <p:nvSpPr>
              <p:cNvPr id="2773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3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677" name="Group 128"/>
          <p:cNvGrpSpPr>
            <a:grpSpLocks/>
          </p:cNvGrpSpPr>
          <p:nvPr/>
        </p:nvGrpSpPr>
        <p:grpSpPr bwMode="auto">
          <a:xfrm>
            <a:off x="2857500" y="3040857"/>
            <a:ext cx="2228850" cy="159544"/>
            <a:chOff x="1440" y="2256"/>
            <a:chExt cx="1872" cy="192"/>
          </a:xfrm>
        </p:grpSpPr>
        <p:grpSp>
          <p:nvGrpSpPr>
            <p:cNvPr id="27721" name="Group 129"/>
            <p:cNvGrpSpPr>
              <a:grpSpLocks/>
            </p:cNvGrpSpPr>
            <p:nvPr/>
          </p:nvGrpSpPr>
          <p:grpSpPr bwMode="auto">
            <a:xfrm>
              <a:off x="2784" y="2256"/>
              <a:ext cx="528" cy="192"/>
              <a:chOff x="2112" y="2064"/>
              <a:chExt cx="528" cy="192"/>
            </a:xfrm>
          </p:grpSpPr>
          <p:grpSp>
            <p:nvGrpSpPr>
              <p:cNvPr id="27730" name="Group 130"/>
              <p:cNvGrpSpPr>
                <a:grpSpLocks/>
              </p:cNvGrpSpPr>
              <p:nvPr/>
            </p:nvGrpSpPr>
            <p:grpSpPr bwMode="auto">
              <a:xfrm>
                <a:off x="2112" y="2064"/>
                <a:ext cx="528" cy="192"/>
                <a:chOff x="2208" y="2112"/>
                <a:chExt cx="528" cy="144"/>
              </a:xfrm>
            </p:grpSpPr>
            <p:sp>
              <p:nvSpPr>
                <p:cNvPr id="2773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773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31" name="Group 133"/>
              <p:cNvGrpSpPr>
                <a:grpSpLocks/>
              </p:cNvGrpSpPr>
              <p:nvPr/>
            </p:nvGrpSpPr>
            <p:grpSpPr bwMode="auto">
              <a:xfrm>
                <a:off x="2448" y="2064"/>
                <a:ext cx="144" cy="144"/>
                <a:chOff x="2448" y="2064"/>
                <a:chExt cx="144" cy="144"/>
              </a:xfrm>
            </p:grpSpPr>
            <p:sp>
              <p:nvSpPr>
                <p:cNvPr id="2773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3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722" name="Group 136"/>
            <p:cNvGrpSpPr>
              <a:grpSpLocks/>
            </p:cNvGrpSpPr>
            <p:nvPr/>
          </p:nvGrpSpPr>
          <p:grpSpPr bwMode="auto">
            <a:xfrm>
              <a:off x="1440" y="2256"/>
              <a:ext cx="672" cy="192"/>
              <a:chOff x="2496" y="2160"/>
              <a:chExt cx="768" cy="144"/>
            </a:xfrm>
          </p:grpSpPr>
          <p:sp>
            <p:nvSpPr>
              <p:cNvPr id="2772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772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2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23" name="Group 140"/>
            <p:cNvGrpSpPr>
              <a:grpSpLocks/>
            </p:cNvGrpSpPr>
            <p:nvPr/>
          </p:nvGrpSpPr>
          <p:grpSpPr bwMode="auto">
            <a:xfrm>
              <a:off x="2112" y="2256"/>
              <a:ext cx="672" cy="192"/>
              <a:chOff x="2496" y="2160"/>
              <a:chExt cx="768" cy="144"/>
            </a:xfrm>
          </p:grpSpPr>
          <p:sp>
            <p:nvSpPr>
              <p:cNvPr id="2772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772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2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678" name="Group 144"/>
          <p:cNvGrpSpPr>
            <a:grpSpLocks/>
          </p:cNvGrpSpPr>
          <p:nvPr/>
        </p:nvGrpSpPr>
        <p:grpSpPr bwMode="auto">
          <a:xfrm>
            <a:off x="3657600" y="4400550"/>
            <a:ext cx="2228850" cy="171450"/>
            <a:chOff x="1440" y="2256"/>
            <a:chExt cx="1872" cy="192"/>
          </a:xfrm>
        </p:grpSpPr>
        <p:grpSp>
          <p:nvGrpSpPr>
            <p:cNvPr id="27706" name="Group 145"/>
            <p:cNvGrpSpPr>
              <a:grpSpLocks/>
            </p:cNvGrpSpPr>
            <p:nvPr/>
          </p:nvGrpSpPr>
          <p:grpSpPr bwMode="auto">
            <a:xfrm>
              <a:off x="2784" y="2256"/>
              <a:ext cx="528" cy="192"/>
              <a:chOff x="2112" y="2064"/>
              <a:chExt cx="528" cy="192"/>
            </a:xfrm>
          </p:grpSpPr>
          <p:grpSp>
            <p:nvGrpSpPr>
              <p:cNvPr id="27715" name="Group 146"/>
              <p:cNvGrpSpPr>
                <a:grpSpLocks/>
              </p:cNvGrpSpPr>
              <p:nvPr/>
            </p:nvGrpSpPr>
            <p:grpSpPr bwMode="auto">
              <a:xfrm>
                <a:off x="2112" y="2064"/>
                <a:ext cx="528" cy="192"/>
                <a:chOff x="2208" y="2112"/>
                <a:chExt cx="528" cy="144"/>
              </a:xfrm>
            </p:grpSpPr>
            <p:sp>
              <p:nvSpPr>
                <p:cNvPr id="2771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772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7716" name="Group 149"/>
              <p:cNvGrpSpPr>
                <a:grpSpLocks/>
              </p:cNvGrpSpPr>
              <p:nvPr/>
            </p:nvGrpSpPr>
            <p:grpSpPr bwMode="auto">
              <a:xfrm>
                <a:off x="2448" y="2064"/>
                <a:ext cx="144" cy="144"/>
                <a:chOff x="2448" y="2064"/>
                <a:chExt cx="144" cy="144"/>
              </a:xfrm>
            </p:grpSpPr>
            <p:sp>
              <p:nvSpPr>
                <p:cNvPr id="2771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1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707" name="Group 152"/>
            <p:cNvGrpSpPr>
              <a:grpSpLocks/>
            </p:cNvGrpSpPr>
            <p:nvPr/>
          </p:nvGrpSpPr>
          <p:grpSpPr bwMode="auto">
            <a:xfrm>
              <a:off x="1440" y="2256"/>
              <a:ext cx="672" cy="192"/>
              <a:chOff x="2496" y="2160"/>
              <a:chExt cx="768" cy="144"/>
            </a:xfrm>
          </p:grpSpPr>
          <p:sp>
            <p:nvSpPr>
              <p:cNvPr id="2771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771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1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7708" name="Group 156"/>
            <p:cNvGrpSpPr>
              <a:grpSpLocks/>
            </p:cNvGrpSpPr>
            <p:nvPr/>
          </p:nvGrpSpPr>
          <p:grpSpPr bwMode="auto">
            <a:xfrm>
              <a:off x="2112" y="2256"/>
              <a:ext cx="672" cy="192"/>
              <a:chOff x="2496" y="2160"/>
              <a:chExt cx="768" cy="144"/>
            </a:xfrm>
          </p:grpSpPr>
          <p:sp>
            <p:nvSpPr>
              <p:cNvPr id="2770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771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1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7679" name="Group 160"/>
          <p:cNvGrpSpPr>
            <a:grpSpLocks/>
          </p:cNvGrpSpPr>
          <p:nvPr/>
        </p:nvGrpSpPr>
        <p:grpSpPr bwMode="auto">
          <a:xfrm>
            <a:off x="2857500" y="4400550"/>
            <a:ext cx="800100" cy="171450"/>
            <a:chOff x="2496" y="2160"/>
            <a:chExt cx="768" cy="144"/>
          </a:xfrm>
        </p:grpSpPr>
        <p:sp>
          <p:nvSpPr>
            <p:cNvPr id="2770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770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770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2768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	DFS(1)</a:t>
            </a:r>
          </a:p>
        </p:txBody>
      </p:sp>
      <p:sp>
        <p:nvSpPr>
          <p:cNvPr id="2768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89318" name="AutoShape 166"/>
          <p:cNvSpPr>
            <a:spLocks noChangeArrowheads="1"/>
          </p:cNvSpPr>
          <p:nvPr/>
        </p:nvSpPr>
        <p:spPr bwMode="auto">
          <a:xfrm>
            <a:off x="3028950" y="2202418"/>
            <a:ext cx="128588" cy="369332"/>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7683" name="Group 170"/>
          <p:cNvGrpSpPr>
            <a:grpSpLocks/>
          </p:cNvGrpSpPr>
          <p:nvPr/>
        </p:nvGrpSpPr>
        <p:grpSpPr bwMode="auto">
          <a:xfrm>
            <a:off x="6053138" y="342900"/>
            <a:ext cx="1943100" cy="1943100"/>
            <a:chOff x="2784" y="96"/>
            <a:chExt cx="1632" cy="1680"/>
          </a:xfrm>
        </p:grpSpPr>
        <p:sp>
          <p:nvSpPr>
            <p:cNvPr id="27685" name="Oval 17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27686" name="Oval 17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27687" name="Oval 17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27688" name="Oval 17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27689" name="Oval 17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27690" name="Oval 17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27691" name="Oval 17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27692" name="Line 17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3" name="Line 17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4" name="Line 18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5" name="Line 18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6" name="Line 18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7" name="Line 18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698" name="Oval 18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27699" name="Line 18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00" name="Line 18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01" name="Line 18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7702" name="Line 18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69"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4123271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89318"/>
                                        </p:tgtEl>
                                        <p:attrNameLst>
                                          <p:attrName>style.visibility</p:attrName>
                                        </p:attrNameLst>
                                      </p:cBhvr>
                                      <p:to>
                                        <p:strVal val="visible"/>
                                      </p:to>
                                    </p:set>
                                  </p:childTnLst>
                                  <p:subTnLst>
                                    <p:set>
                                      <p:cBhvr override="childStyle">
                                        <p:cTn dur="1" fill="hold" display="0" masterRel="nextClick" afterEffect="1"/>
                                        <p:tgtEl>
                                          <p:spTgt spid="689318"/>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931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DB5C7B10-C61E-DFF4-FAAD-29FA4343F8E4}"/>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DB5C7B10-C61E-DFF4-FAAD-29FA4343F8E4}"/>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28674" name="Group 21"/>
          <p:cNvGrpSpPr>
            <a:grpSpLocks/>
          </p:cNvGrpSpPr>
          <p:nvPr/>
        </p:nvGrpSpPr>
        <p:grpSpPr bwMode="auto">
          <a:xfrm>
            <a:off x="1524001" y="2520554"/>
            <a:ext cx="1079897" cy="258365"/>
            <a:chOff x="288" y="2016"/>
            <a:chExt cx="816" cy="192"/>
          </a:xfrm>
        </p:grpSpPr>
        <p:sp>
          <p:nvSpPr>
            <p:cNvPr id="2884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884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867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867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8677" name="Group 26"/>
          <p:cNvGrpSpPr>
            <a:grpSpLocks/>
          </p:cNvGrpSpPr>
          <p:nvPr/>
        </p:nvGrpSpPr>
        <p:grpSpPr bwMode="auto">
          <a:xfrm>
            <a:off x="1524001" y="3036094"/>
            <a:ext cx="1079897" cy="258366"/>
            <a:chOff x="288" y="2016"/>
            <a:chExt cx="816" cy="192"/>
          </a:xfrm>
        </p:grpSpPr>
        <p:sp>
          <p:nvSpPr>
            <p:cNvPr id="2883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883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678" name="Group 29"/>
          <p:cNvGrpSpPr>
            <a:grpSpLocks/>
          </p:cNvGrpSpPr>
          <p:nvPr/>
        </p:nvGrpSpPr>
        <p:grpSpPr bwMode="auto">
          <a:xfrm>
            <a:off x="1524001" y="3294460"/>
            <a:ext cx="1079897" cy="258365"/>
            <a:chOff x="288" y="2016"/>
            <a:chExt cx="816" cy="192"/>
          </a:xfrm>
        </p:grpSpPr>
        <p:sp>
          <p:nvSpPr>
            <p:cNvPr id="2883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883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679" name="Group 32"/>
          <p:cNvGrpSpPr>
            <a:grpSpLocks/>
          </p:cNvGrpSpPr>
          <p:nvPr/>
        </p:nvGrpSpPr>
        <p:grpSpPr bwMode="auto">
          <a:xfrm>
            <a:off x="1524001" y="3552825"/>
            <a:ext cx="1079897" cy="257175"/>
            <a:chOff x="288" y="2016"/>
            <a:chExt cx="816" cy="192"/>
          </a:xfrm>
        </p:grpSpPr>
        <p:sp>
          <p:nvSpPr>
            <p:cNvPr id="2883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883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680" name="Group 35"/>
          <p:cNvGrpSpPr>
            <a:grpSpLocks/>
          </p:cNvGrpSpPr>
          <p:nvPr/>
        </p:nvGrpSpPr>
        <p:grpSpPr bwMode="auto">
          <a:xfrm>
            <a:off x="1524001" y="3810000"/>
            <a:ext cx="1079897" cy="258366"/>
            <a:chOff x="288" y="2016"/>
            <a:chExt cx="816" cy="192"/>
          </a:xfrm>
        </p:grpSpPr>
        <p:sp>
          <p:nvSpPr>
            <p:cNvPr id="2883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883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681" name="Group 38"/>
          <p:cNvGrpSpPr>
            <a:grpSpLocks/>
          </p:cNvGrpSpPr>
          <p:nvPr/>
        </p:nvGrpSpPr>
        <p:grpSpPr bwMode="auto">
          <a:xfrm>
            <a:off x="1524001" y="4325542"/>
            <a:ext cx="1079897" cy="258365"/>
            <a:chOff x="288" y="2016"/>
            <a:chExt cx="816" cy="192"/>
          </a:xfrm>
        </p:grpSpPr>
        <p:sp>
          <p:nvSpPr>
            <p:cNvPr id="2883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883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682" name="Group 41"/>
          <p:cNvGrpSpPr>
            <a:grpSpLocks/>
          </p:cNvGrpSpPr>
          <p:nvPr/>
        </p:nvGrpSpPr>
        <p:grpSpPr bwMode="auto">
          <a:xfrm>
            <a:off x="1524001" y="4068366"/>
            <a:ext cx="1079897" cy="257175"/>
            <a:chOff x="288" y="2016"/>
            <a:chExt cx="816" cy="192"/>
          </a:xfrm>
        </p:grpSpPr>
        <p:sp>
          <p:nvSpPr>
            <p:cNvPr id="2882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882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868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1</a:t>
            </a:r>
          </a:p>
          <a:p>
            <a:pPr eaLnBrk="1" hangingPunct="1">
              <a:lnSpc>
                <a:spcPct val="110000"/>
              </a:lnSpc>
            </a:pPr>
            <a:r>
              <a:rPr lang="zh-CN" altLang="en-US" sz="1500">
                <a:solidFill>
                  <a:schemeClr val="tx1"/>
                </a:solidFill>
                <a:latin typeface="+mn-lt"/>
                <a:ea typeface="宋体" panose="02010600030101010101" pitchFamily="2" charset="-122"/>
              </a:rPr>
              <a:t>2</a:t>
            </a: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2868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8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8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8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8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9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9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69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8693" name="Group 54"/>
          <p:cNvGrpSpPr>
            <a:grpSpLocks/>
          </p:cNvGrpSpPr>
          <p:nvPr/>
        </p:nvGrpSpPr>
        <p:grpSpPr bwMode="auto">
          <a:xfrm>
            <a:off x="2857500" y="3612357"/>
            <a:ext cx="1428750" cy="159544"/>
            <a:chOff x="1440" y="2064"/>
            <a:chExt cx="1200" cy="192"/>
          </a:xfrm>
        </p:grpSpPr>
        <p:grpSp>
          <p:nvGrpSpPr>
            <p:cNvPr id="28817" name="Group 55"/>
            <p:cNvGrpSpPr>
              <a:grpSpLocks/>
            </p:cNvGrpSpPr>
            <p:nvPr/>
          </p:nvGrpSpPr>
          <p:grpSpPr bwMode="auto">
            <a:xfrm>
              <a:off x="1440" y="2064"/>
              <a:ext cx="672" cy="192"/>
              <a:chOff x="2496" y="2160"/>
              <a:chExt cx="768" cy="144"/>
            </a:xfrm>
          </p:grpSpPr>
          <p:sp>
            <p:nvSpPr>
              <p:cNvPr id="2882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882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82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818" name="Group 59"/>
            <p:cNvGrpSpPr>
              <a:grpSpLocks/>
            </p:cNvGrpSpPr>
            <p:nvPr/>
          </p:nvGrpSpPr>
          <p:grpSpPr bwMode="auto">
            <a:xfrm>
              <a:off x="2112" y="2064"/>
              <a:ext cx="528" cy="192"/>
              <a:chOff x="2112" y="2064"/>
              <a:chExt cx="528" cy="192"/>
            </a:xfrm>
          </p:grpSpPr>
          <p:grpSp>
            <p:nvGrpSpPr>
              <p:cNvPr id="28819" name="Group 60"/>
              <p:cNvGrpSpPr>
                <a:grpSpLocks/>
              </p:cNvGrpSpPr>
              <p:nvPr/>
            </p:nvGrpSpPr>
            <p:grpSpPr bwMode="auto">
              <a:xfrm>
                <a:off x="2112" y="2064"/>
                <a:ext cx="528" cy="192"/>
                <a:chOff x="2208" y="2112"/>
                <a:chExt cx="528" cy="144"/>
              </a:xfrm>
            </p:grpSpPr>
            <p:sp>
              <p:nvSpPr>
                <p:cNvPr id="2882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882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820" name="Group 63"/>
              <p:cNvGrpSpPr>
                <a:grpSpLocks/>
              </p:cNvGrpSpPr>
              <p:nvPr/>
            </p:nvGrpSpPr>
            <p:grpSpPr bwMode="auto">
              <a:xfrm>
                <a:off x="2448" y="2064"/>
                <a:ext cx="144" cy="144"/>
                <a:chOff x="2448" y="2064"/>
                <a:chExt cx="144" cy="144"/>
              </a:xfrm>
            </p:grpSpPr>
            <p:sp>
              <p:nvSpPr>
                <p:cNvPr id="2882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82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8694" name="Group 66"/>
          <p:cNvGrpSpPr>
            <a:grpSpLocks/>
          </p:cNvGrpSpPr>
          <p:nvPr/>
        </p:nvGrpSpPr>
        <p:grpSpPr bwMode="auto">
          <a:xfrm>
            <a:off x="2857500" y="2800350"/>
            <a:ext cx="2228850" cy="171450"/>
            <a:chOff x="1440" y="2256"/>
            <a:chExt cx="1872" cy="192"/>
          </a:xfrm>
        </p:grpSpPr>
        <p:grpSp>
          <p:nvGrpSpPr>
            <p:cNvPr id="28802" name="Group 67"/>
            <p:cNvGrpSpPr>
              <a:grpSpLocks/>
            </p:cNvGrpSpPr>
            <p:nvPr/>
          </p:nvGrpSpPr>
          <p:grpSpPr bwMode="auto">
            <a:xfrm>
              <a:off x="2784" y="2256"/>
              <a:ext cx="528" cy="192"/>
              <a:chOff x="2112" y="2064"/>
              <a:chExt cx="528" cy="192"/>
            </a:xfrm>
          </p:grpSpPr>
          <p:grpSp>
            <p:nvGrpSpPr>
              <p:cNvPr id="28811" name="Group 68"/>
              <p:cNvGrpSpPr>
                <a:grpSpLocks/>
              </p:cNvGrpSpPr>
              <p:nvPr/>
            </p:nvGrpSpPr>
            <p:grpSpPr bwMode="auto">
              <a:xfrm>
                <a:off x="2112" y="2064"/>
                <a:ext cx="528" cy="192"/>
                <a:chOff x="2208" y="2112"/>
                <a:chExt cx="528" cy="144"/>
              </a:xfrm>
            </p:grpSpPr>
            <p:sp>
              <p:nvSpPr>
                <p:cNvPr id="2881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881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812" name="Group 71"/>
              <p:cNvGrpSpPr>
                <a:grpSpLocks/>
              </p:cNvGrpSpPr>
              <p:nvPr/>
            </p:nvGrpSpPr>
            <p:grpSpPr bwMode="auto">
              <a:xfrm>
                <a:off x="2448" y="2064"/>
                <a:ext cx="144" cy="144"/>
                <a:chOff x="2448" y="2064"/>
                <a:chExt cx="144" cy="144"/>
              </a:xfrm>
            </p:grpSpPr>
            <p:sp>
              <p:nvSpPr>
                <p:cNvPr id="2881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81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803" name="Group 74"/>
            <p:cNvGrpSpPr>
              <a:grpSpLocks/>
            </p:cNvGrpSpPr>
            <p:nvPr/>
          </p:nvGrpSpPr>
          <p:grpSpPr bwMode="auto">
            <a:xfrm>
              <a:off x="1440" y="2256"/>
              <a:ext cx="672" cy="192"/>
              <a:chOff x="2496" y="2160"/>
              <a:chExt cx="768" cy="144"/>
            </a:xfrm>
          </p:grpSpPr>
          <p:sp>
            <p:nvSpPr>
              <p:cNvPr id="2880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880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81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804" name="Group 78"/>
            <p:cNvGrpSpPr>
              <a:grpSpLocks/>
            </p:cNvGrpSpPr>
            <p:nvPr/>
          </p:nvGrpSpPr>
          <p:grpSpPr bwMode="auto">
            <a:xfrm>
              <a:off x="2112" y="2256"/>
              <a:ext cx="672" cy="192"/>
              <a:chOff x="2496" y="2160"/>
              <a:chExt cx="768" cy="144"/>
            </a:xfrm>
          </p:grpSpPr>
          <p:sp>
            <p:nvSpPr>
              <p:cNvPr id="2880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880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80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695" name="Group 82"/>
          <p:cNvGrpSpPr>
            <a:grpSpLocks/>
          </p:cNvGrpSpPr>
          <p:nvPr/>
        </p:nvGrpSpPr>
        <p:grpSpPr bwMode="auto">
          <a:xfrm>
            <a:off x="2857500" y="3326607"/>
            <a:ext cx="800100" cy="159544"/>
            <a:chOff x="2496" y="2160"/>
            <a:chExt cx="768" cy="144"/>
          </a:xfrm>
        </p:grpSpPr>
        <p:sp>
          <p:nvSpPr>
            <p:cNvPr id="2879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880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80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696" name="Group 86"/>
          <p:cNvGrpSpPr>
            <a:grpSpLocks/>
          </p:cNvGrpSpPr>
          <p:nvPr/>
        </p:nvGrpSpPr>
        <p:grpSpPr bwMode="auto">
          <a:xfrm>
            <a:off x="3657600" y="3326607"/>
            <a:ext cx="628650" cy="159544"/>
            <a:chOff x="2112" y="2064"/>
            <a:chExt cx="528" cy="192"/>
          </a:xfrm>
        </p:grpSpPr>
        <p:grpSp>
          <p:nvGrpSpPr>
            <p:cNvPr id="28793" name="Group 87"/>
            <p:cNvGrpSpPr>
              <a:grpSpLocks/>
            </p:cNvGrpSpPr>
            <p:nvPr/>
          </p:nvGrpSpPr>
          <p:grpSpPr bwMode="auto">
            <a:xfrm>
              <a:off x="2112" y="2064"/>
              <a:ext cx="528" cy="192"/>
              <a:chOff x="2208" y="2112"/>
              <a:chExt cx="528" cy="144"/>
            </a:xfrm>
          </p:grpSpPr>
          <p:sp>
            <p:nvSpPr>
              <p:cNvPr id="2879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879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94" name="Group 90"/>
            <p:cNvGrpSpPr>
              <a:grpSpLocks/>
            </p:cNvGrpSpPr>
            <p:nvPr/>
          </p:nvGrpSpPr>
          <p:grpSpPr bwMode="auto">
            <a:xfrm>
              <a:off x="2448" y="2064"/>
              <a:ext cx="144" cy="144"/>
              <a:chOff x="2448" y="2064"/>
              <a:chExt cx="144" cy="144"/>
            </a:xfrm>
          </p:grpSpPr>
          <p:sp>
            <p:nvSpPr>
              <p:cNvPr id="2879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9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697" name="Group 93"/>
          <p:cNvGrpSpPr>
            <a:grpSpLocks/>
          </p:cNvGrpSpPr>
          <p:nvPr/>
        </p:nvGrpSpPr>
        <p:grpSpPr bwMode="auto">
          <a:xfrm>
            <a:off x="2857500" y="2571750"/>
            <a:ext cx="1428750" cy="171450"/>
            <a:chOff x="1440" y="2064"/>
            <a:chExt cx="1200" cy="192"/>
          </a:xfrm>
        </p:grpSpPr>
        <p:grpSp>
          <p:nvGrpSpPr>
            <p:cNvPr id="28782" name="Group 94"/>
            <p:cNvGrpSpPr>
              <a:grpSpLocks/>
            </p:cNvGrpSpPr>
            <p:nvPr/>
          </p:nvGrpSpPr>
          <p:grpSpPr bwMode="auto">
            <a:xfrm>
              <a:off x="1440" y="2064"/>
              <a:ext cx="672" cy="192"/>
              <a:chOff x="2496" y="2160"/>
              <a:chExt cx="768" cy="144"/>
            </a:xfrm>
          </p:grpSpPr>
          <p:sp>
            <p:nvSpPr>
              <p:cNvPr id="2879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879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9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783" name="Group 98"/>
            <p:cNvGrpSpPr>
              <a:grpSpLocks/>
            </p:cNvGrpSpPr>
            <p:nvPr/>
          </p:nvGrpSpPr>
          <p:grpSpPr bwMode="auto">
            <a:xfrm>
              <a:off x="2112" y="2064"/>
              <a:ext cx="528" cy="192"/>
              <a:chOff x="2112" y="2064"/>
              <a:chExt cx="528" cy="192"/>
            </a:xfrm>
          </p:grpSpPr>
          <p:grpSp>
            <p:nvGrpSpPr>
              <p:cNvPr id="28784" name="Group 99"/>
              <p:cNvGrpSpPr>
                <a:grpSpLocks/>
              </p:cNvGrpSpPr>
              <p:nvPr/>
            </p:nvGrpSpPr>
            <p:grpSpPr bwMode="auto">
              <a:xfrm>
                <a:off x="2112" y="2064"/>
                <a:ext cx="528" cy="192"/>
                <a:chOff x="2208" y="2112"/>
                <a:chExt cx="528" cy="144"/>
              </a:xfrm>
            </p:grpSpPr>
            <p:sp>
              <p:nvSpPr>
                <p:cNvPr id="2878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878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85" name="Group 102"/>
              <p:cNvGrpSpPr>
                <a:grpSpLocks/>
              </p:cNvGrpSpPr>
              <p:nvPr/>
            </p:nvGrpSpPr>
            <p:grpSpPr bwMode="auto">
              <a:xfrm>
                <a:off x="2448" y="2064"/>
                <a:ext cx="144" cy="144"/>
                <a:chOff x="2448" y="2064"/>
                <a:chExt cx="144" cy="144"/>
              </a:xfrm>
            </p:grpSpPr>
            <p:sp>
              <p:nvSpPr>
                <p:cNvPr id="2878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8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8698" name="Group 105"/>
          <p:cNvGrpSpPr>
            <a:grpSpLocks/>
          </p:cNvGrpSpPr>
          <p:nvPr/>
        </p:nvGrpSpPr>
        <p:grpSpPr bwMode="auto">
          <a:xfrm>
            <a:off x="2857500" y="3886200"/>
            <a:ext cx="1428750" cy="171450"/>
            <a:chOff x="1440" y="2064"/>
            <a:chExt cx="1200" cy="192"/>
          </a:xfrm>
        </p:grpSpPr>
        <p:grpSp>
          <p:nvGrpSpPr>
            <p:cNvPr id="28771" name="Group 106"/>
            <p:cNvGrpSpPr>
              <a:grpSpLocks/>
            </p:cNvGrpSpPr>
            <p:nvPr/>
          </p:nvGrpSpPr>
          <p:grpSpPr bwMode="auto">
            <a:xfrm>
              <a:off x="1440" y="2064"/>
              <a:ext cx="672" cy="192"/>
              <a:chOff x="2496" y="2160"/>
              <a:chExt cx="768" cy="144"/>
            </a:xfrm>
          </p:grpSpPr>
          <p:sp>
            <p:nvSpPr>
              <p:cNvPr id="2877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878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8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772" name="Group 110"/>
            <p:cNvGrpSpPr>
              <a:grpSpLocks/>
            </p:cNvGrpSpPr>
            <p:nvPr/>
          </p:nvGrpSpPr>
          <p:grpSpPr bwMode="auto">
            <a:xfrm>
              <a:off x="2112" y="2064"/>
              <a:ext cx="528" cy="192"/>
              <a:chOff x="2112" y="2064"/>
              <a:chExt cx="528" cy="192"/>
            </a:xfrm>
          </p:grpSpPr>
          <p:grpSp>
            <p:nvGrpSpPr>
              <p:cNvPr id="28773" name="Group 111"/>
              <p:cNvGrpSpPr>
                <a:grpSpLocks/>
              </p:cNvGrpSpPr>
              <p:nvPr/>
            </p:nvGrpSpPr>
            <p:grpSpPr bwMode="auto">
              <a:xfrm>
                <a:off x="2112" y="2064"/>
                <a:ext cx="528" cy="192"/>
                <a:chOff x="2208" y="2112"/>
                <a:chExt cx="528" cy="144"/>
              </a:xfrm>
            </p:grpSpPr>
            <p:sp>
              <p:nvSpPr>
                <p:cNvPr id="2877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877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74" name="Group 114"/>
              <p:cNvGrpSpPr>
                <a:grpSpLocks/>
              </p:cNvGrpSpPr>
              <p:nvPr/>
            </p:nvGrpSpPr>
            <p:grpSpPr bwMode="auto">
              <a:xfrm>
                <a:off x="2448" y="2064"/>
                <a:ext cx="144" cy="144"/>
                <a:chOff x="2448" y="2064"/>
                <a:chExt cx="144" cy="144"/>
              </a:xfrm>
            </p:grpSpPr>
            <p:sp>
              <p:nvSpPr>
                <p:cNvPr id="2877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7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8699" name="Group 117"/>
          <p:cNvGrpSpPr>
            <a:grpSpLocks/>
          </p:cNvGrpSpPr>
          <p:nvPr/>
        </p:nvGrpSpPr>
        <p:grpSpPr bwMode="auto">
          <a:xfrm>
            <a:off x="2857500" y="4126707"/>
            <a:ext cx="800100" cy="159544"/>
            <a:chOff x="2496" y="2160"/>
            <a:chExt cx="768" cy="144"/>
          </a:xfrm>
        </p:grpSpPr>
        <p:sp>
          <p:nvSpPr>
            <p:cNvPr id="2876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876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7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700" name="Group 121"/>
          <p:cNvGrpSpPr>
            <a:grpSpLocks/>
          </p:cNvGrpSpPr>
          <p:nvPr/>
        </p:nvGrpSpPr>
        <p:grpSpPr bwMode="auto">
          <a:xfrm>
            <a:off x="3657600" y="4126707"/>
            <a:ext cx="628650" cy="159544"/>
            <a:chOff x="2112" y="2064"/>
            <a:chExt cx="528" cy="192"/>
          </a:xfrm>
        </p:grpSpPr>
        <p:grpSp>
          <p:nvGrpSpPr>
            <p:cNvPr id="28762" name="Group 122"/>
            <p:cNvGrpSpPr>
              <a:grpSpLocks/>
            </p:cNvGrpSpPr>
            <p:nvPr/>
          </p:nvGrpSpPr>
          <p:grpSpPr bwMode="auto">
            <a:xfrm>
              <a:off x="2112" y="2064"/>
              <a:ext cx="528" cy="192"/>
              <a:chOff x="2208" y="2112"/>
              <a:chExt cx="528" cy="144"/>
            </a:xfrm>
          </p:grpSpPr>
          <p:sp>
            <p:nvSpPr>
              <p:cNvPr id="2876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876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63" name="Group 125"/>
            <p:cNvGrpSpPr>
              <a:grpSpLocks/>
            </p:cNvGrpSpPr>
            <p:nvPr/>
          </p:nvGrpSpPr>
          <p:grpSpPr bwMode="auto">
            <a:xfrm>
              <a:off x="2448" y="2064"/>
              <a:ext cx="144" cy="144"/>
              <a:chOff x="2448" y="2064"/>
              <a:chExt cx="144" cy="144"/>
            </a:xfrm>
          </p:grpSpPr>
          <p:sp>
            <p:nvSpPr>
              <p:cNvPr id="2876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6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701" name="Group 128"/>
          <p:cNvGrpSpPr>
            <a:grpSpLocks/>
          </p:cNvGrpSpPr>
          <p:nvPr/>
        </p:nvGrpSpPr>
        <p:grpSpPr bwMode="auto">
          <a:xfrm>
            <a:off x="2857500" y="3040857"/>
            <a:ext cx="2228850" cy="159544"/>
            <a:chOff x="1440" y="2256"/>
            <a:chExt cx="1872" cy="192"/>
          </a:xfrm>
        </p:grpSpPr>
        <p:grpSp>
          <p:nvGrpSpPr>
            <p:cNvPr id="28747" name="Group 129"/>
            <p:cNvGrpSpPr>
              <a:grpSpLocks/>
            </p:cNvGrpSpPr>
            <p:nvPr/>
          </p:nvGrpSpPr>
          <p:grpSpPr bwMode="auto">
            <a:xfrm>
              <a:off x="2784" y="2256"/>
              <a:ext cx="528" cy="192"/>
              <a:chOff x="2112" y="2064"/>
              <a:chExt cx="528" cy="192"/>
            </a:xfrm>
          </p:grpSpPr>
          <p:grpSp>
            <p:nvGrpSpPr>
              <p:cNvPr id="28756" name="Group 130"/>
              <p:cNvGrpSpPr>
                <a:grpSpLocks/>
              </p:cNvGrpSpPr>
              <p:nvPr/>
            </p:nvGrpSpPr>
            <p:grpSpPr bwMode="auto">
              <a:xfrm>
                <a:off x="2112" y="2064"/>
                <a:ext cx="528" cy="192"/>
                <a:chOff x="2208" y="2112"/>
                <a:chExt cx="528" cy="144"/>
              </a:xfrm>
            </p:grpSpPr>
            <p:sp>
              <p:nvSpPr>
                <p:cNvPr id="2876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876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57" name="Group 133"/>
              <p:cNvGrpSpPr>
                <a:grpSpLocks/>
              </p:cNvGrpSpPr>
              <p:nvPr/>
            </p:nvGrpSpPr>
            <p:grpSpPr bwMode="auto">
              <a:xfrm>
                <a:off x="2448" y="2064"/>
                <a:ext cx="144" cy="144"/>
                <a:chOff x="2448" y="2064"/>
                <a:chExt cx="144" cy="144"/>
              </a:xfrm>
            </p:grpSpPr>
            <p:sp>
              <p:nvSpPr>
                <p:cNvPr id="2875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5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748" name="Group 136"/>
            <p:cNvGrpSpPr>
              <a:grpSpLocks/>
            </p:cNvGrpSpPr>
            <p:nvPr/>
          </p:nvGrpSpPr>
          <p:grpSpPr bwMode="auto">
            <a:xfrm>
              <a:off x="1440" y="2256"/>
              <a:ext cx="672" cy="192"/>
              <a:chOff x="2496" y="2160"/>
              <a:chExt cx="768" cy="144"/>
            </a:xfrm>
          </p:grpSpPr>
          <p:sp>
            <p:nvSpPr>
              <p:cNvPr id="2875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875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5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749" name="Group 140"/>
            <p:cNvGrpSpPr>
              <a:grpSpLocks/>
            </p:cNvGrpSpPr>
            <p:nvPr/>
          </p:nvGrpSpPr>
          <p:grpSpPr bwMode="auto">
            <a:xfrm>
              <a:off x="2112" y="2256"/>
              <a:ext cx="672" cy="192"/>
              <a:chOff x="2496" y="2160"/>
              <a:chExt cx="768" cy="144"/>
            </a:xfrm>
          </p:grpSpPr>
          <p:sp>
            <p:nvSpPr>
              <p:cNvPr id="2875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875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5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702" name="Group 144"/>
          <p:cNvGrpSpPr>
            <a:grpSpLocks/>
          </p:cNvGrpSpPr>
          <p:nvPr/>
        </p:nvGrpSpPr>
        <p:grpSpPr bwMode="auto">
          <a:xfrm>
            <a:off x="3657600" y="4400550"/>
            <a:ext cx="2228850" cy="171450"/>
            <a:chOff x="1440" y="2256"/>
            <a:chExt cx="1872" cy="192"/>
          </a:xfrm>
        </p:grpSpPr>
        <p:grpSp>
          <p:nvGrpSpPr>
            <p:cNvPr id="28732" name="Group 145"/>
            <p:cNvGrpSpPr>
              <a:grpSpLocks/>
            </p:cNvGrpSpPr>
            <p:nvPr/>
          </p:nvGrpSpPr>
          <p:grpSpPr bwMode="auto">
            <a:xfrm>
              <a:off x="2784" y="2256"/>
              <a:ext cx="528" cy="192"/>
              <a:chOff x="2112" y="2064"/>
              <a:chExt cx="528" cy="192"/>
            </a:xfrm>
          </p:grpSpPr>
          <p:grpSp>
            <p:nvGrpSpPr>
              <p:cNvPr id="28741" name="Group 146"/>
              <p:cNvGrpSpPr>
                <a:grpSpLocks/>
              </p:cNvGrpSpPr>
              <p:nvPr/>
            </p:nvGrpSpPr>
            <p:grpSpPr bwMode="auto">
              <a:xfrm>
                <a:off x="2112" y="2064"/>
                <a:ext cx="528" cy="192"/>
                <a:chOff x="2208" y="2112"/>
                <a:chExt cx="528" cy="144"/>
              </a:xfrm>
            </p:grpSpPr>
            <p:sp>
              <p:nvSpPr>
                <p:cNvPr id="2874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874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8742" name="Group 149"/>
              <p:cNvGrpSpPr>
                <a:grpSpLocks/>
              </p:cNvGrpSpPr>
              <p:nvPr/>
            </p:nvGrpSpPr>
            <p:grpSpPr bwMode="auto">
              <a:xfrm>
                <a:off x="2448" y="2064"/>
                <a:ext cx="144" cy="144"/>
                <a:chOff x="2448" y="2064"/>
                <a:chExt cx="144" cy="144"/>
              </a:xfrm>
            </p:grpSpPr>
            <p:sp>
              <p:nvSpPr>
                <p:cNvPr id="2874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4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733" name="Group 152"/>
            <p:cNvGrpSpPr>
              <a:grpSpLocks/>
            </p:cNvGrpSpPr>
            <p:nvPr/>
          </p:nvGrpSpPr>
          <p:grpSpPr bwMode="auto">
            <a:xfrm>
              <a:off x="1440" y="2256"/>
              <a:ext cx="672" cy="192"/>
              <a:chOff x="2496" y="2160"/>
              <a:chExt cx="768" cy="144"/>
            </a:xfrm>
          </p:grpSpPr>
          <p:sp>
            <p:nvSpPr>
              <p:cNvPr id="2873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873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4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8734" name="Group 156"/>
            <p:cNvGrpSpPr>
              <a:grpSpLocks/>
            </p:cNvGrpSpPr>
            <p:nvPr/>
          </p:nvGrpSpPr>
          <p:grpSpPr bwMode="auto">
            <a:xfrm>
              <a:off x="2112" y="2256"/>
              <a:ext cx="672" cy="192"/>
              <a:chOff x="2496" y="2160"/>
              <a:chExt cx="768" cy="144"/>
            </a:xfrm>
          </p:grpSpPr>
          <p:sp>
            <p:nvSpPr>
              <p:cNvPr id="2873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873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3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8703" name="Group 160"/>
          <p:cNvGrpSpPr>
            <a:grpSpLocks/>
          </p:cNvGrpSpPr>
          <p:nvPr/>
        </p:nvGrpSpPr>
        <p:grpSpPr bwMode="auto">
          <a:xfrm>
            <a:off x="2857500" y="4400550"/>
            <a:ext cx="800100" cy="171450"/>
            <a:chOff x="2496" y="2160"/>
            <a:chExt cx="768" cy="144"/>
          </a:xfrm>
        </p:grpSpPr>
        <p:sp>
          <p:nvSpPr>
            <p:cNvPr id="2872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873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3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2870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2870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28706" name="AutoShape 166"/>
          <p:cNvSpPr>
            <a:spLocks noChangeArrowheads="1"/>
          </p:cNvSpPr>
          <p:nvPr/>
        </p:nvSpPr>
        <p:spPr bwMode="auto">
          <a:xfrm>
            <a:off x="3028950" y="2202418"/>
            <a:ext cx="128588" cy="369332"/>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8707" name="Rectangle 167"/>
          <p:cNvSpPr>
            <a:spLocks noChangeArrowheads="1"/>
          </p:cNvSpPr>
          <p:nvPr/>
        </p:nvSpPr>
        <p:spPr bwMode="auto">
          <a:xfrm>
            <a:off x="6148260" y="2857500"/>
            <a:ext cx="8839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2870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8709" name="Group 172"/>
          <p:cNvGrpSpPr>
            <a:grpSpLocks/>
          </p:cNvGrpSpPr>
          <p:nvPr/>
        </p:nvGrpSpPr>
        <p:grpSpPr bwMode="auto">
          <a:xfrm>
            <a:off x="6053138" y="342900"/>
            <a:ext cx="1943100" cy="1943100"/>
            <a:chOff x="2784" y="96"/>
            <a:chExt cx="1632" cy="1680"/>
          </a:xfrm>
        </p:grpSpPr>
        <p:sp>
          <p:nvSpPr>
            <p:cNvPr id="28711" name="Oval 17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28712" name="Oval 17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28713" name="Oval 17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28714" name="Oval 17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28715" name="Oval 17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28716" name="Oval 17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28717" name="Oval 17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28718" name="Line 18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19" name="Line 18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0" name="Line 18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1" name="Line 18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2" name="Line 18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3" name="Line 18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4" name="Oval 18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28725" name="Line 18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6" name="Line 18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7" name="Line 18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8728" name="Line 19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8467852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1339A5CA-3591-AF73-EEA5-0F1286B4A9A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1339A5CA-3591-AF73-EEA5-0F1286B4A9A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29698" name="Group 21"/>
          <p:cNvGrpSpPr>
            <a:grpSpLocks/>
          </p:cNvGrpSpPr>
          <p:nvPr/>
        </p:nvGrpSpPr>
        <p:grpSpPr bwMode="auto">
          <a:xfrm>
            <a:off x="1524001" y="2520554"/>
            <a:ext cx="1079897" cy="258365"/>
            <a:chOff x="288" y="2016"/>
            <a:chExt cx="816" cy="192"/>
          </a:xfrm>
        </p:grpSpPr>
        <p:sp>
          <p:nvSpPr>
            <p:cNvPr id="2986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986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969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970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29701" name="Group 26"/>
          <p:cNvGrpSpPr>
            <a:grpSpLocks/>
          </p:cNvGrpSpPr>
          <p:nvPr/>
        </p:nvGrpSpPr>
        <p:grpSpPr bwMode="auto">
          <a:xfrm>
            <a:off x="1524001" y="3036094"/>
            <a:ext cx="1079897" cy="258366"/>
            <a:chOff x="288" y="2016"/>
            <a:chExt cx="816" cy="192"/>
          </a:xfrm>
        </p:grpSpPr>
        <p:sp>
          <p:nvSpPr>
            <p:cNvPr id="2986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986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02" name="Group 29"/>
          <p:cNvGrpSpPr>
            <a:grpSpLocks/>
          </p:cNvGrpSpPr>
          <p:nvPr/>
        </p:nvGrpSpPr>
        <p:grpSpPr bwMode="auto">
          <a:xfrm>
            <a:off x="1524001" y="3294460"/>
            <a:ext cx="1079897" cy="258365"/>
            <a:chOff x="288" y="2016"/>
            <a:chExt cx="816" cy="192"/>
          </a:xfrm>
        </p:grpSpPr>
        <p:sp>
          <p:nvSpPr>
            <p:cNvPr id="2986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986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03" name="Group 32"/>
          <p:cNvGrpSpPr>
            <a:grpSpLocks/>
          </p:cNvGrpSpPr>
          <p:nvPr/>
        </p:nvGrpSpPr>
        <p:grpSpPr bwMode="auto">
          <a:xfrm>
            <a:off x="1524001" y="3552825"/>
            <a:ext cx="1079897" cy="257175"/>
            <a:chOff x="288" y="2016"/>
            <a:chExt cx="816" cy="192"/>
          </a:xfrm>
        </p:grpSpPr>
        <p:sp>
          <p:nvSpPr>
            <p:cNvPr id="2985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985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04" name="Group 35"/>
          <p:cNvGrpSpPr>
            <a:grpSpLocks/>
          </p:cNvGrpSpPr>
          <p:nvPr/>
        </p:nvGrpSpPr>
        <p:grpSpPr bwMode="auto">
          <a:xfrm>
            <a:off x="1524001" y="3810000"/>
            <a:ext cx="1079897" cy="258366"/>
            <a:chOff x="288" y="2016"/>
            <a:chExt cx="816" cy="192"/>
          </a:xfrm>
        </p:grpSpPr>
        <p:sp>
          <p:nvSpPr>
            <p:cNvPr id="2985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985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05" name="Group 38"/>
          <p:cNvGrpSpPr>
            <a:grpSpLocks/>
          </p:cNvGrpSpPr>
          <p:nvPr/>
        </p:nvGrpSpPr>
        <p:grpSpPr bwMode="auto">
          <a:xfrm>
            <a:off x="1524001" y="4325542"/>
            <a:ext cx="1079897" cy="258365"/>
            <a:chOff x="288" y="2016"/>
            <a:chExt cx="816" cy="192"/>
          </a:xfrm>
        </p:grpSpPr>
        <p:sp>
          <p:nvSpPr>
            <p:cNvPr id="2985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985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06" name="Group 41"/>
          <p:cNvGrpSpPr>
            <a:grpSpLocks/>
          </p:cNvGrpSpPr>
          <p:nvPr/>
        </p:nvGrpSpPr>
        <p:grpSpPr bwMode="auto">
          <a:xfrm>
            <a:off x="1524001" y="4068366"/>
            <a:ext cx="1079897" cy="257175"/>
            <a:chOff x="288" y="2016"/>
            <a:chExt cx="816" cy="192"/>
          </a:xfrm>
        </p:grpSpPr>
        <p:sp>
          <p:nvSpPr>
            <p:cNvPr id="2985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985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2970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2970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1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9717" name="Group 54"/>
          <p:cNvGrpSpPr>
            <a:grpSpLocks/>
          </p:cNvGrpSpPr>
          <p:nvPr/>
        </p:nvGrpSpPr>
        <p:grpSpPr bwMode="auto">
          <a:xfrm>
            <a:off x="2857500" y="3612357"/>
            <a:ext cx="1428750" cy="159544"/>
            <a:chOff x="1440" y="2064"/>
            <a:chExt cx="1200" cy="192"/>
          </a:xfrm>
        </p:grpSpPr>
        <p:grpSp>
          <p:nvGrpSpPr>
            <p:cNvPr id="29841" name="Group 55"/>
            <p:cNvGrpSpPr>
              <a:grpSpLocks/>
            </p:cNvGrpSpPr>
            <p:nvPr/>
          </p:nvGrpSpPr>
          <p:grpSpPr bwMode="auto">
            <a:xfrm>
              <a:off x="1440" y="2064"/>
              <a:ext cx="672" cy="192"/>
              <a:chOff x="2496" y="2160"/>
              <a:chExt cx="768" cy="144"/>
            </a:xfrm>
          </p:grpSpPr>
          <p:sp>
            <p:nvSpPr>
              <p:cNvPr id="2984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985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5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842" name="Group 59"/>
            <p:cNvGrpSpPr>
              <a:grpSpLocks/>
            </p:cNvGrpSpPr>
            <p:nvPr/>
          </p:nvGrpSpPr>
          <p:grpSpPr bwMode="auto">
            <a:xfrm>
              <a:off x="2112" y="2064"/>
              <a:ext cx="528" cy="192"/>
              <a:chOff x="2112" y="2064"/>
              <a:chExt cx="528" cy="192"/>
            </a:xfrm>
          </p:grpSpPr>
          <p:grpSp>
            <p:nvGrpSpPr>
              <p:cNvPr id="29843" name="Group 60"/>
              <p:cNvGrpSpPr>
                <a:grpSpLocks/>
              </p:cNvGrpSpPr>
              <p:nvPr/>
            </p:nvGrpSpPr>
            <p:grpSpPr bwMode="auto">
              <a:xfrm>
                <a:off x="2112" y="2064"/>
                <a:ext cx="528" cy="192"/>
                <a:chOff x="2208" y="2112"/>
                <a:chExt cx="528" cy="144"/>
              </a:xfrm>
            </p:grpSpPr>
            <p:sp>
              <p:nvSpPr>
                <p:cNvPr id="2984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984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844" name="Group 63"/>
              <p:cNvGrpSpPr>
                <a:grpSpLocks/>
              </p:cNvGrpSpPr>
              <p:nvPr/>
            </p:nvGrpSpPr>
            <p:grpSpPr bwMode="auto">
              <a:xfrm>
                <a:off x="2448" y="2064"/>
                <a:ext cx="144" cy="144"/>
                <a:chOff x="2448" y="2064"/>
                <a:chExt cx="144" cy="144"/>
              </a:xfrm>
            </p:grpSpPr>
            <p:sp>
              <p:nvSpPr>
                <p:cNvPr id="2984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84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9718" name="Group 66"/>
          <p:cNvGrpSpPr>
            <a:grpSpLocks/>
          </p:cNvGrpSpPr>
          <p:nvPr/>
        </p:nvGrpSpPr>
        <p:grpSpPr bwMode="auto">
          <a:xfrm>
            <a:off x="2857500" y="2800350"/>
            <a:ext cx="2228850" cy="171450"/>
            <a:chOff x="1440" y="2256"/>
            <a:chExt cx="1872" cy="192"/>
          </a:xfrm>
        </p:grpSpPr>
        <p:grpSp>
          <p:nvGrpSpPr>
            <p:cNvPr id="29826" name="Group 67"/>
            <p:cNvGrpSpPr>
              <a:grpSpLocks/>
            </p:cNvGrpSpPr>
            <p:nvPr/>
          </p:nvGrpSpPr>
          <p:grpSpPr bwMode="auto">
            <a:xfrm>
              <a:off x="2784" y="2256"/>
              <a:ext cx="528" cy="192"/>
              <a:chOff x="2112" y="2064"/>
              <a:chExt cx="528" cy="192"/>
            </a:xfrm>
          </p:grpSpPr>
          <p:grpSp>
            <p:nvGrpSpPr>
              <p:cNvPr id="29835" name="Group 68"/>
              <p:cNvGrpSpPr>
                <a:grpSpLocks/>
              </p:cNvGrpSpPr>
              <p:nvPr/>
            </p:nvGrpSpPr>
            <p:grpSpPr bwMode="auto">
              <a:xfrm>
                <a:off x="2112" y="2064"/>
                <a:ext cx="528" cy="192"/>
                <a:chOff x="2208" y="2112"/>
                <a:chExt cx="528" cy="144"/>
              </a:xfrm>
            </p:grpSpPr>
            <p:sp>
              <p:nvSpPr>
                <p:cNvPr id="2983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984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836" name="Group 71"/>
              <p:cNvGrpSpPr>
                <a:grpSpLocks/>
              </p:cNvGrpSpPr>
              <p:nvPr/>
            </p:nvGrpSpPr>
            <p:grpSpPr bwMode="auto">
              <a:xfrm>
                <a:off x="2448" y="2064"/>
                <a:ext cx="144" cy="144"/>
                <a:chOff x="2448" y="2064"/>
                <a:chExt cx="144" cy="144"/>
              </a:xfrm>
            </p:grpSpPr>
            <p:sp>
              <p:nvSpPr>
                <p:cNvPr id="2983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83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827" name="Group 74"/>
            <p:cNvGrpSpPr>
              <a:grpSpLocks/>
            </p:cNvGrpSpPr>
            <p:nvPr/>
          </p:nvGrpSpPr>
          <p:grpSpPr bwMode="auto">
            <a:xfrm>
              <a:off x="1440" y="2256"/>
              <a:ext cx="672" cy="192"/>
              <a:chOff x="2496" y="2160"/>
              <a:chExt cx="768" cy="144"/>
            </a:xfrm>
          </p:grpSpPr>
          <p:sp>
            <p:nvSpPr>
              <p:cNvPr id="2983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983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3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828" name="Group 78"/>
            <p:cNvGrpSpPr>
              <a:grpSpLocks/>
            </p:cNvGrpSpPr>
            <p:nvPr/>
          </p:nvGrpSpPr>
          <p:grpSpPr bwMode="auto">
            <a:xfrm>
              <a:off x="2112" y="2256"/>
              <a:ext cx="672" cy="192"/>
              <a:chOff x="2496" y="2160"/>
              <a:chExt cx="768" cy="144"/>
            </a:xfrm>
          </p:grpSpPr>
          <p:sp>
            <p:nvSpPr>
              <p:cNvPr id="2982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983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3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19" name="Group 82"/>
          <p:cNvGrpSpPr>
            <a:grpSpLocks/>
          </p:cNvGrpSpPr>
          <p:nvPr/>
        </p:nvGrpSpPr>
        <p:grpSpPr bwMode="auto">
          <a:xfrm>
            <a:off x="2857500" y="3326607"/>
            <a:ext cx="800100" cy="159544"/>
            <a:chOff x="2496" y="2160"/>
            <a:chExt cx="768" cy="144"/>
          </a:xfrm>
        </p:grpSpPr>
        <p:sp>
          <p:nvSpPr>
            <p:cNvPr id="2982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982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2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720" name="Group 86"/>
          <p:cNvGrpSpPr>
            <a:grpSpLocks/>
          </p:cNvGrpSpPr>
          <p:nvPr/>
        </p:nvGrpSpPr>
        <p:grpSpPr bwMode="auto">
          <a:xfrm>
            <a:off x="3657600" y="3326607"/>
            <a:ext cx="628650" cy="159544"/>
            <a:chOff x="2112" y="2064"/>
            <a:chExt cx="528" cy="192"/>
          </a:xfrm>
        </p:grpSpPr>
        <p:grpSp>
          <p:nvGrpSpPr>
            <p:cNvPr id="29817" name="Group 87"/>
            <p:cNvGrpSpPr>
              <a:grpSpLocks/>
            </p:cNvGrpSpPr>
            <p:nvPr/>
          </p:nvGrpSpPr>
          <p:grpSpPr bwMode="auto">
            <a:xfrm>
              <a:off x="2112" y="2064"/>
              <a:ext cx="528" cy="192"/>
              <a:chOff x="2208" y="2112"/>
              <a:chExt cx="528" cy="144"/>
            </a:xfrm>
          </p:grpSpPr>
          <p:sp>
            <p:nvSpPr>
              <p:cNvPr id="2982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982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818" name="Group 90"/>
            <p:cNvGrpSpPr>
              <a:grpSpLocks/>
            </p:cNvGrpSpPr>
            <p:nvPr/>
          </p:nvGrpSpPr>
          <p:grpSpPr bwMode="auto">
            <a:xfrm>
              <a:off x="2448" y="2064"/>
              <a:ext cx="144" cy="144"/>
              <a:chOff x="2448" y="2064"/>
              <a:chExt cx="144" cy="144"/>
            </a:xfrm>
          </p:grpSpPr>
          <p:sp>
            <p:nvSpPr>
              <p:cNvPr id="2981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82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21" name="Group 93"/>
          <p:cNvGrpSpPr>
            <a:grpSpLocks/>
          </p:cNvGrpSpPr>
          <p:nvPr/>
        </p:nvGrpSpPr>
        <p:grpSpPr bwMode="auto">
          <a:xfrm>
            <a:off x="2857500" y="2571750"/>
            <a:ext cx="1428750" cy="171450"/>
            <a:chOff x="1440" y="2064"/>
            <a:chExt cx="1200" cy="192"/>
          </a:xfrm>
        </p:grpSpPr>
        <p:grpSp>
          <p:nvGrpSpPr>
            <p:cNvPr id="29806" name="Group 94"/>
            <p:cNvGrpSpPr>
              <a:grpSpLocks/>
            </p:cNvGrpSpPr>
            <p:nvPr/>
          </p:nvGrpSpPr>
          <p:grpSpPr bwMode="auto">
            <a:xfrm>
              <a:off x="1440" y="2064"/>
              <a:ext cx="672" cy="192"/>
              <a:chOff x="2496" y="2160"/>
              <a:chExt cx="768" cy="144"/>
            </a:xfrm>
          </p:grpSpPr>
          <p:sp>
            <p:nvSpPr>
              <p:cNvPr id="2981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2981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1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807" name="Group 98"/>
            <p:cNvGrpSpPr>
              <a:grpSpLocks/>
            </p:cNvGrpSpPr>
            <p:nvPr/>
          </p:nvGrpSpPr>
          <p:grpSpPr bwMode="auto">
            <a:xfrm>
              <a:off x="2112" y="2064"/>
              <a:ext cx="528" cy="192"/>
              <a:chOff x="2112" y="2064"/>
              <a:chExt cx="528" cy="192"/>
            </a:xfrm>
          </p:grpSpPr>
          <p:grpSp>
            <p:nvGrpSpPr>
              <p:cNvPr id="29808" name="Group 99"/>
              <p:cNvGrpSpPr>
                <a:grpSpLocks/>
              </p:cNvGrpSpPr>
              <p:nvPr/>
            </p:nvGrpSpPr>
            <p:grpSpPr bwMode="auto">
              <a:xfrm>
                <a:off x="2112" y="2064"/>
                <a:ext cx="528" cy="192"/>
                <a:chOff x="2208" y="2112"/>
                <a:chExt cx="528" cy="144"/>
              </a:xfrm>
            </p:grpSpPr>
            <p:sp>
              <p:nvSpPr>
                <p:cNvPr id="2981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981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809" name="Group 102"/>
              <p:cNvGrpSpPr>
                <a:grpSpLocks/>
              </p:cNvGrpSpPr>
              <p:nvPr/>
            </p:nvGrpSpPr>
            <p:grpSpPr bwMode="auto">
              <a:xfrm>
                <a:off x="2448" y="2064"/>
                <a:ext cx="144" cy="144"/>
                <a:chOff x="2448" y="2064"/>
                <a:chExt cx="144" cy="144"/>
              </a:xfrm>
            </p:grpSpPr>
            <p:sp>
              <p:nvSpPr>
                <p:cNvPr id="2981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81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9722" name="Group 105"/>
          <p:cNvGrpSpPr>
            <a:grpSpLocks/>
          </p:cNvGrpSpPr>
          <p:nvPr/>
        </p:nvGrpSpPr>
        <p:grpSpPr bwMode="auto">
          <a:xfrm>
            <a:off x="2857500" y="3886200"/>
            <a:ext cx="1428750" cy="171450"/>
            <a:chOff x="1440" y="2064"/>
            <a:chExt cx="1200" cy="192"/>
          </a:xfrm>
        </p:grpSpPr>
        <p:grpSp>
          <p:nvGrpSpPr>
            <p:cNvPr id="29795" name="Group 106"/>
            <p:cNvGrpSpPr>
              <a:grpSpLocks/>
            </p:cNvGrpSpPr>
            <p:nvPr/>
          </p:nvGrpSpPr>
          <p:grpSpPr bwMode="auto">
            <a:xfrm>
              <a:off x="1440" y="2064"/>
              <a:ext cx="672" cy="192"/>
              <a:chOff x="2496" y="2160"/>
              <a:chExt cx="768" cy="144"/>
            </a:xfrm>
          </p:grpSpPr>
          <p:sp>
            <p:nvSpPr>
              <p:cNvPr id="2980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980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80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796" name="Group 110"/>
            <p:cNvGrpSpPr>
              <a:grpSpLocks/>
            </p:cNvGrpSpPr>
            <p:nvPr/>
          </p:nvGrpSpPr>
          <p:grpSpPr bwMode="auto">
            <a:xfrm>
              <a:off x="2112" y="2064"/>
              <a:ext cx="528" cy="192"/>
              <a:chOff x="2112" y="2064"/>
              <a:chExt cx="528" cy="192"/>
            </a:xfrm>
          </p:grpSpPr>
          <p:grpSp>
            <p:nvGrpSpPr>
              <p:cNvPr id="29797" name="Group 111"/>
              <p:cNvGrpSpPr>
                <a:grpSpLocks/>
              </p:cNvGrpSpPr>
              <p:nvPr/>
            </p:nvGrpSpPr>
            <p:grpSpPr bwMode="auto">
              <a:xfrm>
                <a:off x="2112" y="2064"/>
                <a:ext cx="528" cy="192"/>
                <a:chOff x="2208" y="2112"/>
                <a:chExt cx="528" cy="144"/>
              </a:xfrm>
            </p:grpSpPr>
            <p:sp>
              <p:nvSpPr>
                <p:cNvPr id="2980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980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98" name="Group 114"/>
              <p:cNvGrpSpPr>
                <a:grpSpLocks/>
              </p:cNvGrpSpPr>
              <p:nvPr/>
            </p:nvGrpSpPr>
            <p:grpSpPr bwMode="auto">
              <a:xfrm>
                <a:off x="2448" y="2064"/>
                <a:ext cx="144" cy="144"/>
                <a:chOff x="2448" y="2064"/>
                <a:chExt cx="144" cy="144"/>
              </a:xfrm>
            </p:grpSpPr>
            <p:sp>
              <p:nvSpPr>
                <p:cNvPr id="2979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80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29723" name="Group 117"/>
          <p:cNvGrpSpPr>
            <a:grpSpLocks/>
          </p:cNvGrpSpPr>
          <p:nvPr/>
        </p:nvGrpSpPr>
        <p:grpSpPr bwMode="auto">
          <a:xfrm>
            <a:off x="2857500" y="4126707"/>
            <a:ext cx="800100" cy="159544"/>
            <a:chOff x="2496" y="2160"/>
            <a:chExt cx="768" cy="144"/>
          </a:xfrm>
        </p:grpSpPr>
        <p:sp>
          <p:nvSpPr>
            <p:cNvPr id="2979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2979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9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724" name="Group 121"/>
          <p:cNvGrpSpPr>
            <a:grpSpLocks/>
          </p:cNvGrpSpPr>
          <p:nvPr/>
        </p:nvGrpSpPr>
        <p:grpSpPr bwMode="auto">
          <a:xfrm>
            <a:off x="3657600" y="4126707"/>
            <a:ext cx="628650" cy="159544"/>
            <a:chOff x="2112" y="2064"/>
            <a:chExt cx="528" cy="192"/>
          </a:xfrm>
        </p:grpSpPr>
        <p:grpSp>
          <p:nvGrpSpPr>
            <p:cNvPr id="29786" name="Group 122"/>
            <p:cNvGrpSpPr>
              <a:grpSpLocks/>
            </p:cNvGrpSpPr>
            <p:nvPr/>
          </p:nvGrpSpPr>
          <p:grpSpPr bwMode="auto">
            <a:xfrm>
              <a:off x="2112" y="2064"/>
              <a:ext cx="528" cy="192"/>
              <a:chOff x="2208" y="2112"/>
              <a:chExt cx="528" cy="144"/>
            </a:xfrm>
          </p:grpSpPr>
          <p:sp>
            <p:nvSpPr>
              <p:cNvPr id="2979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2979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87" name="Group 125"/>
            <p:cNvGrpSpPr>
              <a:grpSpLocks/>
            </p:cNvGrpSpPr>
            <p:nvPr/>
          </p:nvGrpSpPr>
          <p:grpSpPr bwMode="auto">
            <a:xfrm>
              <a:off x="2448" y="2064"/>
              <a:ext cx="144" cy="144"/>
              <a:chOff x="2448" y="2064"/>
              <a:chExt cx="144" cy="144"/>
            </a:xfrm>
          </p:grpSpPr>
          <p:sp>
            <p:nvSpPr>
              <p:cNvPr id="2978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8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25" name="Group 128"/>
          <p:cNvGrpSpPr>
            <a:grpSpLocks/>
          </p:cNvGrpSpPr>
          <p:nvPr/>
        </p:nvGrpSpPr>
        <p:grpSpPr bwMode="auto">
          <a:xfrm>
            <a:off x="2857500" y="3040857"/>
            <a:ext cx="2228850" cy="159544"/>
            <a:chOff x="1440" y="2256"/>
            <a:chExt cx="1872" cy="192"/>
          </a:xfrm>
        </p:grpSpPr>
        <p:grpSp>
          <p:nvGrpSpPr>
            <p:cNvPr id="29771" name="Group 129"/>
            <p:cNvGrpSpPr>
              <a:grpSpLocks/>
            </p:cNvGrpSpPr>
            <p:nvPr/>
          </p:nvGrpSpPr>
          <p:grpSpPr bwMode="auto">
            <a:xfrm>
              <a:off x="2784" y="2256"/>
              <a:ext cx="528" cy="192"/>
              <a:chOff x="2112" y="2064"/>
              <a:chExt cx="528" cy="192"/>
            </a:xfrm>
          </p:grpSpPr>
          <p:grpSp>
            <p:nvGrpSpPr>
              <p:cNvPr id="29780" name="Group 130"/>
              <p:cNvGrpSpPr>
                <a:grpSpLocks/>
              </p:cNvGrpSpPr>
              <p:nvPr/>
            </p:nvGrpSpPr>
            <p:grpSpPr bwMode="auto">
              <a:xfrm>
                <a:off x="2112" y="2064"/>
                <a:ext cx="528" cy="192"/>
                <a:chOff x="2208" y="2112"/>
                <a:chExt cx="528" cy="144"/>
              </a:xfrm>
            </p:grpSpPr>
            <p:sp>
              <p:nvSpPr>
                <p:cNvPr id="2978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978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81" name="Group 133"/>
              <p:cNvGrpSpPr>
                <a:grpSpLocks/>
              </p:cNvGrpSpPr>
              <p:nvPr/>
            </p:nvGrpSpPr>
            <p:grpSpPr bwMode="auto">
              <a:xfrm>
                <a:off x="2448" y="2064"/>
                <a:ext cx="144" cy="144"/>
                <a:chOff x="2448" y="2064"/>
                <a:chExt cx="144" cy="144"/>
              </a:xfrm>
            </p:grpSpPr>
            <p:sp>
              <p:nvSpPr>
                <p:cNvPr id="2978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8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72" name="Group 136"/>
            <p:cNvGrpSpPr>
              <a:grpSpLocks/>
            </p:cNvGrpSpPr>
            <p:nvPr/>
          </p:nvGrpSpPr>
          <p:grpSpPr bwMode="auto">
            <a:xfrm>
              <a:off x="1440" y="2256"/>
              <a:ext cx="672" cy="192"/>
              <a:chOff x="2496" y="2160"/>
              <a:chExt cx="768" cy="144"/>
            </a:xfrm>
          </p:grpSpPr>
          <p:sp>
            <p:nvSpPr>
              <p:cNvPr id="2977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2977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7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773" name="Group 140"/>
            <p:cNvGrpSpPr>
              <a:grpSpLocks/>
            </p:cNvGrpSpPr>
            <p:nvPr/>
          </p:nvGrpSpPr>
          <p:grpSpPr bwMode="auto">
            <a:xfrm>
              <a:off x="2112" y="2256"/>
              <a:ext cx="672" cy="192"/>
              <a:chOff x="2496" y="2160"/>
              <a:chExt cx="768" cy="144"/>
            </a:xfrm>
          </p:grpSpPr>
          <p:sp>
            <p:nvSpPr>
              <p:cNvPr id="2977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977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7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26" name="Group 144"/>
          <p:cNvGrpSpPr>
            <a:grpSpLocks/>
          </p:cNvGrpSpPr>
          <p:nvPr/>
        </p:nvGrpSpPr>
        <p:grpSpPr bwMode="auto">
          <a:xfrm>
            <a:off x="3657600" y="4400550"/>
            <a:ext cx="2228850" cy="171450"/>
            <a:chOff x="1440" y="2256"/>
            <a:chExt cx="1872" cy="192"/>
          </a:xfrm>
        </p:grpSpPr>
        <p:grpSp>
          <p:nvGrpSpPr>
            <p:cNvPr id="29756" name="Group 145"/>
            <p:cNvGrpSpPr>
              <a:grpSpLocks/>
            </p:cNvGrpSpPr>
            <p:nvPr/>
          </p:nvGrpSpPr>
          <p:grpSpPr bwMode="auto">
            <a:xfrm>
              <a:off x="2784" y="2256"/>
              <a:ext cx="528" cy="192"/>
              <a:chOff x="2112" y="2064"/>
              <a:chExt cx="528" cy="192"/>
            </a:xfrm>
          </p:grpSpPr>
          <p:grpSp>
            <p:nvGrpSpPr>
              <p:cNvPr id="29765" name="Group 146"/>
              <p:cNvGrpSpPr>
                <a:grpSpLocks/>
              </p:cNvGrpSpPr>
              <p:nvPr/>
            </p:nvGrpSpPr>
            <p:grpSpPr bwMode="auto">
              <a:xfrm>
                <a:off x="2112" y="2064"/>
                <a:ext cx="528" cy="192"/>
                <a:chOff x="2208" y="2112"/>
                <a:chExt cx="528" cy="144"/>
              </a:xfrm>
            </p:grpSpPr>
            <p:sp>
              <p:nvSpPr>
                <p:cNvPr id="2976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2977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29766" name="Group 149"/>
              <p:cNvGrpSpPr>
                <a:grpSpLocks/>
              </p:cNvGrpSpPr>
              <p:nvPr/>
            </p:nvGrpSpPr>
            <p:grpSpPr bwMode="auto">
              <a:xfrm>
                <a:off x="2448" y="2064"/>
                <a:ext cx="144" cy="144"/>
                <a:chOff x="2448" y="2064"/>
                <a:chExt cx="144" cy="144"/>
              </a:xfrm>
            </p:grpSpPr>
            <p:sp>
              <p:nvSpPr>
                <p:cNvPr id="2976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6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57" name="Group 152"/>
            <p:cNvGrpSpPr>
              <a:grpSpLocks/>
            </p:cNvGrpSpPr>
            <p:nvPr/>
          </p:nvGrpSpPr>
          <p:grpSpPr bwMode="auto">
            <a:xfrm>
              <a:off x="1440" y="2256"/>
              <a:ext cx="672" cy="192"/>
              <a:chOff x="2496" y="2160"/>
              <a:chExt cx="768" cy="144"/>
            </a:xfrm>
          </p:grpSpPr>
          <p:sp>
            <p:nvSpPr>
              <p:cNvPr id="2976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2976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6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29758" name="Group 156"/>
            <p:cNvGrpSpPr>
              <a:grpSpLocks/>
            </p:cNvGrpSpPr>
            <p:nvPr/>
          </p:nvGrpSpPr>
          <p:grpSpPr bwMode="auto">
            <a:xfrm>
              <a:off x="2112" y="2256"/>
              <a:ext cx="672" cy="192"/>
              <a:chOff x="2496" y="2160"/>
              <a:chExt cx="768" cy="144"/>
            </a:xfrm>
          </p:grpSpPr>
          <p:sp>
            <p:nvSpPr>
              <p:cNvPr id="2975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2976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6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29727" name="Group 160"/>
          <p:cNvGrpSpPr>
            <a:grpSpLocks/>
          </p:cNvGrpSpPr>
          <p:nvPr/>
        </p:nvGrpSpPr>
        <p:grpSpPr bwMode="auto">
          <a:xfrm>
            <a:off x="2857500" y="4400550"/>
            <a:ext cx="800100" cy="171450"/>
            <a:chOff x="2496" y="2160"/>
            <a:chExt cx="768" cy="144"/>
          </a:xfrm>
        </p:grpSpPr>
        <p:sp>
          <p:nvSpPr>
            <p:cNvPr id="2975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2975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5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2972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2972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29730" name="AutoShape 166"/>
          <p:cNvSpPr>
            <a:spLocks noChangeArrowheads="1"/>
          </p:cNvSpPr>
          <p:nvPr/>
        </p:nvSpPr>
        <p:spPr bwMode="auto">
          <a:xfrm>
            <a:off x="3028950" y="2286000"/>
            <a:ext cx="128588" cy="2857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29731" name="Rectangle 167"/>
          <p:cNvSpPr>
            <a:spLocks noChangeArrowheads="1"/>
          </p:cNvSpPr>
          <p:nvPr/>
        </p:nvSpPr>
        <p:spPr bwMode="auto">
          <a:xfrm>
            <a:off x="6185268" y="2857500"/>
            <a:ext cx="5488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2973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29733" name="Group 172"/>
          <p:cNvGrpSpPr>
            <a:grpSpLocks/>
          </p:cNvGrpSpPr>
          <p:nvPr/>
        </p:nvGrpSpPr>
        <p:grpSpPr bwMode="auto">
          <a:xfrm>
            <a:off x="6053138" y="342900"/>
            <a:ext cx="1943100" cy="1943100"/>
            <a:chOff x="2784" y="96"/>
            <a:chExt cx="1632" cy="1680"/>
          </a:xfrm>
        </p:grpSpPr>
        <p:sp>
          <p:nvSpPr>
            <p:cNvPr id="29735" name="Oval 17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29736" name="Oval 17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29737" name="Oval 17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29738" name="Oval 17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29739" name="Oval 17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29740" name="Oval 17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29741" name="Oval 17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29742" name="Line 18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3" name="Line 18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4" name="Line 18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5" name="Line 18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6" name="Line 18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7" name="Line 18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48" name="Oval 18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29749" name="Line 18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50" name="Line 18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51" name="Line 18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29752" name="Line 19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6018361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722" name="Group 21"/>
          <p:cNvGrpSpPr>
            <a:grpSpLocks/>
          </p:cNvGrpSpPr>
          <p:nvPr/>
        </p:nvGrpSpPr>
        <p:grpSpPr bwMode="auto">
          <a:xfrm>
            <a:off x="1524001" y="2520554"/>
            <a:ext cx="1079897" cy="258365"/>
            <a:chOff x="288" y="2016"/>
            <a:chExt cx="816" cy="192"/>
          </a:xfrm>
        </p:grpSpPr>
        <p:sp>
          <p:nvSpPr>
            <p:cNvPr id="3088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089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072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072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0725" name="Group 26"/>
          <p:cNvGrpSpPr>
            <a:grpSpLocks/>
          </p:cNvGrpSpPr>
          <p:nvPr/>
        </p:nvGrpSpPr>
        <p:grpSpPr bwMode="auto">
          <a:xfrm>
            <a:off x="1524001" y="3036094"/>
            <a:ext cx="1079897" cy="258366"/>
            <a:chOff x="288" y="2016"/>
            <a:chExt cx="816" cy="192"/>
          </a:xfrm>
        </p:grpSpPr>
        <p:sp>
          <p:nvSpPr>
            <p:cNvPr id="3088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088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26" name="Group 29"/>
          <p:cNvGrpSpPr>
            <a:grpSpLocks/>
          </p:cNvGrpSpPr>
          <p:nvPr/>
        </p:nvGrpSpPr>
        <p:grpSpPr bwMode="auto">
          <a:xfrm>
            <a:off x="1524001" y="3294460"/>
            <a:ext cx="1079897" cy="258365"/>
            <a:chOff x="288" y="2016"/>
            <a:chExt cx="816" cy="192"/>
          </a:xfrm>
        </p:grpSpPr>
        <p:sp>
          <p:nvSpPr>
            <p:cNvPr id="3088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088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27" name="Group 32"/>
          <p:cNvGrpSpPr>
            <a:grpSpLocks/>
          </p:cNvGrpSpPr>
          <p:nvPr/>
        </p:nvGrpSpPr>
        <p:grpSpPr bwMode="auto">
          <a:xfrm>
            <a:off x="1524001" y="3552825"/>
            <a:ext cx="1079897" cy="257175"/>
            <a:chOff x="288" y="2016"/>
            <a:chExt cx="816" cy="192"/>
          </a:xfrm>
        </p:grpSpPr>
        <p:sp>
          <p:nvSpPr>
            <p:cNvPr id="3088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088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28" name="Group 35"/>
          <p:cNvGrpSpPr>
            <a:grpSpLocks/>
          </p:cNvGrpSpPr>
          <p:nvPr/>
        </p:nvGrpSpPr>
        <p:grpSpPr bwMode="auto">
          <a:xfrm>
            <a:off x="1524001" y="3810000"/>
            <a:ext cx="1079897" cy="258366"/>
            <a:chOff x="288" y="2016"/>
            <a:chExt cx="816" cy="192"/>
          </a:xfrm>
        </p:grpSpPr>
        <p:sp>
          <p:nvSpPr>
            <p:cNvPr id="3088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088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29" name="Group 38"/>
          <p:cNvGrpSpPr>
            <a:grpSpLocks/>
          </p:cNvGrpSpPr>
          <p:nvPr/>
        </p:nvGrpSpPr>
        <p:grpSpPr bwMode="auto">
          <a:xfrm>
            <a:off x="1524001" y="4325542"/>
            <a:ext cx="1079897" cy="258365"/>
            <a:chOff x="288" y="2016"/>
            <a:chExt cx="816" cy="192"/>
          </a:xfrm>
        </p:grpSpPr>
        <p:sp>
          <p:nvSpPr>
            <p:cNvPr id="3087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088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30" name="Group 41"/>
          <p:cNvGrpSpPr>
            <a:grpSpLocks/>
          </p:cNvGrpSpPr>
          <p:nvPr/>
        </p:nvGrpSpPr>
        <p:grpSpPr bwMode="auto">
          <a:xfrm>
            <a:off x="1524001" y="4068366"/>
            <a:ext cx="1079897" cy="257175"/>
            <a:chOff x="288" y="2016"/>
            <a:chExt cx="816" cy="192"/>
          </a:xfrm>
        </p:grpSpPr>
        <p:sp>
          <p:nvSpPr>
            <p:cNvPr id="3087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087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073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073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3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4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0741" name="Group 54"/>
          <p:cNvGrpSpPr>
            <a:grpSpLocks/>
          </p:cNvGrpSpPr>
          <p:nvPr/>
        </p:nvGrpSpPr>
        <p:grpSpPr bwMode="auto">
          <a:xfrm>
            <a:off x="2857500" y="3612357"/>
            <a:ext cx="1428750" cy="159544"/>
            <a:chOff x="1440" y="2064"/>
            <a:chExt cx="1200" cy="192"/>
          </a:xfrm>
        </p:grpSpPr>
        <p:grpSp>
          <p:nvGrpSpPr>
            <p:cNvPr id="30866" name="Group 55"/>
            <p:cNvGrpSpPr>
              <a:grpSpLocks/>
            </p:cNvGrpSpPr>
            <p:nvPr/>
          </p:nvGrpSpPr>
          <p:grpSpPr bwMode="auto">
            <a:xfrm>
              <a:off x="1440" y="2064"/>
              <a:ext cx="672" cy="192"/>
              <a:chOff x="2496" y="2160"/>
              <a:chExt cx="768" cy="144"/>
            </a:xfrm>
          </p:grpSpPr>
          <p:sp>
            <p:nvSpPr>
              <p:cNvPr id="3087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087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7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867" name="Group 59"/>
            <p:cNvGrpSpPr>
              <a:grpSpLocks/>
            </p:cNvGrpSpPr>
            <p:nvPr/>
          </p:nvGrpSpPr>
          <p:grpSpPr bwMode="auto">
            <a:xfrm>
              <a:off x="2112" y="2064"/>
              <a:ext cx="528" cy="192"/>
              <a:chOff x="2112" y="2064"/>
              <a:chExt cx="528" cy="192"/>
            </a:xfrm>
          </p:grpSpPr>
          <p:grpSp>
            <p:nvGrpSpPr>
              <p:cNvPr id="30868" name="Group 60"/>
              <p:cNvGrpSpPr>
                <a:grpSpLocks/>
              </p:cNvGrpSpPr>
              <p:nvPr/>
            </p:nvGrpSpPr>
            <p:grpSpPr bwMode="auto">
              <a:xfrm>
                <a:off x="2112" y="2064"/>
                <a:ext cx="528" cy="192"/>
                <a:chOff x="2208" y="2112"/>
                <a:chExt cx="528" cy="144"/>
              </a:xfrm>
            </p:grpSpPr>
            <p:sp>
              <p:nvSpPr>
                <p:cNvPr id="3087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087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69" name="Group 63"/>
              <p:cNvGrpSpPr>
                <a:grpSpLocks/>
              </p:cNvGrpSpPr>
              <p:nvPr/>
            </p:nvGrpSpPr>
            <p:grpSpPr bwMode="auto">
              <a:xfrm>
                <a:off x="2448" y="2064"/>
                <a:ext cx="144" cy="144"/>
                <a:chOff x="2448" y="2064"/>
                <a:chExt cx="144" cy="144"/>
              </a:xfrm>
            </p:grpSpPr>
            <p:sp>
              <p:nvSpPr>
                <p:cNvPr id="3087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7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0742" name="Group 66"/>
          <p:cNvGrpSpPr>
            <a:grpSpLocks/>
          </p:cNvGrpSpPr>
          <p:nvPr/>
        </p:nvGrpSpPr>
        <p:grpSpPr bwMode="auto">
          <a:xfrm>
            <a:off x="2857500" y="2800350"/>
            <a:ext cx="2228850" cy="171450"/>
            <a:chOff x="1440" y="2256"/>
            <a:chExt cx="1872" cy="192"/>
          </a:xfrm>
        </p:grpSpPr>
        <p:grpSp>
          <p:nvGrpSpPr>
            <p:cNvPr id="30851" name="Group 67"/>
            <p:cNvGrpSpPr>
              <a:grpSpLocks/>
            </p:cNvGrpSpPr>
            <p:nvPr/>
          </p:nvGrpSpPr>
          <p:grpSpPr bwMode="auto">
            <a:xfrm>
              <a:off x="2784" y="2256"/>
              <a:ext cx="528" cy="192"/>
              <a:chOff x="2112" y="2064"/>
              <a:chExt cx="528" cy="192"/>
            </a:xfrm>
          </p:grpSpPr>
          <p:grpSp>
            <p:nvGrpSpPr>
              <p:cNvPr id="30860" name="Group 68"/>
              <p:cNvGrpSpPr>
                <a:grpSpLocks/>
              </p:cNvGrpSpPr>
              <p:nvPr/>
            </p:nvGrpSpPr>
            <p:grpSpPr bwMode="auto">
              <a:xfrm>
                <a:off x="2112" y="2064"/>
                <a:ext cx="528" cy="192"/>
                <a:chOff x="2208" y="2112"/>
                <a:chExt cx="528" cy="144"/>
              </a:xfrm>
            </p:grpSpPr>
            <p:sp>
              <p:nvSpPr>
                <p:cNvPr id="3086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086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61" name="Group 71"/>
              <p:cNvGrpSpPr>
                <a:grpSpLocks/>
              </p:cNvGrpSpPr>
              <p:nvPr/>
            </p:nvGrpSpPr>
            <p:grpSpPr bwMode="auto">
              <a:xfrm>
                <a:off x="2448" y="2064"/>
                <a:ext cx="144" cy="144"/>
                <a:chOff x="2448" y="2064"/>
                <a:chExt cx="144" cy="144"/>
              </a:xfrm>
            </p:grpSpPr>
            <p:sp>
              <p:nvSpPr>
                <p:cNvPr id="3086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6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852" name="Group 74"/>
            <p:cNvGrpSpPr>
              <a:grpSpLocks/>
            </p:cNvGrpSpPr>
            <p:nvPr/>
          </p:nvGrpSpPr>
          <p:grpSpPr bwMode="auto">
            <a:xfrm>
              <a:off x="1440" y="2256"/>
              <a:ext cx="672" cy="192"/>
              <a:chOff x="2496" y="2160"/>
              <a:chExt cx="768" cy="144"/>
            </a:xfrm>
          </p:grpSpPr>
          <p:sp>
            <p:nvSpPr>
              <p:cNvPr id="3085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085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5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853" name="Group 78"/>
            <p:cNvGrpSpPr>
              <a:grpSpLocks/>
            </p:cNvGrpSpPr>
            <p:nvPr/>
          </p:nvGrpSpPr>
          <p:grpSpPr bwMode="auto">
            <a:xfrm>
              <a:off x="2112" y="2256"/>
              <a:ext cx="672" cy="192"/>
              <a:chOff x="2496" y="2160"/>
              <a:chExt cx="768" cy="144"/>
            </a:xfrm>
          </p:grpSpPr>
          <p:sp>
            <p:nvSpPr>
              <p:cNvPr id="3085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085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5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43" name="Group 82"/>
          <p:cNvGrpSpPr>
            <a:grpSpLocks/>
          </p:cNvGrpSpPr>
          <p:nvPr/>
        </p:nvGrpSpPr>
        <p:grpSpPr bwMode="auto">
          <a:xfrm>
            <a:off x="2857500" y="3326607"/>
            <a:ext cx="800100" cy="159544"/>
            <a:chOff x="2496" y="2160"/>
            <a:chExt cx="768" cy="144"/>
          </a:xfrm>
        </p:grpSpPr>
        <p:sp>
          <p:nvSpPr>
            <p:cNvPr id="3084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084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5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744" name="Group 86"/>
          <p:cNvGrpSpPr>
            <a:grpSpLocks/>
          </p:cNvGrpSpPr>
          <p:nvPr/>
        </p:nvGrpSpPr>
        <p:grpSpPr bwMode="auto">
          <a:xfrm>
            <a:off x="3657600" y="3326607"/>
            <a:ext cx="628650" cy="159544"/>
            <a:chOff x="2112" y="2064"/>
            <a:chExt cx="528" cy="192"/>
          </a:xfrm>
        </p:grpSpPr>
        <p:grpSp>
          <p:nvGrpSpPr>
            <p:cNvPr id="30842" name="Group 87"/>
            <p:cNvGrpSpPr>
              <a:grpSpLocks/>
            </p:cNvGrpSpPr>
            <p:nvPr/>
          </p:nvGrpSpPr>
          <p:grpSpPr bwMode="auto">
            <a:xfrm>
              <a:off x="2112" y="2064"/>
              <a:ext cx="528" cy="192"/>
              <a:chOff x="2208" y="2112"/>
              <a:chExt cx="528" cy="144"/>
            </a:xfrm>
          </p:grpSpPr>
          <p:sp>
            <p:nvSpPr>
              <p:cNvPr id="3084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084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43" name="Group 90"/>
            <p:cNvGrpSpPr>
              <a:grpSpLocks/>
            </p:cNvGrpSpPr>
            <p:nvPr/>
          </p:nvGrpSpPr>
          <p:grpSpPr bwMode="auto">
            <a:xfrm>
              <a:off x="2448" y="2064"/>
              <a:ext cx="144" cy="144"/>
              <a:chOff x="2448" y="2064"/>
              <a:chExt cx="144" cy="144"/>
            </a:xfrm>
          </p:grpSpPr>
          <p:sp>
            <p:nvSpPr>
              <p:cNvPr id="3084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4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45" name="Group 93"/>
          <p:cNvGrpSpPr>
            <a:grpSpLocks/>
          </p:cNvGrpSpPr>
          <p:nvPr/>
        </p:nvGrpSpPr>
        <p:grpSpPr bwMode="auto">
          <a:xfrm>
            <a:off x="2857500" y="2571750"/>
            <a:ext cx="1428750" cy="171450"/>
            <a:chOff x="1440" y="2064"/>
            <a:chExt cx="1200" cy="192"/>
          </a:xfrm>
        </p:grpSpPr>
        <p:grpSp>
          <p:nvGrpSpPr>
            <p:cNvPr id="30831" name="Group 94"/>
            <p:cNvGrpSpPr>
              <a:grpSpLocks/>
            </p:cNvGrpSpPr>
            <p:nvPr/>
          </p:nvGrpSpPr>
          <p:grpSpPr bwMode="auto">
            <a:xfrm>
              <a:off x="1440" y="2064"/>
              <a:ext cx="672" cy="192"/>
              <a:chOff x="2496" y="2160"/>
              <a:chExt cx="768" cy="144"/>
            </a:xfrm>
          </p:grpSpPr>
          <p:sp>
            <p:nvSpPr>
              <p:cNvPr id="3083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084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4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832" name="Group 98"/>
            <p:cNvGrpSpPr>
              <a:grpSpLocks/>
            </p:cNvGrpSpPr>
            <p:nvPr/>
          </p:nvGrpSpPr>
          <p:grpSpPr bwMode="auto">
            <a:xfrm>
              <a:off x="2112" y="2064"/>
              <a:ext cx="528" cy="192"/>
              <a:chOff x="2112" y="2064"/>
              <a:chExt cx="528" cy="192"/>
            </a:xfrm>
          </p:grpSpPr>
          <p:grpSp>
            <p:nvGrpSpPr>
              <p:cNvPr id="30833" name="Group 99"/>
              <p:cNvGrpSpPr>
                <a:grpSpLocks/>
              </p:cNvGrpSpPr>
              <p:nvPr/>
            </p:nvGrpSpPr>
            <p:grpSpPr bwMode="auto">
              <a:xfrm>
                <a:off x="2112" y="2064"/>
                <a:ext cx="528" cy="192"/>
                <a:chOff x="2208" y="2112"/>
                <a:chExt cx="528" cy="144"/>
              </a:xfrm>
            </p:grpSpPr>
            <p:sp>
              <p:nvSpPr>
                <p:cNvPr id="3083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083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34" name="Group 102"/>
              <p:cNvGrpSpPr>
                <a:grpSpLocks/>
              </p:cNvGrpSpPr>
              <p:nvPr/>
            </p:nvGrpSpPr>
            <p:grpSpPr bwMode="auto">
              <a:xfrm>
                <a:off x="2448" y="2064"/>
                <a:ext cx="144" cy="144"/>
                <a:chOff x="2448" y="2064"/>
                <a:chExt cx="144" cy="144"/>
              </a:xfrm>
            </p:grpSpPr>
            <p:sp>
              <p:nvSpPr>
                <p:cNvPr id="3083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3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0746" name="Group 105"/>
          <p:cNvGrpSpPr>
            <a:grpSpLocks/>
          </p:cNvGrpSpPr>
          <p:nvPr/>
        </p:nvGrpSpPr>
        <p:grpSpPr bwMode="auto">
          <a:xfrm>
            <a:off x="2857500" y="3886200"/>
            <a:ext cx="1428750" cy="171450"/>
            <a:chOff x="1440" y="2064"/>
            <a:chExt cx="1200" cy="192"/>
          </a:xfrm>
        </p:grpSpPr>
        <p:grpSp>
          <p:nvGrpSpPr>
            <p:cNvPr id="30820" name="Group 106"/>
            <p:cNvGrpSpPr>
              <a:grpSpLocks/>
            </p:cNvGrpSpPr>
            <p:nvPr/>
          </p:nvGrpSpPr>
          <p:grpSpPr bwMode="auto">
            <a:xfrm>
              <a:off x="1440" y="2064"/>
              <a:ext cx="672" cy="192"/>
              <a:chOff x="2496" y="2160"/>
              <a:chExt cx="768" cy="144"/>
            </a:xfrm>
          </p:grpSpPr>
          <p:sp>
            <p:nvSpPr>
              <p:cNvPr id="3082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082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3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821" name="Group 110"/>
            <p:cNvGrpSpPr>
              <a:grpSpLocks/>
            </p:cNvGrpSpPr>
            <p:nvPr/>
          </p:nvGrpSpPr>
          <p:grpSpPr bwMode="auto">
            <a:xfrm>
              <a:off x="2112" y="2064"/>
              <a:ext cx="528" cy="192"/>
              <a:chOff x="2112" y="2064"/>
              <a:chExt cx="528" cy="192"/>
            </a:xfrm>
          </p:grpSpPr>
          <p:grpSp>
            <p:nvGrpSpPr>
              <p:cNvPr id="30822" name="Group 111"/>
              <p:cNvGrpSpPr>
                <a:grpSpLocks/>
              </p:cNvGrpSpPr>
              <p:nvPr/>
            </p:nvGrpSpPr>
            <p:grpSpPr bwMode="auto">
              <a:xfrm>
                <a:off x="2112" y="2064"/>
                <a:ext cx="528" cy="192"/>
                <a:chOff x="2208" y="2112"/>
                <a:chExt cx="528" cy="144"/>
              </a:xfrm>
            </p:grpSpPr>
            <p:sp>
              <p:nvSpPr>
                <p:cNvPr id="3082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082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23" name="Group 114"/>
              <p:cNvGrpSpPr>
                <a:grpSpLocks/>
              </p:cNvGrpSpPr>
              <p:nvPr/>
            </p:nvGrpSpPr>
            <p:grpSpPr bwMode="auto">
              <a:xfrm>
                <a:off x="2448" y="2064"/>
                <a:ext cx="144" cy="144"/>
                <a:chOff x="2448" y="2064"/>
                <a:chExt cx="144" cy="144"/>
              </a:xfrm>
            </p:grpSpPr>
            <p:sp>
              <p:nvSpPr>
                <p:cNvPr id="3082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2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0747" name="Group 117"/>
          <p:cNvGrpSpPr>
            <a:grpSpLocks/>
          </p:cNvGrpSpPr>
          <p:nvPr/>
        </p:nvGrpSpPr>
        <p:grpSpPr bwMode="auto">
          <a:xfrm>
            <a:off x="2857500" y="4126707"/>
            <a:ext cx="800100" cy="159544"/>
            <a:chOff x="2496" y="2160"/>
            <a:chExt cx="768" cy="144"/>
          </a:xfrm>
        </p:grpSpPr>
        <p:sp>
          <p:nvSpPr>
            <p:cNvPr id="3081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081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1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748" name="Group 121"/>
          <p:cNvGrpSpPr>
            <a:grpSpLocks/>
          </p:cNvGrpSpPr>
          <p:nvPr/>
        </p:nvGrpSpPr>
        <p:grpSpPr bwMode="auto">
          <a:xfrm>
            <a:off x="3657600" y="4126707"/>
            <a:ext cx="628650" cy="159544"/>
            <a:chOff x="2112" y="2064"/>
            <a:chExt cx="528" cy="192"/>
          </a:xfrm>
        </p:grpSpPr>
        <p:grpSp>
          <p:nvGrpSpPr>
            <p:cNvPr id="30811" name="Group 122"/>
            <p:cNvGrpSpPr>
              <a:grpSpLocks/>
            </p:cNvGrpSpPr>
            <p:nvPr/>
          </p:nvGrpSpPr>
          <p:grpSpPr bwMode="auto">
            <a:xfrm>
              <a:off x="2112" y="2064"/>
              <a:ext cx="528" cy="192"/>
              <a:chOff x="2208" y="2112"/>
              <a:chExt cx="528" cy="144"/>
            </a:xfrm>
          </p:grpSpPr>
          <p:sp>
            <p:nvSpPr>
              <p:cNvPr id="3081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081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12" name="Group 125"/>
            <p:cNvGrpSpPr>
              <a:grpSpLocks/>
            </p:cNvGrpSpPr>
            <p:nvPr/>
          </p:nvGrpSpPr>
          <p:grpSpPr bwMode="auto">
            <a:xfrm>
              <a:off x="2448" y="2064"/>
              <a:ext cx="144" cy="144"/>
              <a:chOff x="2448" y="2064"/>
              <a:chExt cx="144" cy="144"/>
            </a:xfrm>
          </p:grpSpPr>
          <p:sp>
            <p:nvSpPr>
              <p:cNvPr id="3081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1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49" name="Group 128"/>
          <p:cNvGrpSpPr>
            <a:grpSpLocks/>
          </p:cNvGrpSpPr>
          <p:nvPr/>
        </p:nvGrpSpPr>
        <p:grpSpPr bwMode="auto">
          <a:xfrm>
            <a:off x="2857500" y="3040857"/>
            <a:ext cx="2228850" cy="159544"/>
            <a:chOff x="1440" y="2256"/>
            <a:chExt cx="1872" cy="192"/>
          </a:xfrm>
        </p:grpSpPr>
        <p:grpSp>
          <p:nvGrpSpPr>
            <p:cNvPr id="30796" name="Group 129"/>
            <p:cNvGrpSpPr>
              <a:grpSpLocks/>
            </p:cNvGrpSpPr>
            <p:nvPr/>
          </p:nvGrpSpPr>
          <p:grpSpPr bwMode="auto">
            <a:xfrm>
              <a:off x="2784" y="2256"/>
              <a:ext cx="528" cy="192"/>
              <a:chOff x="2112" y="2064"/>
              <a:chExt cx="528" cy="192"/>
            </a:xfrm>
          </p:grpSpPr>
          <p:grpSp>
            <p:nvGrpSpPr>
              <p:cNvPr id="30805" name="Group 130"/>
              <p:cNvGrpSpPr>
                <a:grpSpLocks/>
              </p:cNvGrpSpPr>
              <p:nvPr/>
            </p:nvGrpSpPr>
            <p:grpSpPr bwMode="auto">
              <a:xfrm>
                <a:off x="2112" y="2064"/>
                <a:ext cx="528" cy="192"/>
                <a:chOff x="2208" y="2112"/>
                <a:chExt cx="528" cy="144"/>
              </a:xfrm>
            </p:grpSpPr>
            <p:sp>
              <p:nvSpPr>
                <p:cNvPr id="3080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081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806" name="Group 133"/>
              <p:cNvGrpSpPr>
                <a:grpSpLocks/>
              </p:cNvGrpSpPr>
              <p:nvPr/>
            </p:nvGrpSpPr>
            <p:grpSpPr bwMode="auto">
              <a:xfrm>
                <a:off x="2448" y="2064"/>
                <a:ext cx="144" cy="144"/>
                <a:chOff x="2448" y="2064"/>
                <a:chExt cx="144" cy="144"/>
              </a:xfrm>
            </p:grpSpPr>
            <p:sp>
              <p:nvSpPr>
                <p:cNvPr id="3080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80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97" name="Group 136"/>
            <p:cNvGrpSpPr>
              <a:grpSpLocks/>
            </p:cNvGrpSpPr>
            <p:nvPr/>
          </p:nvGrpSpPr>
          <p:grpSpPr bwMode="auto">
            <a:xfrm>
              <a:off x="1440" y="2256"/>
              <a:ext cx="672" cy="192"/>
              <a:chOff x="2496" y="2160"/>
              <a:chExt cx="768" cy="144"/>
            </a:xfrm>
          </p:grpSpPr>
          <p:sp>
            <p:nvSpPr>
              <p:cNvPr id="3080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080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0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798" name="Group 140"/>
            <p:cNvGrpSpPr>
              <a:grpSpLocks/>
            </p:cNvGrpSpPr>
            <p:nvPr/>
          </p:nvGrpSpPr>
          <p:grpSpPr bwMode="auto">
            <a:xfrm>
              <a:off x="2112" y="2256"/>
              <a:ext cx="672" cy="192"/>
              <a:chOff x="2496" y="2160"/>
              <a:chExt cx="768" cy="144"/>
            </a:xfrm>
          </p:grpSpPr>
          <p:sp>
            <p:nvSpPr>
              <p:cNvPr id="3079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080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80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50" name="Group 144"/>
          <p:cNvGrpSpPr>
            <a:grpSpLocks/>
          </p:cNvGrpSpPr>
          <p:nvPr/>
        </p:nvGrpSpPr>
        <p:grpSpPr bwMode="auto">
          <a:xfrm>
            <a:off x="3657600" y="4400550"/>
            <a:ext cx="2228850" cy="171450"/>
            <a:chOff x="1440" y="2256"/>
            <a:chExt cx="1872" cy="192"/>
          </a:xfrm>
        </p:grpSpPr>
        <p:grpSp>
          <p:nvGrpSpPr>
            <p:cNvPr id="30781" name="Group 145"/>
            <p:cNvGrpSpPr>
              <a:grpSpLocks/>
            </p:cNvGrpSpPr>
            <p:nvPr/>
          </p:nvGrpSpPr>
          <p:grpSpPr bwMode="auto">
            <a:xfrm>
              <a:off x="2784" y="2256"/>
              <a:ext cx="528" cy="192"/>
              <a:chOff x="2112" y="2064"/>
              <a:chExt cx="528" cy="192"/>
            </a:xfrm>
          </p:grpSpPr>
          <p:grpSp>
            <p:nvGrpSpPr>
              <p:cNvPr id="30790" name="Group 146"/>
              <p:cNvGrpSpPr>
                <a:grpSpLocks/>
              </p:cNvGrpSpPr>
              <p:nvPr/>
            </p:nvGrpSpPr>
            <p:grpSpPr bwMode="auto">
              <a:xfrm>
                <a:off x="2112" y="2064"/>
                <a:ext cx="528" cy="192"/>
                <a:chOff x="2208" y="2112"/>
                <a:chExt cx="528" cy="144"/>
              </a:xfrm>
            </p:grpSpPr>
            <p:sp>
              <p:nvSpPr>
                <p:cNvPr id="3079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079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0791" name="Group 149"/>
              <p:cNvGrpSpPr>
                <a:grpSpLocks/>
              </p:cNvGrpSpPr>
              <p:nvPr/>
            </p:nvGrpSpPr>
            <p:grpSpPr bwMode="auto">
              <a:xfrm>
                <a:off x="2448" y="2064"/>
                <a:ext cx="144" cy="144"/>
                <a:chOff x="2448" y="2064"/>
                <a:chExt cx="144" cy="144"/>
              </a:xfrm>
            </p:grpSpPr>
            <p:sp>
              <p:nvSpPr>
                <p:cNvPr id="3079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9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82" name="Group 152"/>
            <p:cNvGrpSpPr>
              <a:grpSpLocks/>
            </p:cNvGrpSpPr>
            <p:nvPr/>
          </p:nvGrpSpPr>
          <p:grpSpPr bwMode="auto">
            <a:xfrm>
              <a:off x="1440" y="2256"/>
              <a:ext cx="672" cy="192"/>
              <a:chOff x="2496" y="2160"/>
              <a:chExt cx="768" cy="144"/>
            </a:xfrm>
          </p:grpSpPr>
          <p:sp>
            <p:nvSpPr>
              <p:cNvPr id="3078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078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78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0783" name="Group 156"/>
            <p:cNvGrpSpPr>
              <a:grpSpLocks/>
            </p:cNvGrpSpPr>
            <p:nvPr/>
          </p:nvGrpSpPr>
          <p:grpSpPr bwMode="auto">
            <a:xfrm>
              <a:off x="2112" y="2256"/>
              <a:ext cx="672" cy="192"/>
              <a:chOff x="2496" y="2160"/>
              <a:chExt cx="768" cy="144"/>
            </a:xfrm>
          </p:grpSpPr>
          <p:sp>
            <p:nvSpPr>
              <p:cNvPr id="3078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078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78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0751" name="Group 160"/>
          <p:cNvGrpSpPr>
            <a:grpSpLocks/>
          </p:cNvGrpSpPr>
          <p:nvPr/>
        </p:nvGrpSpPr>
        <p:grpSpPr bwMode="auto">
          <a:xfrm>
            <a:off x="2857500" y="4400550"/>
            <a:ext cx="800100" cy="171450"/>
            <a:chOff x="2496" y="2160"/>
            <a:chExt cx="768" cy="144"/>
          </a:xfrm>
        </p:grpSpPr>
        <p:sp>
          <p:nvSpPr>
            <p:cNvPr id="3077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077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078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075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075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075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075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5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grpSp>
        <p:nvGrpSpPr>
          <p:cNvPr id="30758" name="Group 173"/>
          <p:cNvGrpSpPr>
            <a:grpSpLocks/>
          </p:cNvGrpSpPr>
          <p:nvPr/>
        </p:nvGrpSpPr>
        <p:grpSpPr bwMode="auto">
          <a:xfrm>
            <a:off x="6053138" y="342900"/>
            <a:ext cx="1943100" cy="1943100"/>
            <a:chOff x="2784" y="96"/>
            <a:chExt cx="1632" cy="1680"/>
          </a:xfrm>
        </p:grpSpPr>
        <p:sp>
          <p:nvSpPr>
            <p:cNvPr id="30760" name="Oval 17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0761" name="Oval 17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0762" name="Oval 17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0763" name="Oval 17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0764" name="Oval 17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0765" name="Oval 17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0766" name="Oval 18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0767" name="Line 18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68" name="Line 18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69" name="Line 18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0" name="Line 18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1" name="Line 18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2" name="Line 18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3" name="Oval 18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0774" name="Line 18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5" name="Line 18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6" name="Line 19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0777" name="Line 19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2"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15948471-79E8-765A-6B9B-448E53DC5BA0}"/>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15948471-79E8-765A-6B9B-448E53DC5BA0}"/>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sp>
        <p:nvSpPr>
          <p:cNvPr id="30754" name="AutoShape 166"/>
          <p:cNvSpPr>
            <a:spLocks noChangeArrowheads="1"/>
          </p:cNvSpPr>
          <p:nvPr/>
        </p:nvSpPr>
        <p:spPr bwMode="auto">
          <a:xfrm>
            <a:off x="3028950" y="2202416"/>
            <a:ext cx="128588" cy="369333"/>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Tree>
    <p:extLst>
      <p:ext uri="{BB962C8B-B14F-4D97-AF65-F5344CB8AC3E}">
        <p14:creationId xmlns:p14="http://schemas.microsoft.com/office/powerpoint/2010/main" val="2704012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B549380A-3DA1-8DC3-B88E-DACF2FB0536D}"/>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B549380A-3DA1-8DC3-B88E-DACF2FB0536D}"/>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1746" name="Group 21"/>
          <p:cNvGrpSpPr>
            <a:grpSpLocks/>
          </p:cNvGrpSpPr>
          <p:nvPr/>
        </p:nvGrpSpPr>
        <p:grpSpPr bwMode="auto">
          <a:xfrm>
            <a:off x="1524001" y="2520554"/>
            <a:ext cx="1079897" cy="258365"/>
            <a:chOff x="288" y="2016"/>
            <a:chExt cx="816" cy="192"/>
          </a:xfrm>
        </p:grpSpPr>
        <p:sp>
          <p:nvSpPr>
            <p:cNvPr id="3191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191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174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174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1749" name="Group 26"/>
          <p:cNvGrpSpPr>
            <a:grpSpLocks/>
          </p:cNvGrpSpPr>
          <p:nvPr/>
        </p:nvGrpSpPr>
        <p:grpSpPr bwMode="auto">
          <a:xfrm>
            <a:off x="1524001" y="3036094"/>
            <a:ext cx="1079897" cy="258366"/>
            <a:chOff x="288" y="2016"/>
            <a:chExt cx="816" cy="192"/>
          </a:xfrm>
        </p:grpSpPr>
        <p:sp>
          <p:nvSpPr>
            <p:cNvPr id="3191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191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750" name="Group 29"/>
          <p:cNvGrpSpPr>
            <a:grpSpLocks/>
          </p:cNvGrpSpPr>
          <p:nvPr/>
        </p:nvGrpSpPr>
        <p:grpSpPr bwMode="auto">
          <a:xfrm>
            <a:off x="1524001" y="3294460"/>
            <a:ext cx="1079897" cy="258365"/>
            <a:chOff x="288" y="2016"/>
            <a:chExt cx="816" cy="192"/>
          </a:xfrm>
        </p:grpSpPr>
        <p:sp>
          <p:nvSpPr>
            <p:cNvPr id="3191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191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751" name="Group 32"/>
          <p:cNvGrpSpPr>
            <a:grpSpLocks/>
          </p:cNvGrpSpPr>
          <p:nvPr/>
        </p:nvGrpSpPr>
        <p:grpSpPr bwMode="auto">
          <a:xfrm>
            <a:off x="1524001" y="3552825"/>
            <a:ext cx="1079897" cy="257175"/>
            <a:chOff x="288" y="2016"/>
            <a:chExt cx="816" cy="192"/>
          </a:xfrm>
        </p:grpSpPr>
        <p:sp>
          <p:nvSpPr>
            <p:cNvPr id="3190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190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752" name="Group 35"/>
          <p:cNvGrpSpPr>
            <a:grpSpLocks/>
          </p:cNvGrpSpPr>
          <p:nvPr/>
        </p:nvGrpSpPr>
        <p:grpSpPr bwMode="auto">
          <a:xfrm>
            <a:off x="1524001" y="3810000"/>
            <a:ext cx="1079897" cy="258366"/>
            <a:chOff x="288" y="2016"/>
            <a:chExt cx="816" cy="192"/>
          </a:xfrm>
        </p:grpSpPr>
        <p:sp>
          <p:nvSpPr>
            <p:cNvPr id="3190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190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753" name="Group 38"/>
          <p:cNvGrpSpPr>
            <a:grpSpLocks/>
          </p:cNvGrpSpPr>
          <p:nvPr/>
        </p:nvGrpSpPr>
        <p:grpSpPr bwMode="auto">
          <a:xfrm>
            <a:off x="1524001" y="4325542"/>
            <a:ext cx="1079897" cy="258365"/>
            <a:chOff x="288" y="2016"/>
            <a:chExt cx="816" cy="192"/>
          </a:xfrm>
        </p:grpSpPr>
        <p:sp>
          <p:nvSpPr>
            <p:cNvPr id="3190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190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754" name="Group 41"/>
          <p:cNvGrpSpPr>
            <a:grpSpLocks/>
          </p:cNvGrpSpPr>
          <p:nvPr/>
        </p:nvGrpSpPr>
        <p:grpSpPr bwMode="auto">
          <a:xfrm>
            <a:off x="1524001" y="4068366"/>
            <a:ext cx="1079897" cy="257175"/>
            <a:chOff x="288" y="2016"/>
            <a:chExt cx="816" cy="192"/>
          </a:xfrm>
        </p:grpSpPr>
        <p:sp>
          <p:nvSpPr>
            <p:cNvPr id="3190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190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175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175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5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5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6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6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6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6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6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1765" name="Group 54"/>
          <p:cNvGrpSpPr>
            <a:grpSpLocks/>
          </p:cNvGrpSpPr>
          <p:nvPr/>
        </p:nvGrpSpPr>
        <p:grpSpPr bwMode="auto">
          <a:xfrm>
            <a:off x="2857500" y="3612357"/>
            <a:ext cx="1428750" cy="159544"/>
            <a:chOff x="1440" y="2064"/>
            <a:chExt cx="1200" cy="192"/>
          </a:xfrm>
        </p:grpSpPr>
        <p:grpSp>
          <p:nvGrpSpPr>
            <p:cNvPr id="31891" name="Group 55"/>
            <p:cNvGrpSpPr>
              <a:grpSpLocks/>
            </p:cNvGrpSpPr>
            <p:nvPr/>
          </p:nvGrpSpPr>
          <p:grpSpPr bwMode="auto">
            <a:xfrm>
              <a:off x="1440" y="2064"/>
              <a:ext cx="672" cy="192"/>
              <a:chOff x="2496" y="2160"/>
              <a:chExt cx="768" cy="144"/>
            </a:xfrm>
          </p:grpSpPr>
          <p:sp>
            <p:nvSpPr>
              <p:cNvPr id="3189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190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90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92" name="Group 59"/>
            <p:cNvGrpSpPr>
              <a:grpSpLocks/>
            </p:cNvGrpSpPr>
            <p:nvPr/>
          </p:nvGrpSpPr>
          <p:grpSpPr bwMode="auto">
            <a:xfrm>
              <a:off x="2112" y="2064"/>
              <a:ext cx="528" cy="192"/>
              <a:chOff x="2112" y="2064"/>
              <a:chExt cx="528" cy="192"/>
            </a:xfrm>
          </p:grpSpPr>
          <p:grpSp>
            <p:nvGrpSpPr>
              <p:cNvPr id="31893" name="Group 60"/>
              <p:cNvGrpSpPr>
                <a:grpSpLocks/>
              </p:cNvGrpSpPr>
              <p:nvPr/>
            </p:nvGrpSpPr>
            <p:grpSpPr bwMode="auto">
              <a:xfrm>
                <a:off x="2112" y="2064"/>
                <a:ext cx="528" cy="192"/>
                <a:chOff x="2208" y="2112"/>
                <a:chExt cx="528" cy="144"/>
              </a:xfrm>
            </p:grpSpPr>
            <p:sp>
              <p:nvSpPr>
                <p:cNvPr id="3189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189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94" name="Group 63"/>
              <p:cNvGrpSpPr>
                <a:grpSpLocks/>
              </p:cNvGrpSpPr>
              <p:nvPr/>
            </p:nvGrpSpPr>
            <p:grpSpPr bwMode="auto">
              <a:xfrm>
                <a:off x="2448" y="2064"/>
                <a:ext cx="144" cy="144"/>
                <a:chOff x="2448" y="2064"/>
                <a:chExt cx="144" cy="144"/>
              </a:xfrm>
            </p:grpSpPr>
            <p:sp>
              <p:nvSpPr>
                <p:cNvPr id="3189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9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1766" name="Group 66"/>
          <p:cNvGrpSpPr>
            <a:grpSpLocks/>
          </p:cNvGrpSpPr>
          <p:nvPr/>
        </p:nvGrpSpPr>
        <p:grpSpPr bwMode="auto">
          <a:xfrm>
            <a:off x="2857500" y="2800350"/>
            <a:ext cx="2228850" cy="171450"/>
            <a:chOff x="1440" y="2256"/>
            <a:chExt cx="1872" cy="192"/>
          </a:xfrm>
        </p:grpSpPr>
        <p:grpSp>
          <p:nvGrpSpPr>
            <p:cNvPr id="31876" name="Group 67"/>
            <p:cNvGrpSpPr>
              <a:grpSpLocks/>
            </p:cNvGrpSpPr>
            <p:nvPr/>
          </p:nvGrpSpPr>
          <p:grpSpPr bwMode="auto">
            <a:xfrm>
              <a:off x="2784" y="2256"/>
              <a:ext cx="528" cy="192"/>
              <a:chOff x="2112" y="2064"/>
              <a:chExt cx="528" cy="192"/>
            </a:xfrm>
          </p:grpSpPr>
          <p:grpSp>
            <p:nvGrpSpPr>
              <p:cNvPr id="31885" name="Group 68"/>
              <p:cNvGrpSpPr>
                <a:grpSpLocks/>
              </p:cNvGrpSpPr>
              <p:nvPr/>
            </p:nvGrpSpPr>
            <p:grpSpPr bwMode="auto">
              <a:xfrm>
                <a:off x="2112" y="2064"/>
                <a:ext cx="528" cy="192"/>
                <a:chOff x="2208" y="2112"/>
                <a:chExt cx="528" cy="144"/>
              </a:xfrm>
            </p:grpSpPr>
            <p:sp>
              <p:nvSpPr>
                <p:cNvPr id="3188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189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86" name="Group 71"/>
              <p:cNvGrpSpPr>
                <a:grpSpLocks/>
              </p:cNvGrpSpPr>
              <p:nvPr/>
            </p:nvGrpSpPr>
            <p:grpSpPr bwMode="auto">
              <a:xfrm>
                <a:off x="2448" y="2064"/>
                <a:ext cx="144" cy="144"/>
                <a:chOff x="2448" y="2064"/>
                <a:chExt cx="144" cy="144"/>
              </a:xfrm>
            </p:grpSpPr>
            <p:sp>
              <p:nvSpPr>
                <p:cNvPr id="3188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8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877" name="Group 74"/>
            <p:cNvGrpSpPr>
              <a:grpSpLocks/>
            </p:cNvGrpSpPr>
            <p:nvPr/>
          </p:nvGrpSpPr>
          <p:grpSpPr bwMode="auto">
            <a:xfrm>
              <a:off x="1440" y="2256"/>
              <a:ext cx="672" cy="192"/>
              <a:chOff x="2496" y="2160"/>
              <a:chExt cx="768" cy="144"/>
            </a:xfrm>
          </p:grpSpPr>
          <p:sp>
            <p:nvSpPr>
              <p:cNvPr id="3188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188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8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78" name="Group 78"/>
            <p:cNvGrpSpPr>
              <a:grpSpLocks/>
            </p:cNvGrpSpPr>
            <p:nvPr/>
          </p:nvGrpSpPr>
          <p:grpSpPr bwMode="auto">
            <a:xfrm>
              <a:off x="2112" y="2256"/>
              <a:ext cx="672" cy="192"/>
              <a:chOff x="2496" y="2160"/>
              <a:chExt cx="768" cy="144"/>
            </a:xfrm>
          </p:grpSpPr>
          <p:sp>
            <p:nvSpPr>
              <p:cNvPr id="3187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188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8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767" name="Group 82"/>
          <p:cNvGrpSpPr>
            <a:grpSpLocks/>
          </p:cNvGrpSpPr>
          <p:nvPr/>
        </p:nvGrpSpPr>
        <p:grpSpPr bwMode="auto">
          <a:xfrm>
            <a:off x="2857500" y="3326607"/>
            <a:ext cx="800100" cy="159544"/>
            <a:chOff x="2496" y="2160"/>
            <a:chExt cx="768" cy="144"/>
          </a:xfrm>
        </p:grpSpPr>
        <p:sp>
          <p:nvSpPr>
            <p:cNvPr id="3187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187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7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768" name="Group 86"/>
          <p:cNvGrpSpPr>
            <a:grpSpLocks/>
          </p:cNvGrpSpPr>
          <p:nvPr/>
        </p:nvGrpSpPr>
        <p:grpSpPr bwMode="auto">
          <a:xfrm>
            <a:off x="3657600" y="3326607"/>
            <a:ext cx="628650" cy="159544"/>
            <a:chOff x="2112" y="2064"/>
            <a:chExt cx="528" cy="192"/>
          </a:xfrm>
        </p:grpSpPr>
        <p:grpSp>
          <p:nvGrpSpPr>
            <p:cNvPr id="31867" name="Group 87"/>
            <p:cNvGrpSpPr>
              <a:grpSpLocks/>
            </p:cNvGrpSpPr>
            <p:nvPr/>
          </p:nvGrpSpPr>
          <p:grpSpPr bwMode="auto">
            <a:xfrm>
              <a:off x="2112" y="2064"/>
              <a:ext cx="528" cy="192"/>
              <a:chOff x="2208" y="2112"/>
              <a:chExt cx="528" cy="144"/>
            </a:xfrm>
          </p:grpSpPr>
          <p:sp>
            <p:nvSpPr>
              <p:cNvPr id="3187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187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68" name="Group 90"/>
            <p:cNvGrpSpPr>
              <a:grpSpLocks/>
            </p:cNvGrpSpPr>
            <p:nvPr/>
          </p:nvGrpSpPr>
          <p:grpSpPr bwMode="auto">
            <a:xfrm>
              <a:off x="2448" y="2064"/>
              <a:ext cx="144" cy="144"/>
              <a:chOff x="2448" y="2064"/>
              <a:chExt cx="144" cy="144"/>
            </a:xfrm>
          </p:grpSpPr>
          <p:sp>
            <p:nvSpPr>
              <p:cNvPr id="3186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7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769" name="Group 93"/>
          <p:cNvGrpSpPr>
            <a:grpSpLocks/>
          </p:cNvGrpSpPr>
          <p:nvPr/>
        </p:nvGrpSpPr>
        <p:grpSpPr bwMode="auto">
          <a:xfrm>
            <a:off x="2857500" y="2571750"/>
            <a:ext cx="1428750" cy="171450"/>
            <a:chOff x="1440" y="2064"/>
            <a:chExt cx="1200" cy="192"/>
          </a:xfrm>
        </p:grpSpPr>
        <p:grpSp>
          <p:nvGrpSpPr>
            <p:cNvPr id="31856" name="Group 94"/>
            <p:cNvGrpSpPr>
              <a:grpSpLocks/>
            </p:cNvGrpSpPr>
            <p:nvPr/>
          </p:nvGrpSpPr>
          <p:grpSpPr bwMode="auto">
            <a:xfrm>
              <a:off x="1440" y="2064"/>
              <a:ext cx="672" cy="192"/>
              <a:chOff x="2496" y="2160"/>
              <a:chExt cx="768" cy="144"/>
            </a:xfrm>
          </p:grpSpPr>
          <p:sp>
            <p:nvSpPr>
              <p:cNvPr id="3186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186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6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57" name="Group 98"/>
            <p:cNvGrpSpPr>
              <a:grpSpLocks/>
            </p:cNvGrpSpPr>
            <p:nvPr/>
          </p:nvGrpSpPr>
          <p:grpSpPr bwMode="auto">
            <a:xfrm>
              <a:off x="2112" y="2064"/>
              <a:ext cx="528" cy="192"/>
              <a:chOff x="2112" y="2064"/>
              <a:chExt cx="528" cy="192"/>
            </a:xfrm>
          </p:grpSpPr>
          <p:grpSp>
            <p:nvGrpSpPr>
              <p:cNvPr id="31858" name="Group 99"/>
              <p:cNvGrpSpPr>
                <a:grpSpLocks/>
              </p:cNvGrpSpPr>
              <p:nvPr/>
            </p:nvGrpSpPr>
            <p:grpSpPr bwMode="auto">
              <a:xfrm>
                <a:off x="2112" y="2064"/>
                <a:ext cx="528" cy="192"/>
                <a:chOff x="2208" y="2112"/>
                <a:chExt cx="528" cy="144"/>
              </a:xfrm>
            </p:grpSpPr>
            <p:sp>
              <p:nvSpPr>
                <p:cNvPr id="3186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186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59" name="Group 102"/>
              <p:cNvGrpSpPr>
                <a:grpSpLocks/>
              </p:cNvGrpSpPr>
              <p:nvPr/>
            </p:nvGrpSpPr>
            <p:grpSpPr bwMode="auto">
              <a:xfrm>
                <a:off x="2448" y="2064"/>
                <a:ext cx="144" cy="144"/>
                <a:chOff x="2448" y="2064"/>
                <a:chExt cx="144" cy="144"/>
              </a:xfrm>
            </p:grpSpPr>
            <p:sp>
              <p:nvSpPr>
                <p:cNvPr id="3186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6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1770" name="Group 105"/>
          <p:cNvGrpSpPr>
            <a:grpSpLocks/>
          </p:cNvGrpSpPr>
          <p:nvPr/>
        </p:nvGrpSpPr>
        <p:grpSpPr bwMode="auto">
          <a:xfrm>
            <a:off x="2857500" y="3886200"/>
            <a:ext cx="1428750" cy="171450"/>
            <a:chOff x="1440" y="2064"/>
            <a:chExt cx="1200" cy="192"/>
          </a:xfrm>
        </p:grpSpPr>
        <p:grpSp>
          <p:nvGrpSpPr>
            <p:cNvPr id="31845" name="Group 106"/>
            <p:cNvGrpSpPr>
              <a:grpSpLocks/>
            </p:cNvGrpSpPr>
            <p:nvPr/>
          </p:nvGrpSpPr>
          <p:grpSpPr bwMode="auto">
            <a:xfrm>
              <a:off x="1440" y="2064"/>
              <a:ext cx="672" cy="192"/>
              <a:chOff x="2496" y="2160"/>
              <a:chExt cx="768" cy="144"/>
            </a:xfrm>
          </p:grpSpPr>
          <p:sp>
            <p:nvSpPr>
              <p:cNvPr id="3185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185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5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46" name="Group 110"/>
            <p:cNvGrpSpPr>
              <a:grpSpLocks/>
            </p:cNvGrpSpPr>
            <p:nvPr/>
          </p:nvGrpSpPr>
          <p:grpSpPr bwMode="auto">
            <a:xfrm>
              <a:off x="2112" y="2064"/>
              <a:ext cx="528" cy="192"/>
              <a:chOff x="2112" y="2064"/>
              <a:chExt cx="528" cy="192"/>
            </a:xfrm>
          </p:grpSpPr>
          <p:grpSp>
            <p:nvGrpSpPr>
              <p:cNvPr id="31847" name="Group 111"/>
              <p:cNvGrpSpPr>
                <a:grpSpLocks/>
              </p:cNvGrpSpPr>
              <p:nvPr/>
            </p:nvGrpSpPr>
            <p:grpSpPr bwMode="auto">
              <a:xfrm>
                <a:off x="2112" y="2064"/>
                <a:ext cx="528" cy="192"/>
                <a:chOff x="2208" y="2112"/>
                <a:chExt cx="528" cy="144"/>
              </a:xfrm>
            </p:grpSpPr>
            <p:sp>
              <p:nvSpPr>
                <p:cNvPr id="3185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185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48" name="Group 114"/>
              <p:cNvGrpSpPr>
                <a:grpSpLocks/>
              </p:cNvGrpSpPr>
              <p:nvPr/>
            </p:nvGrpSpPr>
            <p:grpSpPr bwMode="auto">
              <a:xfrm>
                <a:off x="2448" y="2064"/>
                <a:ext cx="144" cy="144"/>
                <a:chOff x="2448" y="2064"/>
                <a:chExt cx="144" cy="144"/>
              </a:xfrm>
            </p:grpSpPr>
            <p:sp>
              <p:nvSpPr>
                <p:cNvPr id="3184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5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1771" name="Group 117"/>
          <p:cNvGrpSpPr>
            <a:grpSpLocks/>
          </p:cNvGrpSpPr>
          <p:nvPr/>
        </p:nvGrpSpPr>
        <p:grpSpPr bwMode="auto">
          <a:xfrm>
            <a:off x="2857500" y="4126707"/>
            <a:ext cx="800100" cy="159544"/>
            <a:chOff x="2496" y="2160"/>
            <a:chExt cx="768" cy="144"/>
          </a:xfrm>
        </p:grpSpPr>
        <p:sp>
          <p:nvSpPr>
            <p:cNvPr id="3184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184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4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772" name="Group 121"/>
          <p:cNvGrpSpPr>
            <a:grpSpLocks/>
          </p:cNvGrpSpPr>
          <p:nvPr/>
        </p:nvGrpSpPr>
        <p:grpSpPr bwMode="auto">
          <a:xfrm>
            <a:off x="3657600" y="4126707"/>
            <a:ext cx="628650" cy="159544"/>
            <a:chOff x="2112" y="2064"/>
            <a:chExt cx="528" cy="192"/>
          </a:xfrm>
        </p:grpSpPr>
        <p:grpSp>
          <p:nvGrpSpPr>
            <p:cNvPr id="31836" name="Group 122"/>
            <p:cNvGrpSpPr>
              <a:grpSpLocks/>
            </p:cNvGrpSpPr>
            <p:nvPr/>
          </p:nvGrpSpPr>
          <p:grpSpPr bwMode="auto">
            <a:xfrm>
              <a:off x="2112" y="2064"/>
              <a:ext cx="528" cy="192"/>
              <a:chOff x="2208" y="2112"/>
              <a:chExt cx="528" cy="144"/>
            </a:xfrm>
          </p:grpSpPr>
          <p:sp>
            <p:nvSpPr>
              <p:cNvPr id="3184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184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37" name="Group 125"/>
            <p:cNvGrpSpPr>
              <a:grpSpLocks/>
            </p:cNvGrpSpPr>
            <p:nvPr/>
          </p:nvGrpSpPr>
          <p:grpSpPr bwMode="auto">
            <a:xfrm>
              <a:off x="2448" y="2064"/>
              <a:ext cx="144" cy="144"/>
              <a:chOff x="2448" y="2064"/>
              <a:chExt cx="144" cy="144"/>
            </a:xfrm>
          </p:grpSpPr>
          <p:sp>
            <p:nvSpPr>
              <p:cNvPr id="3183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3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773" name="Group 128"/>
          <p:cNvGrpSpPr>
            <a:grpSpLocks/>
          </p:cNvGrpSpPr>
          <p:nvPr/>
        </p:nvGrpSpPr>
        <p:grpSpPr bwMode="auto">
          <a:xfrm>
            <a:off x="2857500" y="3040857"/>
            <a:ext cx="2228850" cy="159544"/>
            <a:chOff x="1440" y="2256"/>
            <a:chExt cx="1872" cy="192"/>
          </a:xfrm>
        </p:grpSpPr>
        <p:grpSp>
          <p:nvGrpSpPr>
            <p:cNvPr id="31821" name="Group 129"/>
            <p:cNvGrpSpPr>
              <a:grpSpLocks/>
            </p:cNvGrpSpPr>
            <p:nvPr/>
          </p:nvGrpSpPr>
          <p:grpSpPr bwMode="auto">
            <a:xfrm>
              <a:off x="2784" y="2256"/>
              <a:ext cx="528" cy="192"/>
              <a:chOff x="2112" y="2064"/>
              <a:chExt cx="528" cy="192"/>
            </a:xfrm>
          </p:grpSpPr>
          <p:grpSp>
            <p:nvGrpSpPr>
              <p:cNvPr id="31830" name="Group 130"/>
              <p:cNvGrpSpPr>
                <a:grpSpLocks/>
              </p:cNvGrpSpPr>
              <p:nvPr/>
            </p:nvGrpSpPr>
            <p:grpSpPr bwMode="auto">
              <a:xfrm>
                <a:off x="2112" y="2064"/>
                <a:ext cx="528" cy="192"/>
                <a:chOff x="2208" y="2112"/>
                <a:chExt cx="528" cy="144"/>
              </a:xfrm>
            </p:grpSpPr>
            <p:sp>
              <p:nvSpPr>
                <p:cNvPr id="3183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183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31" name="Group 133"/>
              <p:cNvGrpSpPr>
                <a:grpSpLocks/>
              </p:cNvGrpSpPr>
              <p:nvPr/>
            </p:nvGrpSpPr>
            <p:grpSpPr bwMode="auto">
              <a:xfrm>
                <a:off x="2448" y="2064"/>
                <a:ext cx="144" cy="144"/>
                <a:chOff x="2448" y="2064"/>
                <a:chExt cx="144" cy="144"/>
              </a:xfrm>
            </p:grpSpPr>
            <p:sp>
              <p:nvSpPr>
                <p:cNvPr id="3183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3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822" name="Group 136"/>
            <p:cNvGrpSpPr>
              <a:grpSpLocks/>
            </p:cNvGrpSpPr>
            <p:nvPr/>
          </p:nvGrpSpPr>
          <p:grpSpPr bwMode="auto">
            <a:xfrm>
              <a:off x="1440" y="2256"/>
              <a:ext cx="672" cy="192"/>
              <a:chOff x="2496" y="2160"/>
              <a:chExt cx="768" cy="144"/>
            </a:xfrm>
          </p:grpSpPr>
          <p:sp>
            <p:nvSpPr>
              <p:cNvPr id="3182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182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2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23" name="Group 140"/>
            <p:cNvGrpSpPr>
              <a:grpSpLocks/>
            </p:cNvGrpSpPr>
            <p:nvPr/>
          </p:nvGrpSpPr>
          <p:grpSpPr bwMode="auto">
            <a:xfrm>
              <a:off x="2112" y="2256"/>
              <a:ext cx="672" cy="192"/>
              <a:chOff x="2496" y="2160"/>
              <a:chExt cx="768" cy="144"/>
            </a:xfrm>
          </p:grpSpPr>
          <p:sp>
            <p:nvSpPr>
              <p:cNvPr id="3182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182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2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774" name="Group 144"/>
          <p:cNvGrpSpPr>
            <a:grpSpLocks/>
          </p:cNvGrpSpPr>
          <p:nvPr/>
        </p:nvGrpSpPr>
        <p:grpSpPr bwMode="auto">
          <a:xfrm>
            <a:off x="3657600" y="4400550"/>
            <a:ext cx="2228850" cy="171450"/>
            <a:chOff x="1440" y="2256"/>
            <a:chExt cx="1872" cy="192"/>
          </a:xfrm>
        </p:grpSpPr>
        <p:grpSp>
          <p:nvGrpSpPr>
            <p:cNvPr id="31806" name="Group 145"/>
            <p:cNvGrpSpPr>
              <a:grpSpLocks/>
            </p:cNvGrpSpPr>
            <p:nvPr/>
          </p:nvGrpSpPr>
          <p:grpSpPr bwMode="auto">
            <a:xfrm>
              <a:off x="2784" y="2256"/>
              <a:ext cx="528" cy="192"/>
              <a:chOff x="2112" y="2064"/>
              <a:chExt cx="528" cy="192"/>
            </a:xfrm>
          </p:grpSpPr>
          <p:grpSp>
            <p:nvGrpSpPr>
              <p:cNvPr id="31815" name="Group 146"/>
              <p:cNvGrpSpPr>
                <a:grpSpLocks/>
              </p:cNvGrpSpPr>
              <p:nvPr/>
            </p:nvGrpSpPr>
            <p:grpSpPr bwMode="auto">
              <a:xfrm>
                <a:off x="2112" y="2064"/>
                <a:ext cx="528" cy="192"/>
                <a:chOff x="2208" y="2112"/>
                <a:chExt cx="528" cy="144"/>
              </a:xfrm>
            </p:grpSpPr>
            <p:sp>
              <p:nvSpPr>
                <p:cNvPr id="3181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182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1816" name="Group 149"/>
              <p:cNvGrpSpPr>
                <a:grpSpLocks/>
              </p:cNvGrpSpPr>
              <p:nvPr/>
            </p:nvGrpSpPr>
            <p:grpSpPr bwMode="auto">
              <a:xfrm>
                <a:off x="2448" y="2064"/>
                <a:ext cx="144" cy="144"/>
                <a:chOff x="2448" y="2064"/>
                <a:chExt cx="144" cy="144"/>
              </a:xfrm>
            </p:grpSpPr>
            <p:sp>
              <p:nvSpPr>
                <p:cNvPr id="3181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1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807" name="Group 152"/>
            <p:cNvGrpSpPr>
              <a:grpSpLocks/>
            </p:cNvGrpSpPr>
            <p:nvPr/>
          </p:nvGrpSpPr>
          <p:grpSpPr bwMode="auto">
            <a:xfrm>
              <a:off x="1440" y="2256"/>
              <a:ext cx="672" cy="192"/>
              <a:chOff x="2496" y="2160"/>
              <a:chExt cx="768" cy="144"/>
            </a:xfrm>
          </p:grpSpPr>
          <p:sp>
            <p:nvSpPr>
              <p:cNvPr id="3181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181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1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1808" name="Group 156"/>
            <p:cNvGrpSpPr>
              <a:grpSpLocks/>
            </p:cNvGrpSpPr>
            <p:nvPr/>
          </p:nvGrpSpPr>
          <p:grpSpPr bwMode="auto">
            <a:xfrm>
              <a:off x="2112" y="2256"/>
              <a:ext cx="672" cy="192"/>
              <a:chOff x="2496" y="2160"/>
              <a:chExt cx="768" cy="144"/>
            </a:xfrm>
          </p:grpSpPr>
          <p:sp>
            <p:nvSpPr>
              <p:cNvPr id="3180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181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1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1775" name="Group 160"/>
          <p:cNvGrpSpPr>
            <a:grpSpLocks/>
          </p:cNvGrpSpPr>
          <p:nvPr/>
        </p:nvGrpSpPr>
        <p:grpSpPr bwMode="auto">
          <a:xfrm>
            <a:off x="2857500" y="4400550"/>
            <a:ext cx="800100" cy="171450"/>
            <a:chOff x="2496" y="2160"/>
            <a:chExt cx="768" cy="144"/>
          </a:xfrm>
        </p:grpSpPr>
        <p:sp>
          <p:nvSpPr>
            <p:cNvPr id="3180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180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80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177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177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177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177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178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8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1782" name="AutoShape 170"/>
          <p:cNvSpPr>
            <a:spLocks noChangeArrowheads="1"/>
          </p:cNvSpPr>
          <p:nvPr/>
        </p:nvSpPr>
        <p:spPr bwMode="auto">
          <a:xfrm>
            <a:off x="314325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1783" name="Group 174"/>
          <p:cNvGrpSpPr>
            <a:grpSpLocks/>
          </p:cNvGrpSpPr>
          <p:nvPr/>
        </p:nvGrpSpPr>
        <p:grpSpPr bwMode="auto">
          <a:xfrm>
            <a:off x="6053138" y="342900"/>
            <a:ext cx="1943100" cy="1943100"/>
            <a:chOff x="2784" y="96"/>
            <a:chExt cx="1632" cy="1680"/>
          </a:xfrm>
        </p:grpSpPr>
        <p:sp>
          <p:nvSpPr>
            <p:cNvPr id="31785" name="Oval 175"/>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1786" name="Oval 176"/>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1787" name="Oval 177"/>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1788" name="Oval 178"/>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1789" name="Oval 179"/>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1790" name="Oval 180"/>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1791" name="Oval 181"/>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1792" name="Line 182"/>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3" name="Line 183"/>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4" name="Line 184"/>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5" name="Line 185"/>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6" name="Line 186"/>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7" name="Line 187"/>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798" name="Oval 188"/>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1799" name="Line 189"/>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00" name="Line 190"/>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01" name="Line 191"/>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1802" name="Line 192"/>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2"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9860413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F0BF04A0-0127-909A-D4C9-DD939812888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F0BF04A0-0127-909A-D4C9-DD939812888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2770" name="Group 21"/>
          <p:cNvGrpSpPr>
            <a:grpSpLocks/>
          </p:cNvGrpSpPr>
          <p:nvPr/>
        </p:nvGrpSpPr>
        <p:grpSpPr bwMode="auto">
          <a:xfrm>
            <a:off x="1524001" y="2520554"/>
            <a:ext cx="1079897" cy="258365"/>
            <a:chOff x="288" y="2016"/>
            <a:chExt cx="816" cy="192"/>
          </a:xfrm>
        </p:grpSpPr>
        <p:sp>
          <p:nvSpPr>
            <p:cNvPr id="3294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294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277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277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2773" name="Group 26"/>
          <p:cNvGrpSpPr>
            <a:grpSpLocks/>
          </p:cNvGrpSpPr>
          <p:nvPr/>
        </p:nvGrpSpPr>
        <p:grpSpPr bwMode="auto">
          <a:xfrm>
            <a:off x="1524001" y="3036094"/>
            <a:ext cx="1079897" cy="258366"/>
            <a:chOff x="288" y="2016"/>
            <a:chExt cx="816" cy="192"/>
          </a:xfrm>
        </p:grpSpPr>
        <p:sp>
          <p:nvSpPr>
            <p:cNvPr id="3293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293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774" name="Group 29"/>
          <p:cNvGrpSpPr>
            <a:grpSpLocks/>
          </p:cNvGrpSpPr>
          <p:nvPr/>
        </p:nvGrpSpPr>
        <p:grpSpPr bwMode="auto">
          <a:xfrm>
            <a:off x="1524001" y="3294460"/>
            <a:ext cx="1079897" cy="258365"/>
            <a:chOff x="288" y="2016"/>
            <a:chExt cx="816" cy="192"/>
          </a:xfrm>
        </p:grpSpPr>
        <p:sp>
          <p:nvSpPr>
            <p:cNvPr id="3293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293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775" name="Group 32"/>
          <p:cNvGrpSpPr>
            <a:grpSpLocks/>
          </p:cNvGrpSpPr>
          <p:nvPr/>
        </p:nvGrpSpPr>
        <p:grpSpPr bwMode="auto">
          <a:xfrm>
            <a:off x="1524001" y="3552825"/>
            <a:ext cx="1079897" cy="257175"/>
            <a:chOff x="288" y="2016"/>
            <a:chExt cx="816" cy="192"/>
          </a:xfrm>
        </p:grpSpPr>
        <p:sp>
          <p:nvSpPr>
            <p:cNvPr id="3293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293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776" name="Group 35"/>
          <p:cNvGrpSpPr>
            <a:grpSpLocks/>
          </p:cNvGrpSpPr>
          <p:nvPr/>
        </p:nvGrpSpPr>
        <p:grpSpPr bwMode="auto">
          <a:xfrm>
            <a:off x="1524001" y="3810000"/>
            <a:ext cx="1079897" cy="258366"/>
            <a:chOff x="288" y="2016"/>
            <a:chExt cx="816" cy="192"/>
          </a:xfrm>
        </p:grpSpPr>
        <p:sp>
          <p:nvSpPr>
            <p:cNvPr id="3293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293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777" name="Group 38"/>
          <p:cNvGrpSpPr>
            <a:grpSpLocks/>
          </p:cNvGrpSpPr>
          <p:nvPr/>
        </p:nvGrpSpPr>
        <p:grpSpPr bwMode="auto">
          <a:xfrm>
            <a:off x="1524001" y="4325542"/>
            <a:ext cx="1079897" cy="258365"/>
            <a:chOff x="288" y="2016"/>
            <a:chExt cx="816" cy="192"/>
          </a:xfrm>
        </p:grpSpPr>
        <p:sp>
          <p:nvSpPr>
            <p:cNvPr id="3293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293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778" name="Group 41"/>
          <p:cNvGrpSpPr>
            <a:grpSpLocks/>
          </p:cNvGrpSpPr>
          <p:nvPr/>
        </p:nvGrpSpPr>
        <p:grpSpPr bwMode="auto">
          <a:xfrm>
            <a:off x="1524001" y="4068366"/>
            <a:ext cx="1079897" cy="257175"/>
            <a:chOff x="288" y="2016"/>
            <a:chExt cx="816" cy="192"/>
          </a:xfrm>
        </p:grpSpPr>
        <p:sp>
          <p:nvSpPr>
            <p:cNvPr id="3292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292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277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3</a:t>
            </a: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278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78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2789" name="Group 54"/>
          <p:cNvGrpSpPr>
            <a:grpSpLocks/>
          </p:cNvGrpSpPr>
          <p:nvPr/>
        </p:nvGrpSpPr>
        <p:grpSpPr bwMode="auto">
          <a:xfrm>
            <a:off x="2857500" y="3612357"/>
            <a:ext cx="1428750" cy="159544"/>
            <a:chOff x="1440" y="2064"/>
            <a:chExt cx="1200" cy="192"/>
          </a:xfrm>
        </p:grpSpPr>
        <p:grpSp>
          <p:nvGrpSpPr>
            <p:cNvPr id="32917" name="Group 55"/>
            <p:cNvGrpSpPr>
              <a:grpSpLocks/>
            </p:cNvGrpSpPr>
            <p:nvPr/>
          </p:nvGrpSpPr>
          <p:grpSpPr bwMode="auto">
            <a:xfrm>
              <a:off x="1440" y="2064"/>
              <a:ext cx="672" cy="192"/>
              <a:chOff x="2496" y="2160"/>
              <a:chExt cx="768" cy="144"/>
            </a:xfrm>
          </p:grpSpPr>
          <p:sp>
            <p:nvSpPr>
              <p:cNvPr id="3292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292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92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918" name="Group 59"/>
            <p:cNvGrpSpPr>
              <a:grpSpLocks/>
            </p:cNvGrpSpPr>
            <p:nvPr/>
          </p:nvGrpSpPr>
          <p:grpSpPr bwMode="auto">
            <a:xfrm>
              <a:off x="2112" y="2064"/>
              <a:ext cx="528" cy="192"/>
              <a:chOff x="2112" y="2064"/>
              <a:chExt cx="528" cy="192"/>
            </a:xfrm>
          </p:grpSpPr>
          <p:grpSp>
            <p:nvGrpSpPr>
              <p:cNvPr id="32919" name="Group 60"/>
              <p:cNvGrpSpPr>
                <a:grpSpLocks/>
              </p:cNvGrpSpPr>
              <p:nvPr/>
            </p:nvGrpSpPr>
            <p:grpSpPr bwMode="auto">
              <a:xfrm>
                <a:off x="2112" y="2064"/>
                <a:ext cx="528" cy="192"/>
                <a:chOff x="2208" y="2112"/>
                <a:chExt cx="528" cy="144"/>
              </a:xfrm>
            </p:grpSpPr>
            <p:sp>
              <p:nvSpPr>
                <p:cNvPr id="3292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292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920" name="Group 63"/>
              <p:cNvGrpSpPr>
                <a:grpSpLocks/>
              </p:cNvGrpSpPr>
              <p:nvPr/>
            </p:nvGrpSpPr>
            <p:grpSpPr bwMode="auto">
              <a:xfrm>
                <a:off x="2448" y="2064"/>
                <a:ext cx="144" cy="144"/>
                <a:chOff x="2448" y="2064"/>
                <a:chExt cx="144" cy="144"/>
              </a:xfrm>
            </p:grpSpPr>
            <p:sp>
              <p:nvSpPr>
                <p:cNvPr id="3292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92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2790" name="Group 66"/>
          <p:cNvGrpSpPr>
            <a:grpSpLocks/>
          </p:cNvGrpSpPr>
          <p:nvPr/>
        </p:nvGrpSpPr>
        <p:grpSpPr bwMode="auto">
          <a:xfrm>
            <a:off x="2857500" y="2800350"/>
            <a:ext cx="2228850" cy="171450"/>
            <a:chOff x="1440" y="2256"/>
            <a:chExt cx="1872" cy="192"/>
          </a:xfrm>
        </p:grpSpPr>
        <p:grpSp>
          <p:nvGrpSpPr>
            <p:cNvPr id="32902" name="Group 67"/>
            <p:cNvGrpSpPr>
              <a:grpSpLocks/>
            </p:cNvGrpSpPr>
            <p:nvPr/>
          </p:nvGrpSpPr>
          <p:grpSpPr bwMode="auto">
            <a:xfrm>
              <a:off x="2784" y="2256"/>
              <a:ext cx="528" cy="192"/>
              <a:chOff x="2112" y="2064"/>
              <a:chExt cx="528" cy="192"/>
            </a:xfrm>
          </p:grpSpPr>
          <p:grpSp>
            <p:nvGrpSpPr>
              <p:cNvPr id="32911" name="Group 68"/>
              <p:cNvGrpSpPr>
                <a:grpSpLocks/>
              </p:cNvGrpSpPr>
              <p:nvPr/>
            </p:nvGrpSpPr>
            <p:grpSpPr bwMode="auto">
              <a:xfrm>
                <a:off x="2112" y="2064"/>
                <a:ext cx="528" cy="192"/>
                <a:chOff x="2208" y="2112"/>
                <a:chExt cx="528" cy="144"/>
              </a:xfrm>
            </p:grpSpPr>
            <p:sp>
              <p:nvSpPr>
                <p:cNvPr id="3291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291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912" name="Group 71"/>
              <p:cNvGrpSpPr>
                <a:grpSpLocks/>
              </p:cNvGrpSpPr>
              <p:nvPr/>
            </p:nvGrpSpPr>
            <p:grpSpPr bwMode="auto">
              <a:xfrm>
                <a:off x="2448" y="2064"/>
                <a:ext cx="144" cy="144"/>
                <a:chOff x="2448" y="2064"/>
                <a:chExt cx="144" cy="144"/>
              </a:xfrm>
            </p:grpSpPr>
            <p:sp>
              <p:nvSpPr>
                <p:cNvPr id="3291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91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903" name="Group 74"/>
            <p:cNvGrpSpPr>
              <a:grpSpLocks/>
            </p:cNvGrpSpPr>
            <p:nvPr/>
          </p:nvGrpSpPr>
          <p:grpSpPr bwMode="auto">
            <a:xfrm>
              <a:off x="1440" y="2256"/>
              <a:ext cx="672" cy="192"/>
              <a:chOff x="2496" y="2160"/>
              <a:chExt cx="768" cy="144"/>
            </a:xfrm>
          </p:grpSpPr>
          <p:sp>
            <p:nvSpPr>
              <p:cNvPr id="3290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290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91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904" name="Group 78"/>
            <p:cNvGrpSpPr>
              <a:grpSpLocks/>
            </p:cNvGrpSpPr>
            <p:nvPr/>
          </p:nvGrpSpPr>
          <p:grpSpPr bwMode="auto">
            <a:xfrm>
              <a:off x="2112" y="2256"/>
              <a:ext cx="672" cy="192"/>
              <a:chOff x="2496" y="2160"/>
              <a:chExt cx="768" cy="144"/>
            </a:xfrm>
          </p:grpSpPr>
          <p:sp>
            <p:nvSpPr>
              <p:cNvPr id="3290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290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90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791" name="Group 82"/>
          <p:cNvGrpSpPr>
            <a:grpSpLocks/>
          </p:cNvGrpSpPr>
          <p:nvPr/>
        </p:nvGrpSpPr>
        <p:grpSpPr bwMode="auto">
          <a:xfrm>
            <a:off x="2857500" y="3326607"/>
            <a:ext cx="800100" cy="159544"/>
            <a:chOff x="2496" y="2160"/>
            <a:chExt cx="768" cy="144"/>
          </a:xfrm>
        </p:grpSpPr>
        <p:sp>
          <p:nvSpPr>
            <p:cNvPr id="3289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290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90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792" name="Group 86"/>
          <p:cNvGrpSpPr>
            <a:grpSpLocks/>
          </p:cNvGrpSpPr>
          <p:nvPr/>
        </p:nvGrpSpPr>
        <p:grpSpPr bwMode="auto">
          <a:xfrm>
            <a:off x="3657600" y="3326607"/>
            <a:ext cx="628650" cy="159544"/>
            <a:chOff x="2112" y="2064"/>
            <a:chExt cx="528" cy="192"/>
          </a:xfrm>
        </p:grpSpPr>
        <p:grpSp>
          <p:nvGrpSpPr>
            <p:cNvPr id="32893" name="Group 87"/>
            <p:cNvGrpSpPr>
              <a:grpSpLocks/>
            </p:cNvGrpSpPr>
            <p:nvPr/>
          </p:nvGrpSpPr>
          <p:grpSpPr bwMode="auto">
            <a:xfrm>
              <a:off x="2112" y="2064"/>
              <a:ext cx="528" cy="192"/>
              <a:chOff x="2208" y="2112"/>
              <a:chExt cx="528" cy="144"/>
            </a:xfrm>
          </p:grpSpPr>
          <p:sp>
            <p:nvSpPr>
              <p:cNvPr id="3289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289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94" name="Group 90"/>
            <p:cNvGrpSpPr>
              <a:grpSpLocks/>
            </p:cNvGrpSpPr>
            <p:nvPr/>
          </p:nvGrpSpPr>
          <p:grpSpPr bwMode="auto">
            <a:xfrm>
              <a:off x="2448" y="2064"/>
              <a:ext cx="144" cy="144"/>
              <a:chOff x="2448" y="2064"/>
              <a:chExt cx="144" cy="144"/>
            </a:xfrm>
          </p:grpSpPr>
          <p:sp>
            <p:nvSpPr>
              <p:cNvPr id="3289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9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793" name="Group 93"/>
          <p:cNvGrpSpPr>
            <a:grpSpLocks/>
          </p:cNvGrpSpPr>
          <p:nvPr/>
        </p:nvGrpSpPr>
        <p:grpSpPr bwMode="auto">
          <a:xfrm>
            <a:off x="2857500" y="2571750"/>
            <a:ext cx="1428750" cy="171450"/>
            <a:chOff x="1440" y="2064"/>
            <a:chExt cx="1200" cy="192"/>
          </a:xfrm>
        </p:grpSpPr>
        <p:grpSp>
          <p:nvGrpSpPr>
            <p:cNvPr id="32882" name="Group 94"/>
            <p:cNvGrpSpPr>
              <a:grpSpLocks/>
            </p:cNvGrpSpPr>
            <p:nvPr/>
          </p:nvGrpSpPr>
          <p:grpSpPr bwMode="auto">
            <a:xfrm>
              <a:off x="1440" y="2064"/>
              <a:ext cx="672" cy="192"/>
              <a:chOff x="2496" y="2160"/>
              <a:chExt cx="768" cy="144"/>
            </a:xfrm>
          </p:grpSpPr>
          <p:sp>
            <p:nvSpPr>
              <p:cNvPr id="3289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289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9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883" name="Group 98"/>
            <p:cNvGrpSpPr>
              <a:grpSpLocks/>
            </p:cNvGrpSpPr>
            <p:nvPr/>
          </p:nvGrpSpPr>
          <p:grpSpPr bwMode="auto">
            <a:xfrm>
              <a:off x="2112" y="2064"/>
              <a:ext cx="528" cy="192"/>
              <a:chOff x="2112" y="2064"/>
              <a:chExt cx="528" cy="192"/>
            </a:xfrm>
          </p:grpSpPr>
          <p:grpSp>
            <p:nvGrpSpPr>
              <p:cNvPr id="32884" name="Group 99"/>
              <p:cNvGrpSpPr>
                <a:grpSpLocks/>
              </p:cNvGrpSpPr>
              <p:nvPr/>
            </p:nvGrpSpPr>
            <p:grpSpPr bwMode="auto">
              <a:xfrm>
                <a:off x="2112" y="2064"/>
                <a:ext cx="528" cy="192"/>
                <a:chOff x="2208" y="2112"/>
                <a:chExt cx="528" cy="144"/>
              </a:xfrm>
            </p:grpSpPr>
            <p:sp>
              <p:nvSpPr>
                <p:cNvPr id="3288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288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85" name="Group 102"/>
              <p:cNvGrpSpPr>
                <a:grpSpLocks/>
              </p:cNvGrpSpPr>
              <p:nvPr/>
            </p:nvGrpSpPr>
            <p:grpSpPr bwMode="auto">
              <a:xfrm>
                <a:off x="2448" y="2064"/>
                <a:ext cx="144" cy="144"/>
                <a:chOff x="2448" y="2064"/>
                <a:chExt cx="144" cy="144"/>
              </a:xfrm>
            </p:grpSpPr>
            <p:sp>
              <p:nvSpPr>
                <p:cNvPr id="3288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8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2794" name="Group 105"/>
          <p:cNvGrpSpPr>
            <a:grpSpLocks/>
          </p:cNvGrpSpPr>
          <p:nvPr/>
        </p:nvGrpSpPr>
        <p:grpSpPr bwMode="auto">
          <a:xfrm>
            <a:off x="2857500" y="3886200"/>
            <a:ext cx="1428750" cy="171450"/>
            <a:chOff x="1440" y="2064"/>
            <a:chExt cx="1200" cy="192"/>
          </a:xfrm>
        </p:grpSpPr>
        <p:grpSp>
          <p:nvGrpSpPr>
            <p:cNvPr id="32871" name="Group 106"/>
            <p:cNvGrpSpPr>
              <a:grpSpLocks/>
            </p:cNvGrpSpPr>
            <p:nvPr/>
          </p:nvGrpSpPr>
          <p:grpSpPr bwMode="auto">
            <a:xfrm>
              <a:off x="1440" y="2064"/>
              <a:ext cx="672" cy="192"/>
              <a:chOff x="2496" y="2160"/>
              <a:chExt cx="768" cy="144"/>
            </a:xfrm>
          </p:grpSpPr>
          <p:sp>
            <p:nvSpPr>
              <p:cNvPr id="3287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288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8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872" name="Group 110"/>
            <p:cNvGrpSpPr>
              <a:grpSpLocks/>
            </p:cNvGrpSpPr>
            <p:nvPr/>
          </p:nvGrpSpPr>
          <p:grpSpPr bwMode="auto">
            <a:xfrm>
              <a:off x="2112" y="2064"/>
              <a:ext cx="528" cy="192"/>
              <a:chOff x="2112" y="2064"/>
              <a:chExt cx="528" cy="192"/>
            </a:xfrm>
          </p:grpSpPr>
          <p:grpSp>
            <p:nvGrpSpPr>
              <p:cNvPr id="32873" name="Group 111"/>
              <p:cNvGrpSpPr>
                <a:grpSpLocks/>
              </p:cNvGrpSpPr>
              <p:nvPr/>
            </p:nvGrpSpPr>
            <p:grpSpPr bwMode="auto">
              <a:xfrm>
                <a:off x="2112" y="2064"/>
                <a:ext cx="528" cy="192"/>
                <a:chOff x="2208" y="2112"/>
                <a:chExt cx="528" cy="144"/>
              </a:xfrm>
            </p:grpSpPr>
            <p:sp>
              <p:nvSpPr>
                <p:cNvPr id="3287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287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74" name="Group 114"/>
              <p:cNvGrpSpPr>
                <a:grpSpLocks/>
              </p:cNvGrpSpPr>
              <p:nvPr/>
            </p:nvGrpSpPr>
            <p:grpSpPr bwMode="auto">
              <a:xfrm>
                <a:off x="2448" y="2064"/>
                <a:ext cx="144" cy="144"/>
                <a:chOff x="2448" y="2064"/>
                <a:chExt cx="144" cy="144"/>
              </a:xfrm>
            </p:grpSpPr>
            <p:sp>
              <p:nvSpPr>
                <p:cNvPr id="3287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7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2795" name="Group 117"/>
          <p:cNvGrpSpPr>
            <a:grpSpLocks/>
          </p:cNvGrpSpPr>
          <p:nvPr/>
        </p:nvGrpSpPr>
        <p:grpSpPr bwMode="auto">
          <a:xfrm>
            <a:off x="2857500" y="4126707"/>
            <a:ext cx="800100" cy="159544"/>
            <a:chOff x="2496" y="2160"/>
            <a:chExt cx="768" cy="144"/>
          </a:xfrm>
        </p:grpSpPr>
        <p:sp>
          <p:nvSpPr>
            <p:cNvPr id="3286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286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7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796" name="Group 121"/>
          <p:cNvGrpSpPr>
            <a:grpSpLocks/>
          </p:cNvGrpSpPr>
          <p:nvPr/>
        </p:nvGrpSpPr>
        <p:grpSpPr bwMode="auto">
          <a:xfrm>
            <a:off x="3657600" y="4126707"/>
            <a:ext cx="628650" cy="159544"/>
            <a:chOff x="2112" y="2064"/>
            <a:chExt cx="528" cy="192"/>
          </a:xfrm>
        </p:grpSpPr>
        <p:grpSp>
          <p:nvGrpSpPr>
            <p:cNvPr id="32862" name="Group 122"/>
            <p:cNvGrpSpPr>
              <a:grpSpLocks/>
            </p:cNvGrpSpPr>
            <p:nvPr/>
          </p:nvGrpSpPr>
          <p:grpSpPr bwMode="auto">
            <a:xfrm>
              <a:off x="2112" y="2064"/>
              <a:ext cx="528" cy="192"/>
              <a:chOff x="2208" y="2112"/>
              <a:chExt cx="528" cy="144"/>
            </a:xfrm>
          </p:grpSpPr>
          <p:sp>
            <p:nvSpPr>
              <p:cNvPr id="3286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286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63" name="Group 125"/>
            <p:cNvGrpSpPr>
              <a:grpSpLocks/>
            </p:cNvGrpSpPr>
            <p:nvPr/>
          </p:nvGrpSpPr>
          <p:grpSpPr bwMode="auto">
            <a:xfrm>
              <a:off x="2448" y="2064"/>
              <a:ext cx="144" cy="144"/>
              <a:chOff x="2448" y="2064"/>
              <a:chExt cx="144" cy="144"/>
            </a:xfrm>
          </p:grpSpPr>
          <p:sp>
            <p:nvSpPr>
              <p:cNvPr id="3286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6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797" name="Group 128"/>
          <p:cNvGrpSpPr>
            <a:grpSpLocks/>
          </p:cNvGrpSpPr>
          <p:nvPr/>
        </p:nvGrpSpPr>
        <p:grpSpPr bwMode="auto">
          <a:xfrm>
            <a:off x="2857500" y="3040857"/>
            <a:ext cx="2228850" cy="159544"/>
            <a:chOff x="1440" y="2256"/>
            <a:chExt cx="1872" cy="192"/>
          </a:xfrm>
        </p:grpSpPr>
        <p:grpSp>
          <p:nvGrpSpPr>
            <p:cNvPr id="32847" name="Group 129"/>
            <p:cNvGrpSpPr>
              <a:grpSpLocks/>
            </p:cNvGrpSpPr>
            <p:nvPr/>
          </p:nvGrpSpPr>
          <p:grpSpPr bwMode="auto">
            <a:xfrm>
              <a:off x="2784" y="2256"/>
              <a:ext cx="528" cy="192"/>
              <a:chOff x="2112" y="2064"/>
              <a:chExt cx="528" cy="192"/>
            </a:xfrm>
          </p:grpSpPr>
          <p:grpSp>
            <p:nvGrpSpPr>
              <p:cNvPr id="32856" name="Group 130"/>
              <p:cNvGrpSpPr>
                <a:grpSpLocks/>
              </p:cNvGrpSpPr>
              <p:nvPr/>
            </p:nvGrpSpPr>
            <p:grpSpPr bwMode="auto">
              <a:xfrm>
                <a:off x="2112" y="2064"/>
                <a:ext cx="528" cy="192"/>
                <a:chOff x="2208" y="2112"/>
                <a:chExt cx="528" cy="144"/>
              </a:xfrm>
            </p:grpSpPr>
            <p:sp>
              <p:nvSpPr>
                <p:cNvPr id="3286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286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57" name="Group 133"/>
              <p:cNvGrpSpPr>
                <a:grpSpLocks/>
              </p:cNvGrpSpPr>
              <p:nvPr/>
            </p:nvGrpSpPr>
            <p:grpSpPr bwMode="auto">
              <a:xfrm>
                <a:off x="2448" y="2064"/>
                <a:ext cx="144" cy="144"/>
                <a:chOff x="2448" y="2064"/>
                <a:chExt cx="144" cy="144"/>
              </a:xfrm>
            </p:grpSpPr>
            <p:sp>
              <p:nvSpPr>
                <p:cNvPr id="3285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5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848" name="Group 136"/>
            <p:cNvGrpSpPr>
              <a:grpSpLocks/>
            </p:cNvGrpSpPr>
            <p:nvPr/>
          </p:nvGrpSpPr>
          <p:grpSpPr bwMode="auto">
            <a:xfrm>
              <a:off x="1440" y="2256"/>
              <a:ext cx="672" cy="192"/>
              <a:chOff x="2496" y="2160"/>
              <a:chExt cx="768" cy="144"/>
            </a:xfrm>
          </p:grpSpPr>
          <p:sp>
            <p:nvSpPr>
              <p:cNvPr id="3285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285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5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849" name="Group 140"/>
            <p:cNvGrpSpPr>
              <a:grpSpLocks/>
            </p:cNvGrpSpPr>
            <p:nvPr/>
          </p:nvGrpSpPr>
          <p:grpSpPr bwMode="auto">
            <a:xfrm>
              <a:off x="2112" y="2256"/>
              <a:ext cx="672" cy="192"/>
              <a:chOff x="2496" y="2160"/>
              <a:chExt cx="768" cy="144"/>
            </a:xfrm>
          </p:grpSpPr>
          <p:sp>
            <p:nvSpPr>
              <p:cNvPr id="3285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285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5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798" name="Group 144"/>
          <p:cNvGrpSpPr>
            <a:grpSpLocks/>
          </p:cNvGrpSpPr>
          <p:nvPr/>
        </p:nvGrpSpPr>
        <p:grpSpPr bwMode="auto">
          <a:xfrm>
            <a:off x="3657600" y="4400550"/>
            <a:ext cx="2228850" cy="171450"/>
            <a:chOff x="1440" y="2256"/>
            <a:chExt cx="1872" cy="192"/>
          </a:xfrm>
        </p:grpSpPr>
        <p:grpSp>
          <p:nvGrpSpPr>
            <p:cNvPr id="32832" name="Group 145"/>
            <p:cNvGrpSpPr>
              <a:grpSpLocks/>
            </p:cNvGrpSpPr>
            <p:nvPr/>
          </p:nvGrpSpPr>
          <p:grpSpPr bwMode="auto">
            <a:xfrm>
              <a:off x="2784" y="2256"/>
              <a:ext cx="528" cy="192"/>
              <a:chOff x="2112" y="2064"/>
              <a:chExt cx="528" cy="192"/>
            </a:xfrm>
          </p:grpSpPr>
          <p:grpSp>
            <p:nvGrpSpPr>
              <p:cNvPr id="32841" name="Group 146"/>
              <p:cNvGrpSpPr>
                <a:grpSpLocks/>
              </p:cNvGrpSpPr>
              <p:nvPr/>
            </p:nvGrpSpPr>
            <p:grpSpPr bwMode="auto">
              <a:xfrm>
                <a:off x="2112" y="2064"/>
                <a:ext cx="528" cy="192"/>
                <a:chOff x="2208" y="2112"/>
                <a:chExt cx="528" cy="144"/>
              </a:xfrm>
            </p:grpSpPr>
            <p:sp>
              <p:nvSpPr>
                <p:cNvPr id="3284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284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2842" name="Group 149"/>
              <p:cNvGrpSpPr>
                <a:grpSpLocks/>
              </p:cNvGrpSpPr>
              <p:nvPr/>
            </p:nvGrpSpPr>
            <p:grpSpPr bwMode="auto">
              <a:xfrm>
                <a:off x="2448" y="2064"/>
                <a:ext cx="144" cy="144"/>
                <a:chOff x="2448" y="2064"/>
                <a:chExt cx="144" cy="144"/>
              </a:xfrm>
            </p:grpSpPr>
            <p:sp>
              <p:nvSpPr>
                <p:cNvPr id="3284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4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833" name="Group 152"/>
            <p:cNvGrpSpPr>
              <a:grpSpLocks/>
            </p:cNvGrpSpPr>
            <p:nvPr/>
          </p:nvGrpSpPr>
          <p:grpSpPr bwMode="auto">
            <a:xfrm>
              <a:off x="1440" y="2256"/>
              <a:ext cx="672" cy="192"/>
              <a:chOff x="2496" y="2160"/>
              <a:chExt cx="768" cy="144"/>
            </a:xfrm>
          </p:grpSpPr>
          <p:sp>
            <p:nvSpPr>
              <p:cNvPr id="3283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283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4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2834" name="Group 156"/>
            <p:cNvGrpSpPr>
              <a:grpSpLocks/>
            </p:cNvGrpSpPr>
            <p:nvPr/>
          </p:nvGrpSpPr>
          <p:grpSpPr bwMode="auto">
            <a:xfrm>
              <a:off x="2112" y="2256"/>
              <a:ext cx="672" cy="192"/>
              <a:chOff x="2496" y="2160"/>
              <a:chExt cx="768" cy="144"/>
            </a:xfrm>
          </p:grpSpPr>
          <p:sp>
            <p:nvSpPr>
              <p:cNvPr id="3283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283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3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2799" name="Group 160"/>
          <p:cNvGrpSpPr>
            <a:grpSpLocks/>
          </p:cNvGrpSpPr>
          <p:nvPr/>
        </p:nvGrpSpPr>
        <p:grpSpPr bwMode="auto">
          <a:xfrm>
            <a:off x="2857500" y="4400550"/>
            <a:ext cx="800100" cy="171450"/>
            <a:chOff x="2496" y="2160"/>
            <a:chExt cx="768" cy="144"/>
          </a:xfrm>
        </p:grpSpPr>
        <p:sp>
          <p:nvSpPr>
            <p:cNvPr id="3282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283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3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280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280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280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03"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280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0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280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280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280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2809" name="Group 176"/>
          <p:cNvGrpSpPr>
            <a:grpSpLocks/>
          </p:cNvGrpSpPr>
          <p:nvPr/>
        </p:nvGrpSpPr>
        <p:grpSpPr bwMode="auto">
          <a:xfrm>
            <a:off x="6053138" y="342900"/>
            <a:ext cx="1943100" cy="1943100"/>
            <a:chOff x="2784" y="96"/>
            <a:chExt cx="1632" cy="1680"/>
          </a:xfrm>
        </p:grpSpPr>
        <p:sp>
          <p:nvSpPr>
            <p:cNvPr id="32811" name="Oval 17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2812" name="Oval 17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2813" name="Oval 17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2814" name="Oval 18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2815" name="Oval 18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2816" name="Oval 18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2817" name="Oval 18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2818" name="Line 18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19" name="Line 18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0" name="Line 18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1" name="Line 18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2" name="Line 18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3" name="Line 18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4" name="Oval 19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2825" name="Line 19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6" name="Line 19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7" name="Line 19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2828" name="Line 19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600544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F25ADDA5-5E92-41D2-EF1C-AF4C592DF37A}"/>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F25ADDA5-5E92-41D2-EF1C-AF4C592DF37A}"/>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3794" name="Group 21"/>
          <p:cNvGrpSpPr>
            <a:grpSpLocks/>
          </p:cNvGrpSpPr>
          <p:nvPr/>
        </p:nvGrpSpPr>
        <p:grpSpPr bwMode="auto">
          <a:xfrm>
            <a:off x="1524001" y="2520554"/>
            <a:ext cx="1079897" cy="258365"/>
            <a:chOff x="288" y="2016"/>
            <a:chExt cx="816" cy="192"/>
          </a:xfrm>
        </p:grpSpPr>
        <p:sp>
          <p:nvSpPr>
            <p:cNvPr id="3396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396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379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379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3797" name="Group 26"/>
          <p:cNvGrpSpPr>
            <a:grpSpLocks/>
          </p:cNvGrpSpPr>
          <p:nvPr/>
        </p:nvGrpSpPr>
        <p:grpSpPr bwMode="auto">
          <a:xfrm>
            <a:off x="1524001" y="3036094"/>
            <a:ext cx="1079897" cy="258366"/>
            <a:chOff x="288" y="2016"/>
            <a:chExt cx="816" cy="192"/>
          </a:xfrm>
        </p:grpSpPr>
        <p:sp>
          <p:nvSpPr>
            <p:cNvPr id="3396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396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798" name="Group 29"/>
          <p:cNvGrpSpPr>
            <a:grpSpLocks/>
          </p:cNvGrpSpPr>
          <p:nvPr/>
        </p:nvGrpSpPr>
        <p:grpSpPr bwMode="auto">
          <a:xfrm>
            <a:off x="1524001" y="3294460"/>
            <a:ext cx="1079897" cy="258365"/>
            <a:chOff x="288" y="2016"/>
            <a:chExt cx="816" cy="192"/>
          </a:xfrm>
        </p:grpSpPr>
        <p:sp>
          <p:nvSpPr>
            <p:cNvPr id="3396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396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799" name="Group 32"/>
          <p:cNvGrpSpPr>
            <a:grpSpLocks/>
          </p:cNvGrpSpPr>
          <p:nvPr/>
        </p:nvGrpSpPr>
        <p:grpSpPr bwMode="auto">
          <a:xfrm>
            <a:off x="1524001" y="3552825"/>
            <a:ext cx="1079897" cy="257175"/>
            <a:chOff x="288" y="2016"/>
            <a:chExt cx="816" cy="192"/>
          </a:xfrm>
        </p:grpSpPr>
        <p:sp>
          <p:nvSpPr>
            <p:cNvPr id="3395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395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00" name="Group 35"/>
          <p:cNvGrpSpPr>
            <a:grpSpLocks/>
          </p:cNvGrpSpPr>
          <p:nvPr/>
        </p:nvGrpSpPr>
        <p:grpSpPr bwMode="auto">
          <a:xfrm>
            <a:off x="1524001" y="3810000"/>
            <a:ext cx="1079897" cy="258366"/>
            <a:chOff x="288" y="2016"/>
            <a:chExt cx="816" cy="192"/>
          </a:xfrm>
        </p:grpSpPr>
        <p:sp>
          <p:nvSpPr>
            <p:cNvPr id="3395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395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01" name="Group 38"/>
          <p:cNvGrpSpPr>
            <a:grpSpLocks/>
          </p:cNvGrpSpPr>
          <p:nvPr/>
        </p:nvGrpSpPr>
        <p:grpSpPr bwMode="auto">
          <a:xfrm>
            <a:off x="1524001" y="4325542"/>
            <a:ext cx="1079897" cy="258365"/>
            <a:chOff x="288" y="2016"/>
            <a:chExt cx="816" cy="192"/>
          </a:xfrm>
        </p:grpSpPr>
        <p:sp>
          <p:nvSpPr>
            <p:cNvPr id="3395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395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02" name="Group 41"/>
          <p:cNvGrpSpPr>
            <a:grpSpLocks/>
          </p:cNvGrpSpPr>
          <p:nvPr/>
        </p:nvGrpSpPr>
        <p:grpSpPr bwMode="auto">
          <a:xfrm>
            <a:off x="1524001" y="4068366"/>
            <a:ext cx="1079897" cy="257175"/>
            <a:chOff x="288" y="2016"/>
            <a:chExt cx="816" cy="192"/>
          </a:xfrm>
        </p:grpSpPr>
        <p:sp>
          <p:nvSpPr>
            <p:cNvPr id="3395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395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380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380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0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0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0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0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1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1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1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3813" name="Group 54"/>
          <p:cNvGrpSpPr>
            <a:grpSpLocks/>
          </p:cNvGrpSpPr>
          <p:nvPr/>
        </p:nvGrpSpPr>
        <p:grpSpPr bwMode="auto">
          <a:xfrm>
            <a:off x="2857500" y="3612357"/>
            <a:ext cx="1428750" cy="159544"/>
            <a:chOff x="1440" y="2064"/>
            <a:chExt cx="1200" cy="192"/>
          </a:xfrm>
        </p:grpSpPr>
        <p:grpSp>
          <p:nvGrpSpPr>
            <p:cNvPr id="33941" name="Group 55"/>
            <p:cNvGrpSpPr>
              <a:grpSpLocks/>
            </p:cNvGrpSpPr>
            <p:nvPr/>
          </p:nvGrpSpPr>
          <p:grpSpPr bwMode="auto">
            <a:xfrm>
              <a:off x="1440" y="2064"/>
              <a:ext cx="672" cy="192"/>
              <a:chOff x="2496" y="2160"/>
              <a:chExt cx="768" cy="144"/>
            </a:xfrm>
          </p:grpSpPr>
          <p:sp>
            <p:nvSpPr>
              <p:cNvPr id="3394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395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5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942" name="Group 59"/>
            <p:cNvGrpSpPr>
              <a:grpSpLocks/>
            </p:cNvGrpSpPr>
            <p:nvPr/>
          </p:nvGrpSpPr>
          <p:grpSpPr bwMode="auto">
            <a:xfrm>
              <a:off x="2112" y="2064"/>
              <a:ext cx="528" cy="192"/>
              <a:chOff x="2112" y="2064"/>
              <a:chExt cx="528" cy="192"/>
            </a:xfrm>
          </p:grpSpPr>
          <p:grpSp>
            <p:nvGrpSpPr>
              <p:cNvPr id="33943" name="Group 60"/>
              <p:cNvGrpSpPr>
                <a:grpSpLocks/>
              </p:cNvGrpSpPr>
              <p:nvPr/>
            </p:nvGrpSpPr>
            <p:grpSpPr bwMode="auto">
              <a:xfrm>
                <a:off x="2112" y="2064"/>
                <a:ext cx="528" cy="192"/>
                <a:chOff x="2208" y="2112"/>
                <a:chExt cx="528" cy="144"/>
              </a:xfrm>
            </p:grpSpPr>
            <p:sp>
              <p:nvSpPr>
                <p:cNvPr id="3394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394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944" name="Group 63"/>
              <p:cNvGrpSpPr>
                <a:grpSpLocks/>
              </p:cNvGrpSpPr>
              <p:nvPr/>
            </p:nvGrpSpPr>
            <p:grpSpPr bwMode="auto">
              <a:xfrm>
                <a:off x="2448" y="2064"/>
                <a:ext cx="144" cy="144"/>
                <a:chOff x="2448" y="2064"/>
                <a:chExt cx="144" cy="144"/>
              </a:xfrm>
            </p:grpSpPr>
            <p:sp>
              <p:nvSpPr>
                <p:cNvPr id="3394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94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3814" name="Group 66"/>
          <p:cNvGrpSpPr>
            <a:grpSpLocks/>
          </p:cNvGrpSpPr>
          <p:nvPr/>
        </p:nvGrpSpPr>
        <p:grpSpPr bwMode="auto">
          <a:xfrm>
            <a:off x="2857500" y="2800350"/>
            <a:ext cx="2228850" cy="171450"/>
            <a:chOff x="1440" y="2256"/>
            <a:chExt cx="1872" cy="192"/>
          </a:xfrm>
        </p:grpSpPr>
        <p:grpSp>
          <p:nvGrpSpPr>
            <p:cNvPr id="33926" name="Group 67"/>
            <p:cNvGrpSpPr>
              <a:grpSpLocks/>
            </p:cNvGrpSpPr>
            <p:nvPr/>
          </p:nvGrpSpPr>
          <p:grpSpPr bwMode="auto">
            <a:xfrm>
              <a:off x="2784" y="2256"/>
              <a:ext cx="528" cy="192"/>
              <a:chOff x="2112" y="2064"/>
              <a:chExt cx="528" cy="192"/>
            </a:xfrm>
          </p:grpSpPr>
          <p:grpSp>
            <p:nvGrpSpPr>
              <p:cNvPr id="33935" name="Group 68"/>
              <p:cNvGrpSpPr>
                <a:grpSpLocks/>
              </p:cNvGrpSpPr>
              <p:nvPr/>
            </p:nvGrpSpPr>
            <p:grpSpPr bwMode="auto">
              <a:xfrm>
                <a:off x="2112" y="2064"/>
                <a:ext cx="528" cy="192"/>
                <a:chOff x="2208" y="2112"/>
                <a:chExt cx="528" cy="144"/>
              </a:xfrm>
            </p:grpSpPr>
            <p:sp>
              <p:nvSpPr>
                <p:cNvPr id="3393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394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936" name="Group 71"/>
              <p:cNvGrpSpPr>
                <a:grpSpLocks/>
              </p:cNvGrpSpPr>
              <p:nvPr/>
            </p:nvGrpSpPr>
            <p:grpSpPr bwMode="auto">
              <a:xfrm>
                <a:off x="2448" y="2064"/>
                <a:ext cx="144" cy="144"/>
                <a:chOff x="2448" y="2064"/>
                <a:chExt cx="144" cy="144"/>
              </a:xfrm>
            </p:grpSpPr>
            <p:sp>
              <p:nvSpPr>
                <p:cNvPr id="3393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93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927" name="Group 74"/>
            <p:cNvGrpSpPr>
              <a:grpSpLocks/>
            </p:cNvGrpSpPr>
            <p:nvPr/>
          </p:nvGrpSpPr>
          <p:grpSpPr bwMode="auto">
            <a:xfrm>
              <a:off x="1440" y="2256"/>
              <a:ext cx="672" cy="192"/>
              <a:chOff x="2496" y="2160"/>
              <a:chExt cx="768" cy="144"/>
            </a:xfrm>
          </p:grpSpPr>
          <p:sp>
            <p:nvSpPr>
              <p:cNvPr id="3393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393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3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928" name="Group 78"/>
            <p:cNvGrpSpPr>
              <a:grpSpLocks/>
            </p:cNvGrpSpPr>
            <p:nvPr/>
          </p:nvGrpSpPr>
          <p:grpSpPr bwMode="auto">
            <a:xfrm>
              <a:off x="2112" y="2256"/>
              <a:ext cx="672" cy="192"/>
              <a:chOff x="2496" y="2160"/>
              <a:chExt cx="768" cy="144"/>
            </a:xfrm>
          </p:grpSpPr>
          <p:sp>
            <p:nvSpPr>
              <p:cNvPr id="3392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393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3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15" name="Group 82"/>
          <p:cNvGrpSpPr>
            <a:grpSpLocks/>
          </p:cNvGrpSpPr>
          <p:nvPr/>
        </p:nvGrpSpPr>
        <p:grpSpPr bwMode="auto">
          <a:xfrm>
            <a:off x="2857500" y="3326607"/>
            <a:ext cx="800100" cy="159544"/>
            <a:chOff x="2496" y="2160"/>
            <a:chExt cx="768" cy="144"/>
          </a:xfrm>
        </p:grpSpPr>
        <p:sp>
          <p:nvSpPr>
            <p:cNvPr id="3392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392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2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816" name="Group 86"/>
          <p:cNvGrpSpPr>
            <a:grpSpLocks/>
          </p:cNvGrpSpPr>
          <p:nvPr/>
        </p:nvGrpSpPr>
        <p:grpSpPr bwMode="auto">
          <a:xfrm>
            <a:off x="3657600" y="3326607"/>
            <a:ext cx="628650" cy="159544"/>
            <a:chOff x="2112" y="2064"/>
            <a:chExt cx="528" cy="192"/>
          </a:xfrm>
        </p:grpSpPr>
        <p:grpSp>
          <p:nvGrpSpPr>
            <p:cNvPr id="33917" name="Group 87"/>
            <p:cNvGrpSpPr>
              <a:grpSpLocks/>
            </p:cNvGrpSpPr>
            <p:nvPr/>
          </p:nvGrpSpPr>
          <p:grpSpPr bwMode="auto">
            <a:xfrm>
              <a:off x="2112" y="2064"/>
              <a:ext cx="528" cy="192"/>
              <a:chOff x="2208" y="2112"/>
              <a:chExt cx="528" cy="144"/>
            </a:xfrm>
          </p:grpSpPr>
          <p:sp>
            <p:nvSpPr>
              <p:cNvPr id="3392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392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918" name="Group 90"/>
            <p:cNvGrpSpPr>
              <a:grpSpLocks/>
            </p:cNvGrpSpPr>
            <p:nvPr/>
          </p:nvGrpSpPr>
          <p:grpSpPr bwMode="auto">
            <a:xfrm>
              <a:off x="2448" y="2064"/>
              <a:ext cx="144" cy="144"/>
              <a:chOff x="2448" y="2064"/>
              <a:chExt cx="144" cy="144"/>
            </a:xfrm>
          </p:grpSpPr>
          <p:sp>
            <p:nvSpPr>
              <p:cNvPr id="3391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92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17" name="Group 93"/>
          <p:cNvGrpSpPr>
            <a:grpSpLocks/>
          </p:cNvGrpSpPr>
          <p:nvPr/>
        </p:nvGrpSpPr>
        <p:grpSpPr bwMode="auto">
          <a:xfrm>
            <a:off x="2857500" y="2571750"/>
            <a:ext cx="1428750" cy="171450"/>
            <a:chOff x="1440" y="2064"/>
            <a:chExt cx="1200" cy="192"/>
          </a:xfrm>
        </p:grpSpPr>
        <p:grpSp>
          <p:nvGrpSpPr>
            <p:cNvPr id="33906" name="Group 94"/>
            <p:cNvGrpSpPr>
              <a:grpSpLocks/>
            </p:cNvGrpSpPr>
            <p:nvPr/>
          </p:nvGrpSpPr>
          <p:grpSpPr bwMode="auto">
            <a:xfrm>
              <a:off x="1440" y="2064"/>
              <a:ext cx="672" cy="192"/>
              <a:chOff x="2496" y="2160"/>
              <a:chExt cx="768" cy="144"/>
            </a:xfrm>
          </p:grpSpPr>
          <p:sp>
            <p:nvSpPr>
              <p:cNvPr id="3391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391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1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907" name="Group 98"/>
            <p:cNvGrpSpPr>
              <a:grpSpLocks/>
            </p:cNvGrpSpPr>
            <p:nvPr/>
          </p:nvGrpSpPr>
          <p:grpSpPr bwMode="auto">
            <a:xfrm>
              <a:off x="2112" y="2064"/>
              <a:ext cx="528" cy="192"/>
              <a:chOff x="2112" y="2064"/>
              <a:chExt cx="528" cy="192"/>
            </a:xfrm>
          </p:grpSpPr>
          <p:grpSp>
            <p:nvGrpSpPr>
              <p:cNvPr id="33908" name="Group 99"/>
              <p:cNvGrpSpPr>
                <a:grpSpLocks/>
              </p:cNvGrpSpPr>
              <p:nvPr/>
            </p:nvGrpSpPr>
            <p:grpSpPr bwMode="auto">
              <a:xfrm>
                <a:off x="2112" y="2064"/>
                <a:ext cx="528" cy="192"/>
                <a:chOff x="2208" y="2112"/>
                <a:chExt cx="528" cy="144"/>
              </a:xfrm>
            </p:grpSpPr>
            <p:sp>
              <p:nvSpPr>
                <p:cNvPr id="3391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391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909" name="Group 102"/>
              <p:cNvGrpSpPr>
                <a:grpSpLocks/>
              </p:cNvGrpSpPr>
              <p:nvPr/>
            </p:nvGrpSpPr>
            <p:grpSpPr bwMode="auto">
              <a:xfrm>
                <a:off x="2448" y="2064"/>
                <a:ext cx="144" cy="144"/>
                <a:chOff x="2448" y="2064"/>
                <a:chExt cx="144" cy="144"/>
              </a:xfrm>
            </p:grpSpPr>
            <p:sp>
              <p:nvSpPr>
                <p:cNvPr id="3391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91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3818" name="Group 105"/>
          <p:cNvGrpSpPr>
            <a:grpSpLocks/>
          </p:cNvGrpSpPr>
          <p:nvPr/>
        </p:nvGrpSpPr>
        <p:grpSpPr bwMode="auto">
          <a:xfrm>
            <a:off x="2857500" y="3886200"/>
            <a:ext cx="1428750" cy="171450"/>
            <a:chOff x="1440" y="2064"/>
            <a:chExt cx="1200" cy="192"/>
          </a:xfrm>
        </p:grpSpPr>
        <p:grpSp>
          <p:nvGrpSpPr>
            <p:cNvPr id="33895" name="Group 106"/>
            <p:cNvGrpSpPr>
              <a:grpSpLocks/>
            </p:cNvGrpSpPr>
            <p:nvPr/>
          </p:nvGrpSpPr>
          <p:grpSpPr bwMode="auto">
            <a:xfrm>
              <a:off x="1440" y="2064"/>
              <a:ext cx="672" cy="192"/>
              <a:chOff x="2496" y="2160"/>
              <a:chExt cx="768" cy="144"/>
            </a:xfrm>
          </p:grpSpPr>
          <p:sp>
            <p:nvSpPr>
              <p:cNvPr id="3390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390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90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896" name="Group 110"/>
            <p:cNvGrpSpPr>
              <a:grpSpLocks/>
            </p:cNvGrpSpPr>
            <p:nvPr/>
          </p:nvGrpSpPr>
          <p:grpSpPr bwMode="auto">
            <a:xfrm>
              <a:off x="2112" y="2064"/>
              <a:ext cx="528" cy="192"/>
              <a:chOff x="2112" y="2064"/>
              <a:chExt cx="528" cy="192"/>
            </a:xfrm>
          </p:grpSpPr>
          <p:grpSp>
            <p:nvGrpSpPr>
              <p:cNvPr id="33897" name="Group 111"/>
              <p:cNvGrpSpPr>
                <a:grpSpLocks/>
              </p:cNvGrpSpPr>
              <p:nvPr/>
            </p:nvGrpSpPr>
            <p:grpSpPr bwMode="auto">
              <a:xfrm>
                <a:off x="2112" y="2064"/>
                <a:ext cx="528" cy="192"/>
                <a:chOff x="2208" y="2112"/>
                <a:chExt cx="528" cy="144"/>
              </a:xfrm>
            </p:grpSpPr>
            <p:sp>
              <p:nvSpPr>
                <p:cNvPr id="3390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390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98" name="Group 114"/>
              <p:cNvGrpSpPr>
                <a:grpSpLocks/>
              </p:cNvGrpSpPr>
              <p:nvPr/>
            </p:nvGrpSpPr>
            <p:grpSpPr bwMode="auto">
              <a:xfrm>
                <a:off x="2448" y="2064"/>
                <a:ext cx="144" cy="144"/>
                <a:chOff x="2448" y="2064"/>
                <a:chExt cx="144" cy="144"/>
              </a:xfrm>
            </p:grpSpPr>
            <p:sp>
              <p:nvSpPr>
                <p:cNvPr id="3389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90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3819" name="Group 117"/>
          <p:cNvGrpSpPr>
            <a:grpSpLocks/>
          </p:cNvGrpSpPr>
          <p:nvPr/>
        </p:nvGrpSpPr>
        <p:grpSpPr bwMode="auto">
          <a:xfrm>
            <a:off x="2857500" y="4126707"/>
            <a:ext cx="800100" cy="159544"/>
            <a:chOff x="2496" y="2160"/>
            <a:chExt cx="768" cy="144"/>
          </a:xfrm>
        </p:grpSpPr>
        <p:sp>
          <p:nvSpPr>
            <p:cNvPr id="3389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389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9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820" name="Group 121"/>
          <p:cNvGrpSpPr>
            <a:grpSpLocks/>
          </p:cNvGrpSpPr>
          <p:nvPr/>
        </p:nvGrpSpPr>
        <p:grpSpPr bwMode="auto">
          <a:xfrm>
            <a:off x="3657600" y="4126707"/>
            <a:ext cx="628650" cy="159544"/>
            <a:chOff x="2112" y="2064"/>
            <a:chExt cx="528" cy="192"/>
          </a:xfrm>
        </p:grpSpPr>
        <p:grpSp>
          <p:nvGrpSpPr>
            <p:cNvPr id="33886" name="Group 122"/>
            <p:cNvGrpSpPr>
              <a:grpSpLocks/>
            </p:cNvGrpSpPr>
            <p:nvPr/>
          </p:nvGrpSpPr>
          <p:grpSpPr bwMode="auto">
            <a:xfrm>
              <a:off x="2112" y="2064"/>
              <a:ext cx="528" cy="192"/>
              <a:chOff x="2208" y="2112"/>
              <a:chExt cx="528" cy="144"/>
            </a:xfrm>
          </p:grpSpPr>
          <p:sp>
            <p:nvSpPr>
              <p:cNvPr id="3389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389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87" name="Group 125"/>
            <p:cNvGrpSpPr>
              <a:grpSpLocks/>
            </p:cNvGrpSpPr>
            <p:nvPr/>
          </p:nvGrpSpPr>
          <p:grpSpPr bwMode="auto">
            <a:xfrm>
              <a:off x="2448" y="2064"/>
              <a:ext cx="144" cy="144"/>
              <a:chOff x="2448" y="2064"/>
              <a:chExt cx="144" cy="144"/>
            </a:xfrm>
          </p:grpSpPr>
          <p:sp>
            <p:nvSpPr>
              <p:cNvPr id="3388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8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21" name="Group 128"/>
          <p:cNvGrpSpPr>
            <a:grpSpLocks/>
          </p:cNvGrpSpPr>
          <p:nvPr/>
        </p:nvGrpSpPr>
        <p:grpSpPr bwMode="auto">
          <a:xfrm>
            <a:off x="2857500" y="3040857"/>
            <a:ext cx="2228850" cy="159544"/>
            <a:chOff x="1440" y="2256"/>
            <a:chExt cx="1872" cy="192"/>
          </a:xfrm>
        </p:grpSpPr>
        <p:grpSp>
          <p:nvGrpSpPr>
            <p:cNvPr id="33871" name="Group 129"/>
            <p:cNvGrpSpPr>
              <a:grpSpLocks/>
            </p:cNvGrpSpPr>
            <p:nvPr/>
          </p:nvGrpSpPr>
          <p:grpSpPr bwMode="auto">
            <a:xfrm>
              <a:off x="2784" y="2256"/>
              <a:ext cx="528" cy="192"/>
              <a:chOff x="2112" y="2064"/>
              <a:chExt cx="528" cy="192"/>
            </a:xfrm>
          </p:grpSpPr>
          <p:grpSp>
            <p:nvGrpSpPr>
              <p:cNvPr id="33880" name="Group 130"/>
              <p:cNvGrpSpPr>
                <a:grpSpLocks/>
              </p:cNvGrpSpPr>
              <p:nvPr/>
            </p:nvGrpSpPr>
            <p:grpSpPr bwMode="auto">
              <a:xfrm>
                <a:off x="2112" y="2064"/>
                <a:ext cx="528" cy="192"/>
                <a:chOff x="2208" y="2112"/>
                <a:chExt cx="528" cy="144"/>
              </a:xfrm>
            </p:grpSpPr>
            <p:sp>
              <p:nvSpPr>
                <p:cNvPr id="3388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388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81" name="Group 133"/>
              <p:cNvGrpSpPr>
                <a:grpSpLocks/>
              </p:cNvGrpSpPr>
              <p:nvPr/>
            </p:nvGrpSpPr>
            <p:grpSpPr bwMode="auto">
              <a:xfrm>
                <a:off x="2448" y="2064"/>
                <a:ext cx="144" cy="144"/>
                <a:chOff x="2448" y="2064"/>
                <a:chExt cx="144" cy="144"/>
              </a:xfrm>
            </p:grpSpPr>
            <p:sp>
              <p:nvSpPr>
                <p:cNvPr id="3388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8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72" name="Group 136"/>
            <p:cNvGrpSpPr>
              <a:grpSpLocks/>
            </p:cNvGrpSpPr>
            <p:nvPr/>
          </p:nvGrpSpPr>
          <p:grpSpPr bwMode="auto">
            <a:xfrm>
              <a:off x="1440" y="2256"/>
              <a:ext cx="672" cy="192"/>
              <a:chOff x="2496" y="2160"/>
              <a:chExt cx="768" cy="144"/>
            </a:xfrm>
          </p:grpSpPr>
          <p:sp>
            <p:nvSpPr>
              <p:cNvPr id="3387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387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7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873" name="Group 140"/>
            <p:cNvGrpSpPr>
              <a:grpSpLocks/>
            </p:cNvGrpSpPr>
            <p:nvPr/>
          </p:nvGrpSpPr>
          <p:grpSpPr bwMode="auto">
            <a:xfrm>
              <a:off x="2112" y="2256"/>
              <a:ext cx="672" cy="192"/>
              <a:chOff x="2496" y="2160"/>
              <a:chExt cx="768" cy="144"/>
            </a:xfrm>
          </p:grpSpPr>
          <p:sp>
            <p:nvSpPr>
              <p:cNvPr id="3387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387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7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22" name="Group 144"/>
          <p:cNvGrpSpPr>
            <a:grpSpLocks/>
          </p:cNvGrpSpPr>
          <p:nvPr/>
        </p:nvGrpSpPr>
        <p:grpSpPr bwMode="auto">
          <a:xfrm>
            <a:off x="3657600" y="4400550"/>
            <a:ext cx="2228850" cy="171450"/>
            <a:chOff x="1440" y="2256"/>
            <a:chExt cx="1872" cy="192"/>
          </a:xfrm>
        </p:grpSpPr>
        <p:grpSp>
          <p:nvGrpSpPr>
            <p:cNvPr id="33856" name="Group 145"/>
            <p:cNvGrpSpPr>
              <a:grpSpLocks/>
            </p:cNvGrpSpPr>
            <p:nvPr/>
          </p:nvGrpSpPr>
          <p:grpSpPr bwMode="auto">
            <a:xfrm>
              <a:off x="2784" y="2256"/>
              <a:ext cx="528" cy="192"/>
              <a:chOff x="2112" y="2064"/>
              <a:chExt cx="528" cy="192"/>
            </a:xfrm>
          </p:grpSpPr>
          <p:grpSp>
            <p:nvGrpSpPr>
              <p:cNvPr id="33865" name="Group 146"/>
              <p:cNvGrpSpPr>
                <a:grpSpLocks/>
              </p:cNvGrpSpPr>
              <p:nvPr/>
            </p:nvGrpSpPr>
            <p:grpSpPr bwMode="auto">
              <a:xfrm>
                <a:off x="2112" y="2064"/>
                <a:ext cx="528" cy="192"/>
                <a:chOff x="2208" y="2112"/>
                <a:chExt cx="528" cy="144"/>
              </a:xfrm>
            </p:grpSpPr>
            <p:sp>
              <p:nvSpPr>
                <p:cNvPr id="3386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387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3866" name="Group 149"/>
              <p:cNvGrpSpPr>
                <a:grpSpLocks/>
              </p:cNvGrpSpPr>
              <p:nvPr/>
            </p:nvGrpSpPr>
            <p:grpSpPr bwMode="auto">
              <a:xfrm>
                <a:off x="2448" y="2064"/>
                <a:ext cx="144" cy="144"/>
                <a:chOff x="2448" y="2064"/>
                <a:chExt cx="144" cy="144"/>
              </a:xfrm>
            </p:grpSpPr>
            <p:sp>
              <p:nvSpPr>
                <p:cNvPr id="3386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6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57" name="Group 152"/>
            <p:cNvGrpSpPr>
              <a:grpSpLocks/>
            </p:cNvGrpSpPr>
            <p:nvPr/>
          </p:nvGrpSpPr>
          <p:grpSpPr bwMode="auto">
            <a:xfrm>
              <a:off x="1440" y="2256"/>
              <a:ext cx="672" cy="192"/>
              <a:chOff x="2496" y="2160"/>
              <a:chExt cx="768" cy="144"/>
            </a:xfrm>
          </p:grpSpPr>
          <p:sp>
            <p:nvSpPr>
              <p:cNvPr id="3386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386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6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3858" name="Group 156"/>
            <p:cNvGrpSpPr>
              <a:grpSpLocks/>
            </p:cNvGrpSpPr>
            <p:nvPr/>
          </p:nvGrpSpPr>
          <p:grpSpPr bwMode="auto">
            <a:xfrm>
              <a:off x="2112" y="2256"/>
              <a:ext cx="672" cy="192"/>
              <a:chOff x="2496" y="2160"/>
              <a:chExt cx="768" cy="144"/>
            </a:xfrm>
          </p:grpSpPr>
          <p:sp>
            <p:nvSpPr>
              <p:cNvPr id="3385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386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6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3823" name="Group 160"/>
          <p:cNvGrpSpPr>
            <a:grpSpLocks/>
          </p:cNvGrpSpPr>
          <p:nvPr/>
        </p:nvGrpSpPr>
        <p:grpSpPr bwMode="auto">
          <a:xfrm>
            <a:off x="2857500" y="4400550"/>
            <a:ext cx="800100" cy="171450"/>
            <a:chOff x="2496" y="2160"/>
            <a:chExt cx="768" cy="144"/>
          </a:xfrm>
        </p:grpSpPr>
        <p:sp>
          <p:nvSpPr>
            <p:cNvPr id="3385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385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5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382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382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382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27"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382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2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383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3831"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383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3833" name="Group 176"/>
          <p:cNvGrpSpPr>
            <a:grpSpLocks/>
          </p:cNvGrpSpPr>
          <p:nvPr/>
        </p:nvGrpSpPr>
        <p:grpSpPr bwMode="auto">
          <a:xfrm>
            <a:off x="6053138" y="342900"/>
            <a:ext cx="1943100" cy="1943100"/>
            <a:chOff x="2784" y="96"/>
            <a:chExt cx="1632" cy="1680"/>
          </a:xfrm>
        </p:grpSpPr>
        <p:sp>
          <p:nvSpPr>
            <p:cNvPr id="33835" name="Oval 17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3836" name="Oval 17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3837" name="Oval 17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3838" name="Oval 18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3839" name="Oval 18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3840" name="Oval 18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3841" name="Oval 18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3842" name="Line 18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3" name="Line 18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4" name="Line 18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5" name="Line 18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6" name="Line 18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7" name="Line 18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48" name="Oval 19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3849" name="Line 19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50" name="Line 19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51" name="Line 19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3852" name="Line 19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419509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DE8179C2-7581-914E-AC11-6CA8FED51A9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DE8179C2-7581-914E-AC11-6CA8FED51A9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4818" name="Group 21"/>
          <p:cNvGrpSpPr>
            <a:grpSpLocks/>
          </p:cNvGrpSpPr>
          <p:nvPr/>
        </p:nvGrpSpPr>
        <p:grpSpPr bwMode="auto">
          <a:xfrm>
            <a:off x="1524001" y="2520554"/>
            <a:ext cx="1079897" cy="258365"/>
            <a:chOff x="288" y="2016"/>
            <a:chExt cx="816" cy="192"/>
          </a:xfrm>
        </p:grpSpPr>
        <p:sp>
          <p:nvSpPr>
            <p:cNvPr id="3498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499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481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482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4821" name="Group 26"/>
          <p:cNvGrpSpPr>
            <a:grpSpLocks/>
          </p:cNvGrpSpPr>
          <p:nvPr/>
        </p:nvGrpSpPr>
        <p:grpSpPr bwMode="auto">
          <a:xfrm>
            <a:off x="1524001" y="3036094"/>
            <a:ext cx="1079897" cy="258366"/>
            <a:chOff x="288" y="2016"/>
            <a:chExt cx="816" cy="192"/>
          </a:xfrm>
        </p:grpSpPr>
        <p:sp>
          <p:nvSpPr>
            <p:cNvPr id="3498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498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22" name="Group 29"/>
          <p:cNvGrpSpPr>
            <a:grpSpLocks/>
          </p:cNvGrpSpPr>
          <p:nvPr/>
        </p:nvGrpSpPr>
        <p:grpSpPr bwMode="auto">
          <a:xfrm>
            <a:off x="1524001" y="3294460"/>
            <a:ext cx="1079897" cy="258365"/>
            <a:chOff x="288" y="2016"/>
            <a:chExt cx="816" cy="192"/>
          </a:xfrm>
        </p:grpSpPr>
        <p:sp>
          <p:nvSpPr>
            <p:cNvPr id="3498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498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23" name="Group 32"/>
          <p:cNvGrpSpPr>
            <a:grpSpLocks/>
          </p:cNvGrpSpPr>
          <p:nvPr/>
        </p:nvGrpSpPr>
        <p:grpSpPr bwMode="auto">
          <a:xfrm>
            <a:off x="1524001" y="3552825"/>
            <a:ext cx="1079897" cy="257175"/>
            <a:chOff x="288" y="2016"/>
            <a:chExt cx="816" cy="192"/>
          </a:xfrm>
        </p:grpSpPr>
        <p:sp>
          <p:nvSpPr>
            <p:cNvPr id="3498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498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24" name="Group 35"/>
          <p:cNvGrpSpPr>
            <a:grpSpLocks/>
          </p:cNvGrpSpPr>
          <p:nvPr/>
        </p:nvGrpSpPr>
        <p:grpSpPr bwMode="auto">
          <a:xfrm>
            <a:off x="1524001" y="3810000"/>
            <a:ext cx="1079897" cy="258366"/>
            <a:chOff x="288" y="2016"/>
            <a:chExt cx="816" cy="192"/>
          </a:xfrm>
        </p:grpSpPr>
        <p:sp>
          <p:nvSpPr>
            <p:cNvPr id="3498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498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25" name="Group 38"/>
          <p:cNvGrpSpPr>
            <a:grpSpLocks/>
          </p:cNvGrpSpPr>
          <p:nvPr/>
        </p:nvGrpSpPr>
        <p:grpSpPr bwMode="auto">
          <a:xfrm>
            <a:off x="1524001" y="4325542"/>
            <a:ext cx="1079897" cy="258365"/>
            <a:chOff x="288" y="2016"/>
            <a:chExt cx="816" cy="192"/>
          </a:xfrm>
        </p:grpSpPr>
        <p:sp>
          <p:nvSpPr>
            <p:cNvPr id="3497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498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26" name="Group 41"/>
          <p:cNvGrpSpPr>
            <a:grpSpLocks/>
          </p:cNvGrpSpPr>
          <p:nvPr/>
        </p:nvGrpSpPr>
        <p:grpSpPr bwMode="auto">
          <a:xfrm>
            <a:off x="1524001" y="4068366"/>
            <a:ext cx="1079897" cy="257175"/>
            <a:chOff x="288" y="2016"/>
            <a:chExt cx="816" cy="192"/>
          </a:xfrm>
        </p:grpSpPr>
        <p:sp>
          <p:nvSpPr>
            <p:cNvPr id="3497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497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482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482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3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4837" name="Group 54"/>
          <p:cNvGrpSpPr>
            <a:grpSpLocks/>
          </p:cNvGrpSpPr>
          <p:nvPr/>
        </p:nvGrpSpPr>
        <p:grpSpPr bwMode="auto">
          <a:xfrm>
            <a:off x="2857500" y="3612357"/>
            <a:ext cx="1428750" cy="159544"/>
            <a:chOff x="1440" y="2064"/>
            <a:chExt cx="1200" cy="192"/>
          </a:xfrm>
        </p:grpSpPr>
        <p:grpSp>
          <p:nvGrpSpPr>
            <p:cNvPr id="34966" name="Group 55"/>
            <p:cNvGrpSpPr>
              <a:grpSpLocks/>
            </p:cNvGrpSpPr>
            <p:nvPr/>
          </p:nvGrpSpPr>
          <p:grpSpPr bwMode="auto">
            <a:xfrm>
              <a:off x="1440" y="2064"/>
              <a:ext cx="672" cy="192"/>
              <a:chOff x="2496" y="2160"/>
              <a:chExt cx="768" cy="144"/>
            </a:xfrm>
          </p:grpSpPr>
          <p:sp>
            <p:nvSpPr>
              <p:cNvPr id="3497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497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7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967" name="Group 59"/>
            <p:cNvGrpSpPr>
              <a:grpSpLocks/>
            </p:cNvGrpSpPr>
            <p:nvPr/>
          </p:nvGrpSpPr>
          <p:grpSpPr bwMode="auto">
            <a:xfrm>
              <a:off x="2112" y="2064"/>
              <a:ext cx="528" cy="192"/>
              <a:chOff x="2112" y="2064"/>
              <a:chExt cx="528" cy="192"/>
            </a:xfrm>
          </p:grpSpPr>
          <p:grpSp>
            <p:nvGrpSpPr>
              <p:cNvPr id="34968" name="Group 60"/>
              <p:cNvGrpSpPr>
                <a:grpSpLocks/>
              </p:cNvGrpSpPr>
              <p:nvPr/>
            </p:nvGrpSpPr>
            <p:grpSpPr bwMode="auto">
              <a:xfrm>
                <a:off x="2112" y="2064"/>
                <a:ext cx="528" cy="192"/>
                <a:chOff x="2208" y="2112"/>
                <a:chExt cx="528" cy="144"/>
              </a:xfrm>
            </p:grpSpPr>
            <p:sp>
              <p:nvSpPr>
                <p:cNvPr id="3497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497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69" name="Group 63"/>
              <p:cNvGrpSpPr>
                <a:grpSpLocks/>
              </p:cNvGrpSpPr>
              <p:nvPr/>
            </p:nvGrpSpPr>
            <p:grpSpPr bwMode="auto">
              <a:xfrm>
                <a:off x="2448" y="2064"/>
                <a:ext cx="144" cy="144"/>
                <a:chOff x="2448" y="2064"/>
                <a:chExt cx="144" cy="144"/>
              </a:xfrm>
            </p:grpSpPr>
            <p:sp>
              <p:nvSpPr>
                <p:cNvPr id="3497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7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4838" name="Group 66"/>
          <p:cNvGrpSpPr>
            <a:grpSpLocks/>
          </p:cNvGrpSpPr>
          <p:nvPr/>
        </p:nvGrpSpPr>
        <p:grpSpPr bwMode="auto">
          <a:xfrm>
            <a:off x="2857500" y="2800350"/>
            <a:ext cx="2228850" cy="171450"/>
            <a:chOff x="1440" y="2256"/>
            <a:chExt cx="1872" cy="192"/>
          </a:xfrm>
        </p:grpSpPr>
        <p:grpSp>
          <p:nvGrpSpPr>
            <p:cNvPr id="34951" name="Group 67"/>
            <p:cNvGrpSpPr>
              <a:grpSpLocks/>
            </p:cNvGrpSpPr>
            <p:nvPr/>
          </p:nvGrpSpPr>
          <p:grpSpPr bwMode="auto">
            <a:xfrm>
              <a:off x="2784" y="2256"/>
              <a:ext cx="528" cy="192"/>
              <a:chOff x="2112" y="2064"/>
              <a:chExt cx="528" cy="192"/>
            </a:xfrm>
          </p:grpSpPr>
          <p:grpSp>
            <p:nvGrpSpPr>
              <p:cNvPr id="34960" name="Group 68"/>
              <p:cNvGrpSpPr>
                <a:grpSpLocks/>
              </p:cNvGrpSpPr>
              <p:nvPr/>
            </p:nvGrpSpPr>
            <p:grpSpPr bwMode="auto">
              <a:xfrm>
                <a:off x="2112" y="2064"/>
                <a:ext cx="528" cy="192"/>
                <a:chOff x="2208" y="2112"/>
                <a:chExt cx="528" cy="144"/>
              </a:xfrm>
            </p:grpSpPr>
            <p:sp>
              <p:nvSpPr>
                <p:cNvPr id="3496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496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61" name="Group 71"/>
              <p:cNvGrpSpPr>
                <a:grpSpLocks/>
              </p:cNvGrpSpPr>
              <p:nvPr/>
            </p:nvGrpSpPr>
            <p:grpSpPr bwMode="auto">
              <a:xfrm>
                <a:off x="2448" y="2064"/>
                <a:ext cx="144" cy="144"/>
                <a:chOff x="2448" y="2064"/>
                <a:chExt cx="144" cy="144"/>
              </a:xfrm>
            </p:grpSpPr>
            <p:sp>
              <p:nvSpPr>
                <p:cNvPr id="3496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6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952" name="Group 74"/>
            <p:cNvGrpSpPr>
              <a:grpSpLocks/>
            </p:cNvGrpSpPr>
            <p:nvPr/>
          </p:nvGrpSpPr>
          <p:grpSpPr bwMode="auto">
            <a:xfrm>
              <a:off x="1440" y="2256"/>
              <a:ext cx="672" cy="192"/>
              <a:chOff x="2496" y="2160"/>
              <a:chExt cx="768" cy="144"/>
            </a:xfrm>
          </p:grpSpPr>
          <p:sp>
            <p:nvSpPr>
              <p:cNvPr id="3495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495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5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953" name="Group 78"/>
            <p:cNvGrpSpPr>
              <a:grpSpLocks/>
            </p:cNvGrpSpPr>
            <p:nvPr/>
          </p:nvGrpSpPr>
          <p:grpSpPr bwMode="auto">
            <a:xfrm>
              <a:off x="2112" y="2256"/>
              <a:ext cx="672" cy="192"/>
              <a:chOff x="2496" y="2160"/>
              <a:chExt cx="768" cy="144"/>
            </a:xfrm>
          </p:grpSpPr>
          <p:sp>
            <p:nvSpPr>
              <p:cNvPr id="3495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495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5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39" name="Group 82"/>
          <p:cNvGrpSpPr>
            <a:grpSpLocks/>
          </p:cNvGrpSpPr>
          <p:nvPr/>
        </p:nvGrpSpPr>
        <p:grpSpPr bwMode="auto">
          <a:xfrm>
            <a:off x="2857500" y="3326607"/>
            <a:ext cx="800100" cy="159544"/>
            <a:chOff x="2496" y="2160"/>
            <a:chExt cx="768" cy="144"/>
          </a:xfrm>
        </p:grpSpPr>
        <p:sp>
          <p:nvSpPr>
            <p:cNvPr id="3494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494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5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840" name="Group 86"/>
          <p:cNvGrpSpPr>
            <a:grpSpLocks/>
          </p:cNvGrpSpPr>
          <p:nvPr/>
        </p:nvGrpSpPr>
        <p:grpSpPr bwMode="auto">
          <a:xfrm>
            <a:off x="3657600" y="3326607"/>
            <a:ext cx="628650" cy="159544"/>
            <a:chOff x="2112" y="2064"/>
            <a:chExt cx="528" cy="192"/>
          </a:xfrm>
        </p:grpSpPr>
        <p:grpSp>
          <p:nvGrpSpPr>
            <p:cNvPr id="34942" name="Group 87"/>
            <p:cNvGrpSpPr>
              <a:grpSpLocks/>
            </p:cNvGrpSpPr>
            <p:nvPr/>
          </p:nvGrpSpPr>
          <p:grpSpPr bwMode="auto">
            <a:xfrm>
              <a:off x="2112" y="2064"/>
              <a:ext cx="528" cy="192"/>
              <a:chOff x="2208" y="2112"/>
              <a:chExt cx="528" cy="144"/>
            </a:xfrm>
          </p:grpSpPr>
          <p:sp>
            <p:nvSpPr>
              <p:cNvPr id="3494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494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43" name="Group 90"/>
            <p:cNvGrpSpPr>
              <a:grpSpLocks/>
            </p:cNvGrpSpPr>
            <p:nvPr/>
          </p:nvGrpSpPr>
          <p:grpSpPr bwMode="auto">
            <a:xfrm>
              <a:off x="2448" y="2064"/>
              <a:ext cx="144" cy="144"/>
              <a:chOff x="2448" y="2064"/>
              <a:chExt cx="144" cy="144"/>
            </a:xfrm>
          </p:grpSpPr>
          <p:sp>
            <p:nvSpPr>
              <p:cNvPr id="3494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4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41" name="Group 93"/>
          <p:cNvGrpSpPr>
            <a:grpSpLocks/>
          </p:cNvGrpSpPr>
          <p:nvPr/>
        </p:nvGrpSpPr>
        <p:grpSpPr bwMode="auto">
          <a:xfrm>
            <a:off x="2857500" y="2571750"/>
            <a:ext cx="1428750" cy="171450"/>
            <a:chOff x="1440" y="2064"/>
            <a:chExt cx="1200" cy="192"/>
          </a:xfrm>
        </p:grpSpPr>
        <p:grpSp>
          <p:nvGrpSpPr>
            <p:cNvPr id="34931" name="Group 94"/>
            <p:cNvGrpSpPr>
              <a:grpSpLocks/>
            </p:cNvGrpSpPr>
            <p:nvPr/>
          </p:nvGrpSpPr>
          <p:grpSpPr bwMode="auto">
            <a:xfrm>
              <a:off x="1440" y="2064"/>
              <a:ext cx="672" cy="192"/>
              <a:chOff x="2496" y="2160"/>
              <a:chExt cx="768" cy="144"/>
            </a:xfrm>
          </p:grpSpPr>
          <p:sp>
            <p:nvSpPr>
              <p:cNvPr id="3493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494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4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932" name="Group 98"/>
            <p:cNvGrpSpPr>
              <a:grpSpLocks/>
            </p:cNvGrpSpPr>
            <p:nvPr/>
          </p:nvGrpSpPr>
          <p:grpSpPr bwMode="auto">
            <a:xfrm>
              <a:off x="2112" y="2064"/>
              <a:ext cx="528" cy="192"/>
              <a:chOff x="2112" y="2064"/>
              <a:chExt cx="528" cy="192"/>
            </a:xfrm>
          </p:grpSpPr>
          <p:grpSp>
            <p:nvGrpSpPr>
              <p:cNvPr id="34933" name="Group 99"/>
              <p:cNvGrpSpPr>
                <a:grpSpLocks/>
              </p:cNvGrpSpPr>
              <p:nvPr/>
            </p:nvGrpSpPr>
            <p:grpSpPr bwMode="auto">
              <a:xfrm>
                <a:off x="2112" y="2064"/>
                <a:ext cx="528" cy="192"/>
                <a:chOff x="2208" y="2112"/>
                <a:chExt cx="528" cy="144"/>
              </a:xfrm>
            </p:grpSpPr>
            <p:sp>
              <p:nvSpPr>
                <p:cNvPr id="3493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493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34" name="Group 102"/>
              <p:cNvGrpSpPr>
                <a:grpSpLocks/>
              </p:cNvGrpSpPr>
              <p:nvPr/>
            </p:nvGrpSpPr>
            <p:grpSpPr bwMode="auto">
              <a:xfrm>
                <a:off x="2448" y="2064"/>
                <a:ext cx="144" cy="144"/>
                <a:chOff x="2448" y="2064"/>
                <a:chExt cx="144" cy="144"/>
              </a:xfrm>
            </p:grpSpPr>
            <p:sp>
              <p:nvSpPr>
                <p:cNvPr id="3493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3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4842" name="Group 105"/>
          <p:cNvGrpSpPr>
            <a:grpSpLocks/>
          </p:cNvGrpSpPr>
          <p:nvPr/>
        </p:nvGrpSpPr>
        <p:grpSpPr bwMode="auto">
          <a:xfrm>
            <a:off x="2857500" y="3886200"/>
            <a:ext cx="1428750" cy="171450"/>
            <a:chOff x="1440" y="2064"/>
            <a:chExt cx="1200" cy="192"/>
          </a:xfrm>
        </p:grpSpPr>
        <p:grpSp>
          <p:nvGrpSpPr>
            <p:cNvPr id="34920" name="Group 106"/>
            <p:cNvGrpSpPr>
              <a:grpSpLocks/>
            </p:cNvGrpSpPr>
            <p:nvPr/>
          </p:nvGrpSpPr>
          <p:grpSpPr bwMode="auto">
            <a:xfrm>
              <a:off x="1440" y="2064"/>
              <a:ext cx="672" cy="192"/>
              <a:chOff x="2496" y="2160"/>
              <a:chExt cx="768" cy="144"/>
            </a:xfrm>
          </p:grpSpPr>
          <p:sp>
            <p:nvSpPr>
              <p:cNvPr id="3492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492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3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921" name="Group 110"/>
            <p:cNvGrpSpPr>
              <a:grpSpLocks/>
            </p:cNvGrpSpPr>
            <p:nvPr/>
          </p:nvGrpSpPr>
          <p:grpSpPr bwMode="auto">
            <a:xfrm>
              <a:off x="2112" y="2064"/>
              <a:ext cx="528" cy="192"/>
              <a:chOff x="2112" y="2064"/>
              <a:chExt cx="528" cy="192"/>
            </a:xfrm>
          </p:grpSpPr>
          <p:grpSp>
            <p:nvGrpSpPr>
              <p:cNvPr id="34922" name="Group 111"/>
              <p:cNvGrpSpPr>
                <a:grpSpLocks/>
              </p:cNvGrpSpPr>
              <p:nvPr/>
            </p:nvGrpSpPr>
            <p:grpSpPr bwMode="auto">
              <a:xfrm>
                <a:off x="2112" y="2064"/>
                <a:ext cx="528" cy="192"/>
                <a:chOff x="2208" y="2112"/>
                <a:chExt cx="528" cy="144"/>
              </a:xfrm>
            </p:grpSpPr>
            <p:sp>
              <p:nvSpPr>
                <p:cNvPr id="3492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492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23" name="Group 114"/>
              <p:cNvGrpSpPr>
                <a:grpSpLocks/>
              </p:cNvGrpSpPr>
              <p:nvPr/>
            </p:nvGrpSpPr>
            <p:grpSpPr bwMode="auto">
              <a:xfrm>
                <a:off x="2448" y="2064"/>
                <a:ext cx="144" cy="144"/>
                <a:chOff x="2448" y="2064"/>
                <a:chExt cx="144" cy="144"/>
              </a:xfrm>
            </p:grpSpPr>
            <p:sp>
              <p:nvSpPr>
                <p:cNvPr id="3492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2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4843" name="Group 117"/>
          <p:cNvGrpSpPr>
            <a:grpSpLocks/>
          </p:cNvGrpSpPr>
          <p:nvPr/>
        </p:nvGrpSpPr>
        <p:grpSpPr bwMode="auto">
          <a:xfrm>
            <a:off x="2857500" y="4126707"/>
            <a:ext cx="800100" cy="159544"/>
            <a:chOff x="2496" y="2160"/>
            <a:chExt cx="768" cy="144"/>
          </a:xfrm>
        </p:grpSpPr>
        <p:sp>
          <p:nvSpPr>
            <p:cNvPr id="3491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491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1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844" name="Group 121"/>
          <p:cNvGrpSpPr>
            <a:grpSpLocks/>
          </p:cNvGrpSpPr>
          <p:nvPr/>
        </p:nvGrpSpPr>
        <p:grpSpPr bwMode="auto">
          <a:xfrm>
            <a:off x="3657600" y="4126707"/>
            <a:ext cx="628650" cy="159544"/>
            <a:chOff x="2112" y="2064"/>
            <a:chExt cx="528" cy="192"/>
          </a:xfrm>
        </p:grpSpPr>
        <p:grpSp>
          <p:nvGrpSpPr>
            <p:cNvPr id="34911" name="Group 122"/>
            <p:cNvGrpSpPr>
              <a:grpSpLocks/>
            </p:cNvGrpSpPr>
            <p:nvPr/>
          </p:nvGrpSpPr>
          <p:grpSpPr bwMode="auto">
            <a:xfrm>
              <a:off x="2112" y="2064"/>
              <a:ext cx="528" cy="192"/>
              <a:chOff x="2208" y="2112"/>
              <a:chExt cx="528" cy="144"/>
            </a:xfrm>
          </p:grpSpPr>
          <p:sp>
            <p:nvSpPr>
              <p:cNvPr id="3491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491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12" name="Group 125"/>
            <p:cNvGrpSpPr>
              <a:grpSpLocks/>
            </p:cNvGrpSpPr>
            <p:nvPr/>
          </p:nvGrpSpPr>
          <p:grpSpPr bwMode="auto">
            <a:xfrm>
              <a:off x="2448" y="2064"/>
              <a:ext cx="144" cy="144"/>
              <a:chOff x="2448" y="2064"/>
              <a:chExt cx="144" cy="144"/>
            </a:xfrm>
          </p:grpSpPr>
          <p:sp>
            <p:nvSpPr>
              <p:cNvPr id="3491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1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45" name="Group 128"/>
          <p:cNvGrpSpPr>
            <a:grpSpLocks/>
          </p:cNvGrpSpPr>
          <p:nvPr/>
        </p:nvGrpSpPr>
        <p:grpSpPr bwMode="auto">
          <a:xfrm>
            <a:off x="2857500" y="3040857"/>
            <a:ext cx="2228850" cy="159544"/>
            <a:chOff x="1440" y="2256"/>
            <a:chExt cx="1872" cy="192"/>
          </a:xfrm>
        </p:grpSpPr>
        <p:grpSp>
          <p:nvGrpSpPr>
            <p:cNvPr id="34896" name="Group 129"/>
            <p:cNvGrpSpPr>
              <a:grpSpLocks/>
            </p:cNvGrpSpPr>
            <p:nvPr/>
          </p:nvGrpSpPr>
          <p:grpSpPr bwMode="auto">
            <a:xfrm>
              <a:off x="2784" y="2256"/>
              <a:ext cx="528" cy="192"/>
              <a:chOff x="2112" y="2064"/>
              <a:chExt cx="528" cy="192"/>
            </a:xfrm>
          </p:grpSpPr>
          <p:grpSp>
            <p:nvGrpSpPr>
              <p:cNvPr id="34905" name="Group 130"/>
              <p:cNvGrpSpPr>
                <a:grpSpLocks/>
              </p:cNvGrpSpPr>
              <p:nvPr/>
            </p:nvGrpSpPr>
            <p:grpSpPr bwMode="auto">
              <a:xfrm>
                <a:off x="2112" y="2064"/>
                <a:ext cx="528" cy="192"/>
                <a:chOff x="2208" y="2112"/>
                <a:chExt cx="528" cy="144"/>
              </a:xfrm>
            </p:grpSpPr>
            <p:sp>
              <p:nvSpPr>
                <p:cNvPr id="3490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491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906" name="Group 133"/>
              <p:cNvGrpSpPr>
                <a:grpSpLocks/>
              </p:cNvGrpSpPr>
              <p:nvPr/>
            </p:nvGrpSpPr>
            <p:grpSpPr bwMode="auto">
              <a:xfrm>
                <a:off x="2448" y="2064"/>
                <a:ext cx="144" cy="144"/>
                <a:chOff x="2448" y="2064"/>
                <a:chExt cx="144" cy="144"/>
              </a:xfrm>
            </p:grpSpPr>
            <p:sp>
              <p:nvSpPr>
                <p:cNvPr id="3490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90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97" name="Group 136"/>
            <p:cNvGrpSpPr>
              <a:grpSpLocks/>
            </p:cNvGrpSpPr>
            <p:nvPr/>
          </p:nvGrpSpPr>
          <p:grpSpPr bwMode="auto">
            <a:xfrm>
              <a:off x="1440" y="2256"/>
              <a:ext cx="672" cy="192"/>
              <a:chOff x="2496" y="2160"/>
              <a:chExt cx="768" cy="144"/>
            </a:xfrm>
          </p:grpSpPr>
          <p:sp>
            <p:nvSpPr>
              <p:cNvPr id="3490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490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0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898" name="Group 140"/>
            <p:cNvGrpSpPr>
              <a:grpSpLocks/>
            </p:cNvGrpSpPr>
            <p:nvPr/>
          </p:nvGrpSpPr>
          <p:grpSpPr bwMode="auto">
            <a:xfrm>
              <a:off x="2112" y="2256"/>
              <a:ext cx="672" cy="192"/>
              <a:chOff x="2496" y="2160"/>
              <a:chExt cx="768" cy="144"/>
            </a:xfrm>
          </p:grpSpPr>
          <p:sp>
            <p:nvSpPr>
              <p:cNvPr id="3489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490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90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46" name="Group 144"/>
          <p:cNvGrpSpPr>
            <a:grpSpLocks/>
          </p:cNvGrpSpPr>
          <p:nvPr/>
        </p:nvGrpSpPr>
        <p:grpSpPr bwMode="auto">
          <a:xfrm>
            <a:off x="3657600" y="4400550"/>
            <a:ext cx="2228850" cy="171450"/>
            <a:chOff x="1440" y="2256"/>
            <a:chExt cx="1872" cy="192"/>
          </a:xfrm>
        </p:grpSpPr>
        <p:grpSp>
          <p:nvGrpSpPr>
            <p:cNvPr id="34881" name="Group 145"/>
            <p:cNvGrpSpPr>
              <a:grpSpLocks/>
            </p:cNvGrpSpPr>
            <p:nvPr/>
          </p:nvGrpSpPr>
          <p:grpSpPr bwMode="auto">
            <a:xfrm>
              <a:off x="2784" y="2256"/>
              <a:ext cx="528" cy="192"/>
              <a:chOff x="2112" y="2064"/>
              <a:chExt cx="528" cy="192"/>
            </a:xfrm>
          </p:grpSpPr>
          <p:grpSp>
            <p:nvGrpSpPr>
              <p:cNvPr id="34890" name="Group 146"/>
              <p:cNvGrpSpPr>
                <a:grpSpLocks/>
              </p:cNvGrpSpPr>
              <p:nvPr/>
            </p:nvGrpSpPr>
            <p:grpSpPr bwMode="auto">
              <a:xfrm>
                <a:off x="2112" y="2064"/>
                <a:ext cx="528" cy="192"/>
                <a:chOff x="2208" y="2112"/>
                <a:chExt cx="528" cy="144"/>
              </a:xfrm>
            </p:grpSpPr>
            <p:sp>
              <p:nvSpPr>
                <p:cNvPr id="3489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489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4891" name="Group 149"/>
              <p:cNvGrpSpPr>
                <a:grpSpLocks/>
              </p:cNvGrpSpPr>
              <p:nvPr/>
            </p:nvGrpSpPr>
            <p:grpSpPr bwMode="auto">
              <a:xfrm>
                <a:off x="2448" y="2064"/>
                <a:ext cx="144" cy="144"/>
                <a:chOff x="2448" y="2064"/>
                <a:chExt cx="144" cy="144"/>
              </a:xfrm>
            </p:grpSpPr>
            <p:sp>
              <p:nvSpPr>
                <p:cNvPr id="3489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9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82" name="Group 152"/>
            <p:cNvGrpSpPr>
              <a:grpSpLocks/>
            </p:cNvGrpSpPr>
            <p:nvPr/>
          </p:nvGrpSpPr>
          <p:grpSpPr bwMode="auto">
            <a:xfrm>
              <a:off x="1440" y="2256"/>
              <a:ext cx="672" cy="192"/>
              <a:chOff x="2496" y="2160"/>
              <a:chExt cx="768" cy="144"/>
            </a:xfrm>
          </p:grpSpPr>
          <p:sp>
            <p:nvSpPr>
              <p:cNvPr id="3488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488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88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4883" name="Group 156"/>
            <p:cNvGrpSpPr>
              <a:grpSpLocks/>
            </p:cNvGrpSpPr>
            <p:nvPr/>
          </p:nvGrpSpPr>
          <p:grpSpPr bwMode="auto">
            <a:xfrm>
              <a:off x="2112" y="2256"/>
              <a:ext cx="672" cy="192"/>
              <a:chOff x="2496" y="2160"/>
              <a:chExt cx="768" cy="144"/>
            </a:xfrm>
          </p:grpSpPr>
          <p:sp>
            <p:nvSpPr>
              <p:cNvPr id="3488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488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88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4847" name="Group 160"/>
          <p:cNvGrpSpPr>
            <a:grpSpLocks/>
          </p:cNvGrpSpPr>
          <p:nvPr/>
        </p:nvGrpSpPr>
        <p:grpSpPr bwMode="auto">
          <a:xfrm>
            <a:off x="2857500" y="4400550"/>
            <a:ext cx="800100" cy="171450"/>
            <a:chOff x="2496" y="2160"/>
            <a:chExt cx="768" cy="144"/>
          </a:xfrm>
        </p:grpSpPr>
        <p:sp>
          <p:nvSpPr>
            <p:cNvPr id="3487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487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88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484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484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485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851"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485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5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485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4855"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485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5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grpSp>
        <p:nvGrpSpPr>
          <p:cNvPr id="34858" name="Group 177"/>
          <p:cNvGrpSpPr>
            <a:grpSpLocks/>
          </p:cNvGrpSpPr>
          <p:nvPr/>
        </p:nvGrpSpPr>
        <p:grpSpPr bwMode="auto">
          <a:xfrm>
            <a:off x="6053138" y="342900"/>
            <a:ext cx="1943100" cy="1943100"/>
            <a:chOff x="2784" y="96"/>
            <a:chExt cx="1632" cy="1680"/>
          </a:xfrm>
        </p:grpSpPr>
        <p:sp>
          <p:nvSpPr>
            <p:cNvPr id="34860" name="Oval 17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4861" name="Oval 17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4862" name="Oval 18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4863" name="Oval 18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4864" name="Oval 18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4865" name="Oval 18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4866" name="Oval 18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4867" name="Line 18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68" name="Line 18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69" name="Line 18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0" name="Line 18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1" name="Line 18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2" name="Line 19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3" name="Oval 19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4874" name="Line 19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5" name="Line 19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6" name="Line 19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4877" name="Line 19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5"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8822219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9D5ED0E-C591-3837-3236-9E12686D1A5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9D5ED0E-C591-3837-3236-9E12686D1A5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5842" name="Group 21"/>
          <p:cNvGrpSpPr>
            <a:grpSpLocks/>
          </p:cNvGrpSpPr>
          <p:nvPr/>
        </p:nvGrpSpPr>
        <p:grpSpPr bwMode="auto">
          <a:xfrm>
            <a:off x="1524001" y="2520554"/>
            <a:ext cx="1079897" cy="258365"/>
            <a:chOff x="288" y="2016"/>
            <a:chExt cx="816" cy="192"/>
          </a:xfrm>
        </p:grpSpPr>
        <p:sp>
          <p:nvSpPr>
            <p:cNvPr id="3601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601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584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584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5845" name="Group 26"/>
          <p:cNvGrpSpPr>
            <a:grpSpLocks/>
          </p:cNvGrpSpPr>
          <p:nvPr/>
        </p:nvGrpSpPr>
        <p:grpSpPr bwMode="auto">
          <a:xfrm>
            <a:off x="1524001" y="3036094"/>
            <a:ext cx="1079897" cy="258366"/>
            <a:chOff x="288" y="2016"/>
            <a:chExt cx="816" cy="192"/>
          </a:xfrm>
        </p:grpSpPr>
        <p:sp>
          <p:nvSpPr>
            <p:cNvPr id="3601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601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846" name="Group 29"/>
          <p:cNvGrpSpPr>
            <a:grpSpLocks/>
          </p:cNvGrpSpPr>
          <p:nvPr/>
        </p:nvGrpSpPr>
        <p:grpSpPr bwMode="auto">
          <a:xfrm>
            <a:off x="1524001" y="3294460"/>
            <a:ext cx="1079897" cy="258365"/>
            <a:chOff x="288" y="2016"/>
            <a:chExt cx="816" cy="192"/>
          </a:xfrm>
        </p:grpSpPr>
        <p:sp>
          <p:nvSpPr>
            <p:cNvPr id="3601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601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847" name="Group 32"/>
          <p:cNvGrpSpPr>
            <a:grpSpLocks/>
          </p:cNvGrpSpPr>
          <p:nvPr/>
        </p:nvGrpSpPr>
        <p:grpSpPr bwMode="auto">
          <a:xfrm>
            <a:off x="1524001" y="3552825"/>
            <a:ext cx="1079897" cy="257175"/>
            <a:chOff x="288" y="2016"/>
            <a:chExt cx="816" cy="192"/>
          </a:xfrm>
        </p:grpSpPr>
        <p:sp>
          <p:nvSpPr>
            <p:cNvPr id="3600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600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848" name="Group 35"/>
          <p:cNvGrpSpPr>
            <a:grpSpLocks/>
          </p:cNvGrpSpPr>
          <p:nvPr/>
        </p:nvGrpSpPr>
        <p:grpSpPr bwMode="auto">
          <a:xfrm>
            <a:off x="1524001" y="3810000"/>
            <a:ext cx="1079897" cy="258366"/>
            <a:chOff x="288" y="2016"/>
            <a:chExt cx="816" cy="192"/>
          </a:xfrm>
        </p:grpSpPr>
        <p:sp>
          <p:nvSpPr>
            <p:cNvPr id="3600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600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849" name="Group 38"/>
          <p:cNvGrpSpPr>
            <a:grpSpLocks/>
          </p:cNvGrpSpPr>
          <p:nvPr/>
        </p:nvGrpSpPr>
        <p:grpSpPr bwMode="auto">
          <a:xfrm>
            <a:off x="1524001" y="4325542"/>
            <a:ext cx="1079897" cy="258365"/>
            <a:chOff x="288" y="2016"/>
            <a:chExt cx="816" cy="192"/>
          </a:xfrm>
        </p:grpSpPr>
        <p:sp>
          <p:nvSpPr>
            <p:cNvPr id="3600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600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850" name="Group 41"/>
          <p:cNvGrpSpPr>
            <a:grpSpLocks/>
          </p:cNvGrpSpPr>
          <p:nvPr/>
        </p:nvGrpSpPr>
        <p:grpSpPr bwMode="auto">
          <a:xfrm>
            <a:off x="1524001" y="4068366"/>
            <a:ext cx="1079897" cy="257175"/>
            <a:chOff x="288" y="2016"/>
            <a:chExt cx="816" cy="192"/>
          </a:xfrm>
        </p:grpSpPr>
        <p:sp>
          <p:nvSpPr>
            <p:cNvPr id="3600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600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585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585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5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6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5861" name="Group 54"/>
          <p:cNvGrpSpPr>
            <a:grpSpLocks/>
          </p:cNvGrpSpPr>
          <p:nvPr/>
        </p:nvGrpSpPr>
        <p:grpSpPr bwMode="auto">
          <a:xfrm>
            <a:off x="2857500" y="3612357"/>
            <a:ext cx="1428750" cy="159544"/>
            <a:chOff x="1440" y="2064"/>
            <a:chExt cx="1200" cy="192"/>
          </a:xfrm>
        </p:grpSpPr>
        <p:grpSp>
          <p:nvGrpSpPr>
            <p:cNvPr id="35991" name="Group 55"/>
            <p:cNvGrpSpPr>
              <a:grpSpLocks/>
            </p:cNvGrpSpPr>
            <p:nvPr/>
          </p:nvGrpSpPr>
          <p:grpSpPr bwMode="auto">
            <a:xfrm>
              <a:off x="1440" y="2064"/>
              <a:ext cx="672" cy="192"/>
              <a:chOff x="2496" y="2160"/>
              <a:chExt cx="768" cy="144"/>
            </a:xfrm>
          </p:grpSpPr>
          <p:sp>
            <p:nvSpPr>
              <p:cNvPr id="3599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600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00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92" name="Group 59"/>
            <p:cNvGrpSpPr>
              <a:grpSpLocks/>
            </p:cNvGrpSpPr>
            <p:nvPr/>
          </p:nvGrpSpPr>
          <p:grpSpPr bwMode="auto">
            <a:xfrm>
              <a:off x="2112" y="2064"/>
              <a:ext cx="528" cy="192"/>
              <a:chOff x="2112" y="2064"/>
              <a:chExt cx="528" cy="192"/>
            </a:xfrm>
          </p:grpSpPr>
          <p:grpSp>
            <p:nvGrpSpPr>
              <p:cNvPr id="35993" name="Group 60"/>
              <p:cNvGrpSpPr>
                <a:grpSpLocks/>
              </p:cNvGrpSpPr>
              <p:nvPr/>
            </p:nvGrpSpPr>
            <p:grpSpPr bwMode="auto">
              <a:xfrm>
                <a:off x="2112" y="2064"/>
                <a:ext cx="528" cy="192"/>
                <a:chOff x="2208" y="2112"/>
                <a:chExt cx="528" cy="144"/>
              </a:xfrm>
            </p:grpSpPr>
            <p:sp>
              <p:nvSpPr>
                <p:cNvPr id="3599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599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94" name="Group 63"/>
              <p:cNvGrpSpPr>
                <a:grpSpLocks/>
              </p:cNvGrpSpPr>
              <p:nvPr/>
            </p:nvGrpSpPr>
            <p:grpSpPr bwMode="auto">
              <a:xfrm>
                <a:off x="2448" y="2064"/>
                <a:ext cx="144" cy="144"/>
                <a:chOff x="2448" y="2064"/>
                <a:chExt cx="144" cy="144"/>
              </a:xfrm>
            </p:grpSpPr>
            <p:sp>
              <p:nvSpPr>
                <p:cNvPr id="3599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9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5862" name="Group 66"/>
          <p:cNvGrpSpPr>
            <a:grpSpLocks/>
          </p:cNvGrpSpPr>
          <p:nvPr/>
        </p:nvGrpSpPr>
        <p:grpSpPr bwMode="auto">
          <a:xfrm>
            <a:off x="2857500" y="2800350"/>
            <a:ext cx="2228850" cy="171450"/>
            <a:chOff x="1440" y="2256"/>
            <a:chExt cx="1872" cy="192"/>
          </a:xfrm>
        </p:grpSpPr>
        <p:grpSp>
          <p:nvGrpSpPr>
            <p:cNvPr id="35976" name="Group 67"/>
            <p:cNvGrpSpPr>
              <a:grpSpLocks/>
            </p:cNvGrpSpPr>
            <p:nvPr/>
          </p:nvGrpSpPr>
          <p:grpSpPr bwMode="auto">
            <a:xfrm>
              <a:off x="2784" y="2256"/>
              <a:ext cx="528" cy="192"/>
              <a:chOff x="2112" y="2064"/>
              <a:chExt cx="528" cy="192"/>
            </a:xfrm>
          </p:grpSpPr>
          <p:grpSp>
            <p:nvGrpSpPr>
              <p:cNvPr id="35985" name="Group 68"/>
              <p:cNvGrpSpPr>
                <a:grpSpLocks/>
              </p:cNvGrpSpPr>
              <p:nvPr/>
            </p:nvGrpSpPr>
            <p:grpSpPr bwMode="auto">
              <a:xfrm>
                <a:off x="2112" y="2064"/>
                <a:ext cx="528" cy="192"/>
                <a:chOff x="2208" y="2112"/>
                <a:chExt cx="528" cy="144"/>
              </a:xfrm>
            </p:grpSpPr>
            <p:sp>
              <p:nvSpPr>
                <p:cNvPr id="3598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599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86" name="Group 71"/>
              <p:cNvGrpSpPr>
                <a:grpSpLocks/>
              </p:cNvGrpSpPr>
              <p:nvPr/>
            </p:nvGrpSpPr>
            <p:grpSpPr bwMode="auto">
              <a:xfrm>
                <a:off x="2448" y="2064"/>
                <a:ext cx="144" cy="144"/>
                <a:chOff x="2448" y="2064"/>
                <a:chExt cx="144" cy="144"/>
              </a:xfrm>
            </p:grpSpPr>
            <p:sp>
              <p:nvSpPr>
                <p:cNvPr id="3598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8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977" name="Group 74"/>
            <p:cNvGrpSpPr>
              <a:grpSpLocks/>
            </p:cNvGrpSpPr>
            <p:nvPr/>
          </p:nvGrpSpPr>
          <p:grpSpPr bwMode="auto">
            <a:xfrm>
              <a:off x="1440" y="2256"/>
              <a:ext cx="672" cy="192"/>
              <a:chOff x="2496" y="2160"/>
              <a:chExt cx="768" cy="144"/>
            </a:xfrm>
          </p:grpSpPr>
          <p:sp>
            <p:nvSpPr>
              <p:cNvPr id="3598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598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8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78" name="Group 78"/>
            <p:cNvGrpSpPr>
              <a:grpSpLocks/>
            </p:cNvGrpSpPr>
            <p:nvPr/>
          </p:nvGrpSpPr>
          <p:grpSpPr bwMode="auto">
            <a:xfrm>
              <a:off x="2112" y="2256"/>
              <a:ext cx="672" cy="192"/>
              <a:chOff x="2496" y="2160"/>
              <a:chExt cx="768" cy="144"/>
            </a:xfrm>
          </p:grpSpPr>
          <p:sp>
            <p:nvSpPr>
              <p:cNvPr id="3597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598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8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863" name="Group 82"/>
          <p:cNvGrpSpPr>
            <a:grpSpLocks/>
          </p:cNvGrpSpPr>
          <p:nvPr/>
        </p:nvGrpSpPr>
        <p:grpSpPr bwMode="auto">
          <a:xfrm>
            <a:off x="2857500" y="3326607"/>
            <a:ext cx="800100" cy="159544"/>
            <a:chOff x="2496" y="2160"/>
            <a:chExt cx="768" cy="144"/>
          </a:xfrm>
        </p:grpSpPr>
        <p:sp>
          <p:nvSpPr>
            <p:cNvPr id="3597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597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7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864" name="Group 86"/>
          <p:cNvGrpSpPr>
            <a:grpSpLocks/>
          </p:cNvGrpSpPr>
          <p:nvPr/>
        </p:nvGrpSpPr>
        <p:grpSpPr bwMode="auto">
          <a:xfrm>
            <a:off x="3657600" y="3326607"/>
            <a:ext cx="628650" cy="159544"/>
            <a:chOff x="2112" y="2064"/>
            <a:chExt cx="528" cy="192"/>
          </a:xfrm>
        </p:grpSpPr>
        <p:grpSp>
          <p:nvGrpSpPr>
            <p:cNvPr id="35967" name="Group 87"/>
            <p:cNvGrpSpPr>
              <a:grpSpLocks/>
            </p:cNvGrpSpPr>
            <p:nvPr/>
          </p:nvGrpSpPr>
          <p:grpSpPr bwMode="auto">
            <a:xfrm>
              <a:off x="2112" y="2064"/>
              <a:ext cx="528" cy="192"/>
              <a:chOff x="2208" y="2112"/>
              <a:chExt cx="528" cy="144"/>
            </a:xfrm>
          </p:grpSpPr>
          <p:sp>
            <p:nvSpPr>
              <p:cNvPr id="3597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597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68" name="Group 90"/>
            <p:cNvGrpSpPr>
              <a:grpSpLocks/>
            </p:cNvGrpSpPr>
            <p:nvPr/>
          </p:nvGrpSpPr>
          <p:grpSpPr bwMode="auto">
            <a:xfrm>
              <a:off x="2448" y="2064"/>
              <a:ext cx="144" cy="144"/>
              <a:chOff x="2448" y="2064"/>
              <a:chExt cx="144" cy="144"/>
            </a:xfrm>
          </p:grpSpPr>
          <p:sp>
            <p:nvSpPr>
              <p:cNvPr id="3596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7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865" name="Group 93"/>
          <p:cNvGrpSpPr>
            <a:grpSpLocks/>
          </p:cNvGrpSpPr>
          <p:nvPr/>
        </p:nvGrpSpPr>
        <p:grpSpPr bwMode="auto">
          <a:xfrm>
            <a:off x="2857500" y="2571750"/>
            <a:ext cx="1428750" cy="171450"/>
            <a:chOff x="1440" y="2064"/>
            <a:chExt cx="1200" cy="192"/>
          </a:xfrm>
        </p:grpSpPr>
        <p:grpSp>
          <p:nvGrpSpPr>
            <p:cNvPr id="35956" name="Group 94"/>
            <p:cNvGrpSpPr>
              <a:grpSpLocks/>
            </p:cNvGrpSpPr>
            <p:nvPr/>
          </p:nvGrpSpPr>
          <p:grpSpPr bwMode="auto">
            <a:xfrm>
              <a:off x="1440" y="2064"/>
              <a:ext cx="672" cy="192"/>
              <a:chOff x="2496" y="2160"/>
              <a:chExt cx="768" cy="144"/>
            </a:xfrm>
          </p:grpSpPr>
          <p:sp>
            <p:nvSpPr>
              <p:cNvPr id="3596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596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6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57" name="Group 98"/>
            <p:cNvGrpSpPr>
              <a:grpSpLocks/>
            </p:cNvGrpSpPr>
            <p:nvPr/>
          </p:nvGrpSpPr>
          <p:grpSpPr bwMode="auto">
            <a:xfrm>
              <a:off x="2112" y="2064"/>
              <a:ext cx="528" cy="192"/>
              <a:chOff x="2112" y="2064"/>
              <a:chExt cx="528" cy="192"/>
            </a:xfrm>
          </p:grpSpPr>
          <p:grpSp>
            <p:nvGrpSpPr>
              <p:cNvPr id="35958" name="Group 99"/>
              <p:cNvGrpSpPr>
                <a:grpSpLocks/>
              </p:cNvGrpSpPr>
              <p:nvPr/>
            </p:nvGrpSpPr>
            <p:grpSpPr bwMode="auto">
              <a:xfrm>
                <a:off x="2112" y="2064"/>
                <a:ext cx="528" cy="192"/>
                <a:chOff x="2208" y="2112"/>
                <a:chExt cx="528" cy="144"/>
              </a:xfrm>
            </p:grpSpPr>
            <p:sp>
              <p:nvSpPr>
                <p:cNvPr id="3596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596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59" name="Group 102"/>
              <p:cNvGrpSpPr>
                <a:grpSpLocks/>
              </p:cNvGrpSpPr>
              <p:nvPr/>
            </p:nvGrpSpPr>
            <p:grpSpPr bwMode="auto">
              <a:xfrm>
                <a:off x="2448" y="2064"/>
                <a:ext cx="144" cy="144"/>
                <a:chOff x="2448" y="2064"/>
                <a:chExt cx="144" cy="144"/>
              </a:xfrm>
            </p:grpSpPr>
            <p:sp>
              <p:nvSpPr>
                <p:cNvPr id="3596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6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5866" name="Group 105"/>
          <p:cNvGrpSpPr>
            <a:grpSpLocks/>
          </p:cNvGrpSpPr>
          <p:nvPr/>
        </p:nvGrpSpPr>
        <p:grpSpPr bwMode="auto">
          <a:xfrm>
            <a:off x="2857500" y="3886200"/>
            <a:ext cx="1428750" cy="171450"/>
            <a:chOff x="1440" y="2064"/>
            <a:chExt cx="1200" cy="192"/>
          </a:xfrm>
        </p:grpSpPr>
        <p:grpSp>
          <p:nvGrpSpPr>
            <p:cNvPr id="35945" name="Group 106"/>
            <p:cNvGrpSpPr>
              <a:grpSpLocks/>
            </p:cNvGrpSpPr>
            <p:nvPr/>
          </p:nvGrpSpPr>
          <p:grpSpPr bwMode="auto">
            <a:xfrm>
              <a:off x="1440" y="2064"/>
              <a:ext cx="672" cy="192"/>
              <a:chOff x="2496" y="2160"/>
              <a:chExt cx="768" cy="144"/>
            </a:xfrm>
          </p:grpSpPr>
          <p:sp>
            <p:nvSpPr>
              <p:cNvPr id="3595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595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5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46" name="Group 110"/>
            <p:cNvGrpSpPr>
              <a:grpSpLocks/>
            </p:cNvGrpSpPr>
            <p:nvPr/>
          </p:nvGrpSpPr>
          <p:grpSpPr bwMode="auto">
            <a:xfrm>
              <a:off x="2112" y="2064"/>
              <a:ext cx="528" cy="192"/>
              <a:chOff x="2112" y="2064"/>
              <a:chExt cx="528" cy="192"/>
            </a:xfrm>
          </p:grpSpPr>
          <p:grpSp>
            <p:nvGrpSpPr>
              <p:cNvPr id="35947" name="Group 111"/>
              <p:cNvGrpSpPr>
                <a:grpSpLocks/>
              </p:cNvGrpSpPr>
              <p:nvPr/>
            </p:nvGrpSpPr>
            <p:grpSpPr bwMode="auto">
              <a:xfrm>
                <a:off x="2112" y="2064"/>
                <a:ext cx="528" cy="192"/>
                <a:chOff x="2208" y="2112"/>
                <a:chExt cx="528" cy="144"/>
              </a:xfrm>
            </p:grpSpPr>
            <p:sp>
              <p:nvSpPr>
                <p:cNvPr id="3595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595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48" name="Group 114"/>
              <p:cNvGrpSpPr>
                <a:grpSpLocks/>
              </p:cNvGrpSpPr>
              <p:nvPr/>
            </p:nvGrpSpPr>
            <p:grpSpPr bwMode="auto">
              <a:xfrm>
                <a:off x="2448" y="2064"/>
                <a:ext cx="144" cy="144"/>
                <a:chOff x="2448" y="2064"/>
                <a:chExt cx="144" cy="144"/>
              </a:xfrm>
            </p:grpSpPr>
            <p:sp>
              <p:nvSpPr>
                <p:cNvPr id="3594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5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5867" name="Group 117"/>
          <p:cNvGrpSpPr>
            <a:grpSpLocks/>
          </p:cNvGrpSpPr>
          <p:nvPr/>
        </p:nvGrpSpPr>
        <p:grpSpPr bwMode="auto">
          <a:xfrm>
            <a:off x="2857500" y="4126707"/>
            <a:ext cx="800100" cy="159544"/>
            <a:chOff x="2496" y="2160"/>
            <a:chExt cx="768" cy="144"/>
          </a:xfrm>
        </p:grpSpPr>
        <p:sp>
          <p:nvSpPr>
            <p:cNvPr id="3594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594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4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868" name="Group 121"/>
          <p:cNvGrpSpPr>
            <a:grpSpLocks/>
          </p:cNvGrpSpPr>
          <p:nvPr/>
        </p:nvGrpSpPr>
        <p:grpSpPr bwMode="auto">
          <a:xfrm>
            <a:off x="3657600" y="4126707"/>
            <a:ext cx="628650" cy="159544"/>
            <a:chOff x="2112" y="2064"/>
            <a:chExt cx="528" cy="192"/>
          </a:xfrm>
        </p:grpSpPr>
        <p:grpSp>
          <p:nvGrpSpPr>
            <p:cNvPr id="35936" name="Group 122"/>
            <p:cNvGrpSpPr>
              <a:grpSpLocks/>
            </p:cNvGrpSpPr>
            <p:nvPr/>
          </p:nvGrpSpPr>
          <p:grpSpPr bwMode="auto">
            <a:xfrm>
              <a:off x="2112" y="2064"/>
              <a:ext cx="528" cy="192"/>
              <a:chOff x="2208" y="2112"/>
              <a:chExt cx="528" cy="144"/>
            </a:xfrm>
          </p:grpSpPr>
          <p:sp>
            <p:nvSpPr>
              <p:cNvPr id="3594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594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37" name="Group 125"/>
            <p:cNvGrpSpPr>
              <a:grpSpLocks/>
            </p:cNvGrpSpPr>
            <p:nvPr/>
          </p:nvGrpSpPr>
          <p:grpSpPr bwMode="auto">
            <a:xfrm>
              <a:off x="2448" y="2064"/>
              <a:ext cx="144" cy="144"/>
              <a:chOff x="2448" y="2064"/>
              <a:chExt cx="144" cy="144"/>
            </a:xfrm>
          </p:grpSpPr>
          <p:sp>
            <p:nvSpPr>
              <p:cNvPr id="3593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3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869" name="Group 128"/>
          <p:cNvGrpSpPr>
            <a:grpSpLocks/>
          </p:cNvGrpSpPr>
          <p:nvPr/>
        </p:nvGrpSpPr>
        <p:grpSpPr bwMode="auto">
          <a:xfrm>
            <a:off x="2857500" y="3040857"/>
            <a:ext cx="2228850" cy="159544"/>
            <a:chOff x="1440" y="2256"/>
            <a:chExt cx="1872" cy="192"/>
          </a:xfrm>
        </p:grpSpPr>
        <p:grpSp>
          <p:nvGrpSpPr>
            <p:cNvPr id="35921" name="Group 129"/>
            <p:cNvGrpSpPr>
              <a:grpSpLocks/>
            </p:cNvGrpSpPr>
            <p:nvPr/>
          </p:nvGrpSpPr>
          <p:grpSpPr bwMode="auto">
            <a:xfrm>
              <a:off x="2784" y="2256"/>
              <a:ext cx="528" cy="192"/>
              <a:chOff x="2112" y="2064"/>
              <a:chExt cx="528" cy="192"/>
            </a:xfrm>
          </p:grpSpPr>
          <p:grpSp>
            <p:nvGrpSpPr>
              <p:cNvPr id="35930" name="Group 130"/>
              <p:cNvGrpSpPr>
                <a:grpSpLocks/>
              </p:cNvGrpSpPr>
              <p:nvPr/>
            </p:nvGrpSpPr>
            <p:grpSpPr bwMode="auto">
              <a:xfrm>
                <a:off x="2112" y="2064"/>
                <a:ext cx="528" cy="192"/>
                <a:chOff x="2208" y="2112"/>
                <a:chExt cx="528" cy="144"/>
              </a:xfrm>
            </p:grpSpPr>
            <p:sp>
              <p:nvSpPr>
                <p:cNvPr id="3593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593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31" name="Group 133"/>
              <p:cNvGrpSpPr>
                <a:grpSpLocks/>
              </p:cNvGrpSpPr>
              <p:nvPr/>
            </p:nvGrpSpPr>
            <p:grpSpPr bwMode="auto">
              <a:xfrm>
                <a:off x="2448" y="2064"/>
                <a:ext cx="144" cy="144"/>
                <a:chOff x="2448" y="2064"/>
                <a:chExt cx="144" cy="144"/>
              </a:xfrm>
            </p:grpSpPr>
            <p:sp>
              <p:nvSpPr>
                <p:cNvPr id="3593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3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922" name="Group 136"/>
            <p:cNvGrpSpPr>
              <a:grpSpLocks/>
            </p:cNvGrpSpPr>
            <p:nvPr/>
          </p:nvGrpSpPr>
          <p:grpSpPr bwMode="auto">
            <a:xfrm>
              <a:off x="1440" y="2256"/>
              <a:ext cx="672" cy="192"/>
              <a:chOff x="2496" y="2160"/>
              <a:chExt cx="768" cy="144"/>
            </a:xfrm>
          </p:grpSpPr>
          <p:sp>
            <p:nvSpPr>
              <p:cNvPr id="3592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592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2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23" name="Group 140"/>
            <p:cNvGrpSpPr>
              <a:grpSpLocks/>
            </p:cNvGrpSpPr>
            <p:nvPr/>
          </p:nvGrpSpPr>
          <p:grpSpPr bwMode="auto">
            <a:xfrm>
              <a:off x="2112" y="2256"/>
              <a:ext cx="672" cy="192"/>
              <a:chOff x="2496" y="2160"/>
              <a:chExt cx="768" cy="144"/>
            </a:xfrm>
          </p:grpSpPr>
          <p:sp>
            <p:nvSpPr>
              <p:cNvPr id="3592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592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2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870" name="Group 144"/>
          <p:cNvGrpSpPr>
            <a:grpSpLocks/>
          </p:cNvGrpSpPr>
          <p:nvPr/>
        </p:nvGrpSpPr>
        <p:grpSpPr bwMode="auto">
          <a:xfrm>
            <a:off x="3657600" y="4400550"/>
            <a:ext cx="2228850" cy="171450"/>
            <a:chOff x="1440" y="2256"/>
            <a:chExt cx="1872" cy="192"/>
          </a:xfrm>
        </p:grpSpPr>
        <p:grpSp>
          <p:nvGrpSpPr>
            <p:cNvPr id="35906" name="Group 145"/>
            <p:cNvGrpSpPr>
              <a:grpSpLocks/>
            </p:cNvGrpSpPr>
            <p:nvPr/>
          </p:nvGrpSpPr>
          <p:grpSpPr bwMode="auto">
            <a:xfrm>
              <a:off x="2784" y="2256"/>
              <a:ext cx="528" cy="192"/>
              <a:chOff x="2112" y="2064"/>
              <a:chExt cx="528" cy="192"/>
            </a:xfrm>
          </p:grpSpPr>
          <p:grpSp>
            <p:nvGrpSpPr>
              <p:cNvPr id="35915" name="Group 146"/>
              <p:cNvGrpSpPr>
                <a:grpSpLocks/>
              </p:cNvGrpSpPr>
              <p:nvPr/>
            </p:nvGrpSpPr>
            <p:grpSpPr bwMode="auto">
              <a:xfrm>
                <a:off x="2112" y="2064"/>
                <a:ext cx="528" cy="192"/>
                <a:chOff x="2208" y="2112"/>
                <a:chExt cx="528" cy="144"/>
              </a:xfrm>
            </p:grpSpPr>
            <p:sp>
              <p:nvSpPr>
                <p:cNvPr id="3591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592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5916" name="Group 149"/>
              <p:cNvGrpSpPr>
                <a:grpSpLocks/>
              </p:cNvGrpSpPr>
              <p:nvPr/>
            </p:nvGrpSpPr>
            <p:grpSpPr bwMode="auto">
              <a:xfrm>
                <a:off x="2448" y="2064"/>
                <a:ext cx="144" cy="144"/>
                <a:chOff x="2448" y="2064"/>
                <a:chExt cx="144" cy="144"/>
              </a:xfrm>
            </p:grpSpPr>
            <p:sp>
              <p:nvSpPr>
                <p:cNvPr id="3591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1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907" name="Group 152"/>
            <p:cNvGrpSpPr>
              <a:grpSpLocks/>
            </p:cNvGrpSpPr>
            <p:nvPr/>
          </p:nvGrpSpPr>
          <p:grpSpPr bwMode="auto">
            <a:xfrm>
              <a:off x="1440" y="2256"/>
              <a:ext cx="672" cy="192"/>
              <a:chOff x="2496" y="2160"/>
              <a:chExt cx="768" cy="144"/>
            </a:xfrm>
          </p:grpSpPr>
          <p:sp>
            <p:nvSpPr>
              <p:cNvPr id="3591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591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1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5908" name="Group 156"/>
            <p:cNvGrpSpPr>
              <a:grpSpLocks/>
            </p:cNvGrpSpPr>
            <p:nvPr/>
          </p:nvGrpSpPr>
          <p:grpSpPr bwMode="auto">
            <a:xfrm>
              <a:off x="2112" y="2256"/>
              <a:ext cx="672" cy="192"/>
              <a:chOff x="2496" y="2160"/>
              <a:chExt cx="768" cy="144"/>
            </a:xfrm>
          </p:grpSpPr>
          <p:sp>
            <p:nvSpPr>
              <p:cNvPr id="3590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591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1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5871" name="Group 160"/>
          <p:cNvGrpSpPr>
            <a:grpSpLocks/>
          </p:cNvGrpSpPr>
          <p:nvPr/>
        </p:nvGrpSpPr>
        <p:grpSpPr bwMode="auto">
          <a:xfrm>
            <a:off x="2857500" y="4400550"/>
            <a:ext cx="800100" cy="171450"/>
            <a:chOff x="2496" y="2160"/>
            <a:chExt cx="768" cy="144"/>
          </a:xfrm>
        </p:grpSpPr>
        <p:sp>
          <p:nvSpPr>
            <p:cNvPr id="3590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590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90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587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587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587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87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587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7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587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5879"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588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8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35882" name="AutoShape 174"/>
          <p:cNvSpPr>
            <a:spLocks noChangeArrowheads="1"/>
          </p:cNvSpPr>
          <p:nvPr/>
        </p:nvSpPr>
        <p:spPr bwMode="auto">
          <a:xfrm>
            <a:off x="29718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5883" name="Group 178"/>
          <p:cNvGrpSpPr>
            <a:grpSpLocks/>
          </p:cNvGrpSpPr>
          <p:nvPr/>
        </p:nvGrpSpPr>
        <p:grpSpPr bwMode="auto">
          <a:xfrm>
            <a:off x="6053138" y="342900"/>
            <a:ext cx="1943100" cy="1943100"/>
            <a:chOff x="2784" y="96"/>
            <a:chExt cx="1632" cy="1680"/>
          </a:xfrm>
        </p:grpSpPr>
        <p:sp>
          <p:nvSpPr>
            <p:cNvPr id="35885" name="Oval 179"/>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5886" name="Oval 180"/>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5887" name="Oval 181"/>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5888" name="Oval 182"/>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5889" name="Oval 183"/>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5890" name="Oval 184"/>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5891" name="Oval 185"/>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5892" name="Line 186"/>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3" name="Line 187"/>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4" name="Line 188"/>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5" name="Line 189"/>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6" name="Line 190"/>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7" name="Line 191"/>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898" name="Oval 192"/>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5899" name="Line 193"/>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00" name="Line 194"/>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01" name="Line 195"/>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5902" name="Line 196"/>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6"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1095723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33057769-352D-9DAB-E99B-D1EEE647307F}"/>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33057769-352D-9DAB-E99B-D1EEE647307F}"/>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6866" name="Group 21"/>
          <p:cNvGrpSpPr>
            <a:grpSpLocks/>
          </p:cNvGrpSpPr>
          <p:nvPr/>
        </p:nvGrpSpPr>
        <p:grpSpPr bwMode="auto">
          <a:xfrm>
            <a:off x="1524001" y="2520554"/>
            <a:ext cx="1079897" cy="258365"/>
            <a:chOff x="288" y="2016"/>
            <a:chExt cx="816" cy="192"/>
          </a:xfrm>
        </p:grpSpPr>
        <p:sp>
          <p:nvSpPr>
            <p:cNvPr id="3703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703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686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686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6869" name="Group 26"/>
          <p:cNvGrpSpPr>
            <a:grpSpLocks/>
          </p:cNvGrpSpPr>
          <p:nvPr/>
        </p:nvGrpSpPr>
        <p:grpSpPr bwMode="auto">
          <a:xfrm>
            <a:off x="1524001" y="3036094"/>
            <a:ext cx="1079897" cy="258366"/>
            <a:chOff x="288" y="2016"/>
            <a:chExt cx="816" cy="192"/>
          </a:xfrm>
        </p:grpSpPr>
        <p:sp>
          <p:nvSpPr>
            <p:cNvPr id="3703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703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870" name="Group 29"/>
          <p:cNvGrpSpPr>
            <a:grpSpLocks/>
          </p:cNvGrpSpPr>
          <p:nvPr/>
        </p:nvGrpSpPr>
        <p:grpSpPr bwMode="auto">
          <a:xfrm>
            <a:off x="1524001" y="3294460"/>
            <a:ext cx="1079897" cy="258365"/>
            <a:chOff x="288" y="2016"/>
            <a:chExt cx="816" cy="192"/>
          </a:xfrm>
        </p:grpSpPr>
        <p:sp>
          <p:nvSpPr>
            <p:cNvPr id="3703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703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871" name="Group 32"/>
          <p:cNvGrpSpPr>
            <a:grpSpLocks/>
          </p:cNvGrpSpPr>
          <p:nvPr/>
        </p:nvGrpSpPr>
        <p:grpSpPr bwMode="auto">
          <a:xfrm>
            <a:off x="1524001" y="3552825"/>
            <a:ext cx="1079897" cy="257175"/>
            <a:chOff x="288" y="2016"/>
            <a:chExt cx="816" cy="192"/>
          </a:xfrm>
        </p:grpSpPr>
        <p:sp>
          <p:nvSpPr>
            <p:cNvPr id="3703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703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872" name="Group 35"/>
          <p:cNvGrpSpPr>
            <a:grpSpLocks/>
          </p:cNvGrpSpPr>
          <p:nvPr/>
        </p:nvGrpSpPr>
        <p:grpSpPr bwMode="auto">
          <a:xfrm>
            <a:off x="1524001" y="3810000"/>
            <a:ext cx="1079897" cy="258366"/>
            <a:chOff x="288" y="2016"/>
            <a:chExt cx="816" cy="192"/>
          </a:xfrm>
        </p:grpSpPr>
        <p:sp>
          <p:nvSpPr>
            <p:cNvPr id="3703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703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873" name="Group 38"/>
          <p:cNvGrpSpPr>
            <a:grpSpLocks/>
          </p:cNvGrpSpPr>
          <p:nvPr/>
        </p:nvGrpSpPr>
        <p:grpSpPr bwMode="auto">
          <a:xfrm>
            <a:off x="1524001" y="4325542"/>
            <a:ext cx="1079897" cy="258365"/>
            <a:chOff x="288" y="2016"/>
            <a:chExt cx="816" cy="192"/>
          </a:xfrm>
        </p:grpSpPr>
        <p:sp>
          <p:nvSpPr>
            <p:cNvPr id="3702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702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874" name="Group 41"/>
          <p:cNvGrpSpPr>
            <a:grpSpLocks/>
          </p:cNvGrpSpPr>
          <p:nvPr/>
        </p:nvGrpSpPr>
        <p:grpSpPr bwMode="auto">
          <a:xfrm>
            <a:off x="1524001" y="4068366"/>
            <a:ext cx="1079897" cy="257175"/>
            <a:chOff x="288" y="2016"/>
            <a:chExt cx="816" cy="192"/>
          </a:xfrm>
        </p:grpSpPr>
        <p:sp>
          <p:nvSpPr>
            <p:cNvPr id="3702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702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687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chemeClr val="tx1"/>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687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7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7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8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8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8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8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88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6885" name="Group 54"/>
          <p:cNvGrpSpPr>
            <a:grpSpLocks/>
          </p:cNvGrpSpPr>
          <p:nvPr/>
        </p:nvGrpSpPr>
        <p:grpSpPr bwMode="auto">
          <a:xfrm>
            <a:off x="2857500" y="3612357"/>
            <a:ext cx="1428750" cy="159544"/>
            <a:chOff x="1440" y="2064"/>
            <a:chExt cx="1200" cy="192"/>
          </a:xfrm>
        </p:grpSpPr>
        <p:grpSp>
          <p:nvGrpSpPr>
            <p:cNvPr id="37015" name="Group 55"/>
            <p:cNvGrpSpPr>
              <a:grpSpLocks/>
            </p:cNvGrpSpPr>
            <p:nvPr/>
          </p:nvGrpSpPr>
          <p:grpSpPr bwMode="auto">
            <a:xfrm>
              <a:off x="1440" y="2064"/>
              <a:ext cx="672" cy="192"/>
              <a:chOff x="2496" y="2160"/>
              <a:chExt cx="768" cy="144"/>
            </a:xfrm>
          </p:grpSpPr>
          <p:sp>
            <p:nvSpPr>
              <p:cNvPr id="3702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702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02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016" name="Group 59"/>
            <p:cNvGrpSpPr>
              <a:grpSpLocks/>
            </p:cNvGrpSpPr>
            <p:nvPr/>
          </p:nvGrpSpPr>
          <p:grpSpPr bwMode="auto">
            <a:xfrm>
              <a:off x="2112" y="2064"/>
              <a:ext cx="528" cy="192"/>
              <a:chOff x="2112" y="2064"/>
              <a:chExt cx="528" cy="192"/>
            </a:xfrm>
          </p:grpSpPr>
          <p:grpSp>
            <p:nvGrpSpPr>
              <p:cNvPr id="37017" name="Group 60"/>
              <p:cNvGrpSpPr>
                <a:grpSpLocks/>
              </p:cNvGrpSpPr>
              <p:nvPr/>
            </p:nvGrpSpPr>
            <p:grpSpPr bwMode="auto">
              <a:xfrm>
                <a:off x="2112" y="2064"/>
                <a:ext cx="528" cy="192"/>
                <a:chOff x="2208" y="2112"/>
                <a:chExt cx="528" cy="144"/>
              </a:xfrm>
            </p:grpSpPr>
            <p:sp>
              <p:nvSpPr>
                <p:cNvPr id="3702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702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018" name="Group 63"/>
              <p:cNvGrpSpPr>
                <a:grpSpLocks/>
              </p:cNvGrpSpPr>
              <p:nvPr/>
            </p:nvGrpSpPr>
            <p:grpSpPr bwMode="auto">
              <a:xfrm>
                <a:off x="2448" y="2064"/>
                <a:ext cx="144" cy="144"/>
                <a:chOff x="2448" y="2064"/>
                <a:chExt cx="144" cy="144"/>
              </a:xfrm>
            </p:grpSpPr>
            <p:sp>
              <p:nvSpPr>
                <p:cNvPr id="3701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02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6886" name="Group 66"/>
          <p:cNvGrpSpPr>
            <a:grpSpLocks/>
          </p:cNvGrpSpPr>
          <p:nvPr/>
        </p:nvGrpSpPr>
        <p:grpSpPr bwMode="auto">
          <a:xfrm>
            <a:off x="2857500" y="2800350"/>
            <a:ext cx="2228850" cy="171450"/>
            <a:chOff x="1440" y="2256"/>
            <a:chExt cx="1872" cy="192"/>
          </a:xfrm>
        </p:grpSpPr>
        <p:grpSp>
          <p:nvGrpSpPr>
            <p:cNvPr id="37000" name="Group 67"/>
            <p:cNvGrpSpPr>
              <a:grpSpLocks/>
            </p:cNvGrpSpPr>
            <p:nvPr/>
          </p:nvGrpSpPr>
          <p:grpSpPr bwMode="auto">
            <a:xfrm>
              <a:off x="2784" y="2256"/>
              <a:ext cx="528" cy="192"/>
              <a:chOff x="2112" y="2064"/>
              <a:chExt cx="528" cy="192"/>
            </a:xfrm>
          </p:grpSpPr>
          <p:grpSp>
            <p:nvGrpSpPr>
              <p:cNvPr id="37009" name="Group 68"/>
              <p:cNvGrpSpPr>
                <a:grpSpLocks/>
              </p:cNvGrpSpPr>
              <p:nvPr/>
            </p:nvGrpSpPr>
            <p:grpSpPr bwMode="auto">
              <a:xfrm>
                <a:off x="2112" y="2064"/>
                <a:ext cx="528" cy="192"/>
                <a:chOff x="2208" y="2112"/>
                <a:chExt cx="528" cy="144"/>
              </a:xfrm>
            </p:grpSpPr>
            <p:sp>
              <p:nvSpPr>
                <p:cNvPr id="3701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701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010" name="Group 71"/>
              <p:cNvGrpSpPr>
                <a:grpSpLocks/>
              </p:cNvGrpSpPr>
              <p:nvPr/>
            </p:nvGrpSpPr>
            <p:grpSpPr bwMode="auto">
              <a:xfrm>
                <a:off x="2448" y="2064"/>
                <a:ext cx="144" cy="144"/>
                <a:chOff x="2448" y="2064"/>
                <a:chExt cx="144" cy="144"/>
              </a:xfrm>
            </p:grpSpPr>
            <p:sp>
              <p:nvSpPr>
                <p:cNvPr id="3701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01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001" name="Group 74"/>
            <p:cNvGrpSpPr>
              <a:grpSpLocks/>
            </p:cNvGrpSpPr>
            <p:nvPr/>
          </p:nvGrpSpPr>
          <p:grpSpPr bwMode="auto">
            <a:xfrm>
              <a:off x="1440" y="2256"/>
              <a:ext cx="672" cy="192"/>
              <a:chOff x="2496" y="2160"/>
              <a:chExt cx="768" cy="144"/>
            </a:xfrm>
          </p:grpSpPr>
          <p:sp>
            <p:nvSpPr>
              <p:cNvPr id="3700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700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00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002" name="Group 78"/>
            <p:cNvGrpSpPr>
              <a:grpSpLocks/>
            </p:cNvGrpSpPr>
            <p:nvPr/>
          </p:nvGrpSpPr>
          <p:grpSpPr bwMode="auto">
            <a:xfrm>
              <a:off x="2112" y="2256"/>
              <a:ext cx="672" cy="192"/>
              <a:chOff x="2496" y="2160"/>
              <a:chExt cx="768" cy="144"/>
            </a:xfrm>
          </p:grpSpPr>
          <p:sp>
            <p:nvSpPr>
              <p:cNvPr id="3700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700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00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887" name="Group 82"/>
          <p:cNvGrpSpPr>
            <a:grpSpLocks/>
          </p:cNvGrpSpPr>
          <p:nvPr/>
        </p:nvGrpSpPr>
        <p:grpSpPr bwMode="auto">
          <a:xfrm>
            <a:off x="2857500" y="3326607"/>
            <a:ext cx="800100" cy="159544"/>
            <a:chOff x="2496" y="2160"/>
            <a:chExt cx="768" cy="144"/>
          </a:xfrm>
        </p:grpSpPr>
        <p:sp>
          <p:nvSpPr>
            <p:cNvPr id="3699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699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9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888" name="Group 86"/>
          <p:cNvGrpSpPr>
            <a:grpSpLocks/>
          </p:cNvGrpSpPr>
          <p:nvPr/>
        </p:nvGrpSpPr>
        <p:grpSpPr bwMode="auto">
          <a:xfrm>
            <a:off x="3657600" y="3326607"/>
            <a:ext cx="628650" cy="159544"/>
            <a:chOff x="2112" y="2064"/>
            <a:chExt cx="528" cy="192"/>
          </a:xfrm>
        </p:grpSpPr>
        <p:grpSp>
          <p:nvGrpSpPr>
            <p:cNvPr id="36991" name="Group 87"/>
            <p:cNvGrpSpPr>
              <a:grpSpLocks/>
            </p:cNvGrpSpPr>
            <p:nvPr/>
          </p:nvGrpSpPr>
          <p:grpSpPr bwMode="auto">
            <a:xfrm>
              <a:off x="2112" y="2064"/>
              <a:ext cx="528" cy="192"/>
              <a:chOff x="2208" y="2112"/>
              <a:chExt cx="528" cy="144"/>
            </a:xfrm>
          </p:grpSpPr>
          <p:sp>
            <p:nvSpPr>
              <p:cNvPr id="3699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699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92" name="Group 90"/>
            <p:cNvGrpSpPr>
              <a:grpSpLocks/>
            </p:cNvGrpSpPr>
            <p:nvPr/>
          </p:nvGrpSpPr>
          <p:grpSpPr bwMode="auto">
            <a:xfrm>
              <a:off x="2448" y="2064"/>
              <a:ext cx="144" cy="144"/>
              <a:chOff x="2448" y="2064"/>
              <a:chExt cx="144" cy="144"/>
            </a:xfrm>
          </p:grpSpPr>
          <p:sp>
            <p:nvSpPr>
              <p:cNvPr id="3699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9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889" name="Group 93"/>
          <p:cNvGrpSpPr>
            <a:grpSpLocks/>
          </p:cNvGrpSpPr>
          <p:nvPr/>
        </p:nvGrpSpPr>
        <p:grpSpPr bwMode="auto">
          <a:xfrm>
            <a:off x="2857500" y="2571750"/>
            <a:ext cx="1428750" cy="171450"/>
            <a:chOff x="1440" y="2064"/>
            <a:chExt cx="1200" cy="192"/>
          </a:xfrm>
        </p:grpSpPr>
        <p:grpSp>
          <p:nvGrpSpPr>
            <p:cNvPr id="36980" name="Group 94"/>
            <p:cNvGrpSpPr>
              <a:grpSpLocks/>
            </p:cNvGrpSpPr>
            <p:nvPr/>
          </p:nvGrpSpPr>
          <p:grpSpPr bwMode="auto">
            <a:xfrm>
              <a:off x="1440" y="2064"/>
              <a:ext cx="672" cy="192"/>
              <a:chOff x="2496" y="2160"/>
              <a:chExt cx="768" cy="144"/>
            </a:xfrm>
          </p:grpSpPr>
          <p:sp>
            <p:nvSpPr>
              <p:cNvPr id="3698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698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9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981" name="Group 98"/>
            <p:cNvGrpSpPr>
              <a:grpSpLocks/>
            </p:cNvGrpSpPr>
            <p:nvPr/>
          </p:nvGrpSpPr>
          <p:grpSpPr bwMode="auto">
            <a:xfrm>
              <a:off x="2112" y="2064"/>
              <a:ext cx="528" cy="192"/>
              <a:chOff x="2112" y="2064"/>
              <a:chExt cx="528" cy="192"/>
            </a:xfrm>
          </p:grpSpPr>
          <p:grpSp>
            <p:nvGrpSpPr>
              <p:cNvPr id="36982" name="Group 99"/>
              <p:cNvGrpSpPr>
                <a:grpSpLocks/>
              </p:cNvGrpSpPr>
              <p:nvPr/>
            </p:nvGrpSpPr>
            <p:grpSpPr bwMode="auto">
              <a:xfrm>
                <a:off x="2112" y="2064"/>
                <a:ext cx="528" cy="192"/>
                <a:chOff x="2208" y="2112"/>
                <a:chExt cx="528" cy="144"/>
              </a:xfrm>
            </p:grpSpPr>
            <p:sp>
              <p:nvSpPr>
                <p:cNvPr id="3698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698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83" name="Group 102"/>
              <p:cNvGrpSpPr>
                <a:grpSpLocks/>
              </p:cNvGrpSpPr>
              <p:nvPr/>
            </p:nvGrpSpPr>
            <p:grpSpPr bwMode="auto">
              <a:xfrm>
                <a:off x="2448" y="2064"/>
                <a:ext cx="144" cy="144"/>
                <a:chOff x="2448" y="2064"/>
                <a:chExt cx="144" cy="144"/>
              </a:xfrm>
            </p:grpSpPr>
            <p:sp>
              <p:nvSpPr>
                <p:cNvPr id="3698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8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6890" name="Group 105"/>
          <p:cNvGrpSpPr>
            <a:grpSpLocks/>
          </p:cNvGrpSpPr>
          <p:nvPr/>
        </p:nvGrpSpPr>
        <p:grpSpPr bwMode="auto">
          <a:xfrm>
            <a:off x="2857500" y="3886200"/>
            <a:ext cx="1428750" cy="171450"/>
            <a:chOff x="1440" y="2064"/>
            <a:chExt cx="1200" cy="192"/>
          </a:xfrm>
        </p:grpSpPr>
        <p:grpSp>
          <p:nvGrpSpPr>
            <p:cNvPr id="36969" name="Group 106"/>
            <p:cNvGrpSpPr>
              <a:grpSpLocks/>
            </p:cNvGrpSpPr>
            <p:nvPr/>
          </p:nvGrpSpPr>
          <p:grpSpPr bwMode="auto">
            <a:xfrm>
              <a:off x="1440" y="2064"/>
              <a:ext cx="672" cy="192"/>
              <a:chOff x="2496" y="2160"/>
              <a:chExt cx="768" cy="144"/>
            </a:xfrm>
          </p:grpSpPr>
          <p:sp>
            <p:nvSpPr>
              <p:cNvPr id="3697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697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7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970" name="Group 110"/>
            <p:cNvGrpSpPr>
              <a:grpSpLocks/>
            </p:cNvGrpSpPr>
            <p:nvPr/>
          </p:nvGrpSpPr>
          <p:grpSpPr bwMode="auto">
            <a:xfrm>
              <a:off x="2112" y="2064"/>
              <a:ext cx="528" cy="192"/>
              <a:chOff x="2112" y="2064"/>
              <a:chExt cx="528" cy="192"/>
            </a:xfrm>
          </p:grpSpPr>
          <p:grpSp>
            <p:nvGrpSpPr>
              <p:cNvPr id="36971" name="Group 111"/>
              <p:cNvGrpSpPr>
                <a:grpSpLocks/>
              </p:cNvGrpSpPr>
              <p:nvPr/>
            </p:nvGrpSpPr>
            <p:grpSpPr bwMode="auto">
              <a:xfrm>
                <a:off x="2112" y="2064"/>
                <a:ext cx="528" cy="192"/>
                <a:chOff x="2208" y="2112"/>
                <a:chExt cx="528" cy="144"/>
              </a:xfrm>
            </p:grpSpPr>
            <p:sp>
              <p:nvSpPr>
                <p:cNvPr id="3697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697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72" name="Group 114"/>
              <p:cNvGrpSpPr>
                <a:grpSpLocks/>
              </p:cNvGrpSpPr>
              <p:nvPr/>
            </p:nvGrpSpPr>
            <p:grpSpPr bwMode="auto">
              <a:xfrm>
                <a:off x="2448" y="2064"/>
                <a:ext cx="144" cy="144"/>
                <a:chOff x="2448" y="2064"/>
                <a:chExt cx="144" cy="144"/>
              </a:xfrm>
            </p:grpSpPr>
            <p:sp>
              <p:nvSpPr>
                <p:cNvPr id="3697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7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6891" name="Group 117"/>
          <p:cNvGrpSpPr>
            <a:grpSpLocks/>
          </p:cNvGrpSpPr>
          <p:nvPr/>
        </p:nvGrpSpPr>
        <p:grpSpPr bwMode="auto">
          <a:xfrm>
            <a:off x="2857500" y="4126707"/>
            <a:ext cx="800100" cy="159544"/>
            <a:chOff x="2496" y="2160"/>
            <a:chExt cx="768" cy="144"/>
          </a:xfrm>
        </p:grpSpPr>
        <p:sp>
          <p:nvSpPr>
            <p:cNvPr id="3696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696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6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892" name="Group 121"/>
          <p:cNvGrpSpPr>
            <a:grpSpLocks/>
          </p:cNvGrpSpPr>
          <p:nvPr/>
        </p:nvGrpSpPr>
        <p:grpSpPr bwMode="auto">
          <a:xfrm>
            <a:off x="3657600" y="4126707"/>
            <a:ext cx="628650" cy="159544"/>
            <a:chOff x="2112" y="2064"/>
            <a:chExt cx="528" cy="192"/>
          </a:xfrm>
        </p:grpSpPr>
        <p:grpSp>
          <p:nvGrpSpPr>
            <p:cNvPr id="36960" name="Group 122"/>
            <p:cNvGrpSpPr>
              <a:grpSpLocks/>
            </p:cNvGrpSpPr>
            <p:nvPr/>
          </p:nvGrpSpPr>
          <p:grpSpPr bwMode="auto">
            <a:xfrm>
              <a:off x="2112" y="2064"/>
              <a:ext cx="528" cy="192"/>
              <a:chOff x="2208" y="2112"/>
              <a:chExt cx="528" cy="144"/>
            </a:xfrm>
          </p:grpSpPr>
          <p:sp>
            <p:nvSpPr>
              <p:cNvPr id="3696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696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61" name="Group 125"/>
            <p:cNvGrpSpPr>
              <a:grpSpLocks/>
            </p:cNvGrpSpPr>
            <p:nvPr/>
          </p:nvGrpSpPr>
          <p:grpSpPr bwMode="auto">
            <a:xfrm>
              <a:off x="2448" y="2064"/>
              <a:ext cx="144" cy="144"/>
              <a:chOff x="2448" y="2064"/>
              <a:chExt cx="144" cy="144"/>
            </a:xfrm>
          </p:grpSpPr>
          <p:sp>
            <p:nvSpPr>
              <p:cNvPr id="3696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6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893" name="Group 128"/>
          <p:cNvGrpSpPr>
            <a:grpSpLocks/>
          </p:cNvGrpSpPr>
          <p:nvPr/>
        </p:nvGrpSpPr>
        <p:grpSpPr bwMode="auto">
          <a:xfrm>
            <a:off x="2857500" y="3040857"/>
            <a:ext cx="2228850" cy="159544"/>
            <a:chOff x="1440" y="2256"/>
            <a:chExt cx="1872" cy="192"/>
          </a:xfrm>
        </p:grpSpPr>
        <p:grpSp>
          <p:nvGrpSpPr>
            <p:cNvPr id="36945" name="Group 129"/>
            <p:cNvGrpSpPr>
              <a:grpSpLocks/>
            </p:cNvGrpSpPr>
            <p:nvPr/>
          </p:nvGrpSpPr>
          <p:grpSpPr bwMode="auto">
            <a:xfrm>
              <a:off x="2784" y="2256"/>
              <a:ext cx="528" cy="192"/>
              <a:chOff x="2112" y="2064"/>
              <a:chExt cx="528" cy="192"/>
            </a:xfrm>
          </p:grpSpPr>
          <p:grpSp>
            <p:nvGrpSpPr>
              <p:cNvPr id="36954" name="Group 130"/>
              <p:cNvGrpSpPr>
                <a:grpSpLocks/>
              </p:cNvGrpSpPr>
              <p:nvPr/>
            </p:nvGrpSpPr>
            <p:grpSpPr bwMode="auto">
              <a:xfrm>
                <a:off x="2112" y="2064"/>
                <a:ext cx="528" cy="192"/>
                <a:chOff x="2208" y="2112"/>
                <a:chExt cx="528" cy="144"/>
              </a:xfrm>
            </p:grpSpPr>
            <p:sp>
              <p:nvSpPr>
                <p:cNvPr id="3695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695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55" name="Group 133"/>
              <p:cNvGrpSpPr>
                <a:grpSpLocks/>
              </p:cNvGrpSpPr>
              <p:nvPr/>
            </p:nvGrpSpPr>
            <p:grpSpPr bwMode="auto">
              <a:xfrm>
                <a:off x="2448" y="2064"/>
                <a:ext cx="144" cy="144"/>
                <a:chOff x="2448" y="2064"/>
                <a:chExt cx="144" cy="144"/>
              </a:xfrm>
            </p:grpSpPr>
            <p:sp>
              <p:nvSpPr>
                <p:cNvPr id="3695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5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946" name="Group 136"/>
            <p:cNvGrpSpPr>
              <a:grpSpLocks/>
            </p:cNvGrpSpPr>
            <p:nvPr/>
          </p:nvGrpSpPr>
          <p:grpSpPr bwMode="auto">
            <a:xfrm>
              <a:off x="1440" y="2256"/>
              <a:ext cx="672" cy="192"/>
              <a:chOff x="2496" y="2160"/>
              <a:chExt cx="768" cy="144"/>
            </a:xfrm>
          </p:grpSpPr>
          <p:sp>
            <p:nvSpPr>
              <p:cNvPr id="3695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695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5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947" name="Group 140"/>
            <p:cNvGrpSpPr>
              <a:grpSpLocks/>
            </p:cNvGrpSpPr>
            <p:nvPr/>
          </p:nvGrpSpPr>
          <p:grpSpPr bwMode="auto">
            <a:xfrm>
              <a:off x="2112" y="2256"/>
              <a:ext cx="672" cy="192"/>
              <a:chOff x="2496" y="2160"/>
              <a:chExt cx="768" cy="144"/>
            </a:xfrm>
          </p:grpSpPr>
          <p:sp>
            <p:nvSpPr>
              <p:cNvPr id="3694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694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5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894" name="Group 144"/>
          <p:cNvGrpSpPr>
            <a:grpSpLocks/>
          </p:cNvGrpSpPr>
          <p:nvPr/>
        </p:nvGrpSpPr>
        <p:grpSpPr bwMode="auto">
          <a:xfrm>
            <a:off x="3657600" y="4400550"/>
            <a:ext cx="2228850" cy="171450"/>
            <a:chOff x="1440" y="2256"/>
            <a:chExt cx="1872" cy="192"/>
          </a:xfrm>
        </p:grpSpPr>
        <p:grpSp>
          <p:nvGrpSpPr>
            <p:cNvPr id="36930" name="Group 145"/>
            <p:cNvGrpSpPr>
              <a:grpSpLocks/>
            </p:cNvGrpSpPr>
            <p:nvPr/>
          </p:nvGrpSpPr>
          <p:grpSpPr bwMode="auto">
            <a:xfrm>
              <a:off x="2784" y="2256"/>
              <a:ext cx="528" cy="192"/>
              <a:chOff x="2112" y="2064"/>
              <a:chExt cx="528" cy="192"/>
            </a:xfrm>
          </p:grpSpPr>
          <p:grpSp>
            <p:nvGrpSpPr>
              <p:cNvPr id="36939" name="Group 146"/>
              <p:cNvGrpSpPr>
                <a:grpSpLocks/>
              </p:cNvGrpSpPr>
              <p:nvPr/>
            </p:nvGrpSpPr>
            <p:grpSpPr bwMode="auto">
              <a:xfrm>
                <a:off x="2112" y="2064"/>
                <a:ext cx="528" cy="192"/>
                <a:chOff x="2208" y="2112"/>
                <a:chExt cx="528" cy="144"/>
              </a:xfrm>
            </p:grpSpPr>
            <p:sp>
              <p:nvSpPr>
                <p:cNvPr id="3694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694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6940" name="Group 149"/>
              <p:cNvGrpSpPr>
                <a:grpSpLocks/>
              </p:cNvGrpSpPr>
              <p:nvPr/>
            </p:nvGrpSpPr>
            <p:grpSpPr bwMode="auto">
              <a:xfrm>
                <a:off x="2448" y="2064"/>
                <a:ext cx="144" cy="144"/>
                <a:chOff x="2448" y="2064"/>
                <a:chExt cx="144" cy="144"/>
              </a:xfrm>
            </p:grpSpPr>
            <p:sp>
              <p:nvSpPr>
                <p:cNvPr id="3694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4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931" name="Group 152"/>
            <p:cNvGrpSpPr>
              <a:grpSpLocks/>
            </p:cNvGrpSpPr>
            <p:nvPr/>
          </p:nvGrpSpPr>
          <p:grpSpPr bwMode="auto">
            <a:xfrm>
              <a:off x="1440" y="2256"/>
              <a:ext cx="672" cy="192"/>
              <a:chOff x="2496" y="2160"/>
              <a:chExt cx="768" cy="144"/>
            </a:xfrm>
          </p:grpSpPr>
          <p:sp>
            <p:nvSpPr>
              <p:cNvPr id="3693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693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3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6932" name="Group 156"/>
            <p:cNvGrpSpPr>
              <a:grpSpLocks/>
            </p:cNvGrpSpPr>
            <p:nvPr/>
          </p:nvGrpSpPr>
          <p:grpSpPr bwMode="auto">
            <a:xfrm>
              <a:off x="2112" y="2256"/>
              <a:ext cx="672" cy="192"/>
              <a:chOff x="2496" y="2160"/>
              <a:chExt cx="768" cy="144"/>
            </a:xfrm>
          </p:grpSpPr>
          <p:sp>
            <p:nvSpPr>
              <p:cNvPr id="3693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693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3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6895" name="Group 160"/>
          <p:cNvGrpSpPr>
            <a:grpSpLocks/>
          </p:cNvGrpSpPr>
          <p:nvPr/>
        </p:nvGrpSpPr>
        <p:grpSpPr bwMode="auto">
          <a:xfrm>
            <a:off x="2857500" y="4400550"/>
            <a:ext cx="800100" cy="171450"/>
            <a:chOff x="2496" y="2160"/>
            <a:chExt cx="768" cy="144"/>
          </a:xfrm>
        </p:grpSpPr>
        <p:sp>
          <p:nvSpPr>
            <p:cNvPr id="3692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692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2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689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689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689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89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690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0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690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6903"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690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0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3690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6907" name="Group 178"/>
          <p:cNvGrpSpPr>
            <a:grpSpLocks/>
          </p:cNvGrpSpPr>
          <p:nvPr/>
        </p:nvGrpSpPr>
        <p:grpSpPr bwMode="auto">
          <a:xfrm>
            <a:off x="6053138" y="342900"/>
            <a:ext cx="1943100" cy="1943100"/>
            <a:chOff x="2784" y="96"/>
            <a:chExt cx="1632" cy="1680"/>
          </a:xfrm>
        </p:grpSpPr>
        <p:sp>
          <p:nvSpPr>
            <p:cNvPr id="36909" name="Oval 179"/>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6910" name="Oval 180"/>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6911" name="Oval 181"/>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6912" name="Oval 182"/>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6913" name="Oval 183"/>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6914" name="Oval 184"/>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6915" name="Oval 185"/>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6916" name="Line 186"/>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17" name="Line 187"/>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18" name="Line 188"/>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19" name="Line 189"/>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0" name="Line 190"/>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1" name="Line 191"/>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2" name="Oval 192"/>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6923" name="Line 193"/>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4" name="Line 194"/>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5" name="Line 195"/>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6926" name="Line 196"/>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6"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715127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9D65D01-BC7F-9ACA-49FF-195C0E11E90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9D65D01-BC7F-9ACA-49FF-195C0E11E90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7890" name="Group 21"/>
          <p:cNvGrpSpPr>
            <a:grpSpLocks/>
          </p:cNvGrpSpPr>
          <p:nvPr/>
        </p:nvGrpSpPr>
        <p:grpSpPr bwMode="auto">
          <a:xfrm>
            <a:off x="1524001" y="2520554"/>
            <a:ext cx="1079897" cy="258365"/>
            <a:chOff x="288" y="2016"/>
            <a:chExt cx="816" cy="192"/>
          </a:xfrm>
        </p:grpSpPr>
        <p:sp>
          <p:nvSpPr>
            <p:cNvPr id="3806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806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789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789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7893" name="Group 26"/>
          <p:cNvGrpSpPr>
            <a:grpSpLocks/>
          </p:cNvGrpSpPr>
          <p:nvPr/>
        </p:nvGrpSpPr>
        <p:grpSpPr bwMode="auto">
          <a:xfrm>
            <a:off x="1524001" y="3036094"/>
            <a:ext cx="1079897" cy="258366"/>
            <a:chOff x="288" y="2016"/>
            <a:chExt cx="816" cy="192"/>
          </a:xfrm>
        </p:grpSpPr>
        <p:sp>
          <p:nvSpPr>
            <p:cNvPr id="3806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806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894" name="Group 29"/>
          <p:cNvGrpSpPr>
            <a:grpSpLocks/>
          </p:cNvGrpSpPr>
          <p:nvPr/>
        </p:nvGrpSpPr>
        <p:grpSpPr bwMode="auto">
          <a:xfrm>
            <a:off x="1524001" y="3294460"/>
            <a:ext cx="1079897" cy="258365"/>
            <a:chOff x="288" y="2016"/>
            <a:chExt cx="816" cy="192"/>
          </a:xfrm>
        </p:grpSpPr>
        <p:sp>
          <p:nvSpPr>
            <p:cNvPr id="3806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806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895" name="Group 32"/>
          <p:cNvGrpSpPr>
            <a:grpSpLocks/>
          </p:cNvGrpSpPr>
          <p:nvPr/>
        </p:nvGrpSpPr>
        <p:grpSpPr bwMode="auto">
          <a:xfrm>
            <a:off x="1524001" y="3552825"/>
            <a:ext cx="1079897" cy="257175"/>
            <a:chOff x="288" y="2016"/>
            <a:chExt cx="816" cy="192"/>
          </a:xfrm>
        </p:grpSpPr>
        <p:sp>
          <p:nvSpPr>
            <p:cNvPr id="3805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805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896" name="Group 35"/>
          <p:cNvGrpSpPr>
            <a:grpSpLocks/>
          </p:cNvGrpSpPr>
          <p:nvPr/>
        </p:nvGrpSpPr>
        <p:grpSpPr bwMode="auto">
          <a:xfrm>
            <a:off x="1524001" y="3810000"/>
            <a:ext cx="1079897" cy="258366"/>
            <a:chOff x="288" y="2016"/>
            <a:chExt cx="816" cy="192"/>
          </a:xfrm>
        </p:grpSpPr>
        <p:sp>
          <p:nvSpPr>
            <p:cNvPr id="3805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805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897" name="Group 38"/>
          <p:cNvGrpSpPr>
            <a:grpSpLocks/>
          </p:cNvGrpSpPr>
          <p:nvPr/>
        </p:nvGrpSpPr>
        <p:grpSpPr bwMode="auto">
          <a:xfrm>
            <a:off x="1524001" y="4325542"/>
            <a:ext cx="1079897" cy="258365"/>
            <a:chOff x="288" y="2016"/>
            <a:chExt cx="816" cy="192"/>
          </a:xfrm>
        </p:grpSpPr>
        <p:sp>
          <p:nvSpPr>
            <p:cNvPr id="3805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805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898" name="Group 41"/>
          <p:cNvGrpSpPr>
            <a:grpSpLocks/>
          </p:cNvGrpSpPr>
          <p:nvPr/>
        </p:nvGrpSpPr>
        <p:grpSpPr bwMode="auto">
          <a:xfrm>
            <a:off x="1524001" y="4068366"/>
            <a:ext cx="1079897" cy="257175"/>
            <a:chOff x="288" y="2016"/>
            <a:chExt cx="816" cy="192"/>
          </a:xfrm>
        </p:grpSpPr>
        <p:sp>
          <p:nvSpPr>
            <p:cNvPr id="3805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805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789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790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0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7909" name="Group 54"/>
          <p:cNvGrpSpPr>
            <a:grpSpLocks/>
          </p:cNvGrpSpPr>
          <p:nvPr/>
        </p:nvGrpSpPr>
        <p:grpSpPr bwMode="auto">
          <a:xfrm>
            <a:off x="2857500" y="3612357"/>
            <a:ext cx="1428750" cy="159544"/>
            <a:chOff x="1440" y="2064"/>
            <a:chExt cx="1200" cy="192"/>
          </a:xfrm>
        </p:grpSpPr>
        <p:grpSp>
          <p:nvGrpSpPr>
            <p:cNvPr id="38041" name="Group 55"/>
            <p:cNvGrpSpPr>
              <a:grpSpLocks/>
            </p:cNvGrpSpPr>
            <p:nvPr/>
          </p:nvGrpSpPr>
          <p:grpSpPr bwMode="auto">
            <a:xfrm>
              <a:off x="1440" y="2064"/>
              <a:ext cx="672" cy="192"/>
              <a:chOff x="2496" y="2160"/>
              <a:chExt cx="768" cy="144"/>
            </a:xfrm>
          </p:grpSpPr>
          <p:sp>
            <p:nvSpPr>
              <p:cNvPr id="3804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805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5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042" name="Group 59"/>
            <p:cNvGrpSpPr>
              <a:grpSpLocks/>
            </p:cNvGrpSpPr>
            <p:nvPr/>
          </p:nvGrpSpPr>
          <p:grpSpPr bwMode="auto">
            <a:xfrm>
              <a:off x="2112" y="2064"/>
              <a:ext cx="528" cy="192"/>
              <a:chOff x="2112" y="2064"/>
              <a:chExt cx="528" cy="192"/>
            </a:xfrm>
          </p:grpSpPr>
          <p:grpSp>
            <p:nvGrpSpPr>
              <p:cNvPr id="38043" name="Group 60"/>
              <p:cNvGrpSpPr>
                <a:grpSpLocks/>
              </p:cNvGrpSpPr>
              <p:nvPr/>
            </p:nvGrpSpPr>
            <p:grpSpPr bwMode="auto">
              <a:xfrm>
                <a:off x="2112" y="2064"/>
                <a:ext cx="528" cy="192"/>
                <a:chOff x="2208" y="2112"/>
                <a:chExt cx="528" cy="144"/>
              </a:xfrm>
            </p:grpSpPr>
            <p:sp>
              <p:nvSpPr>
                <p:cNvPr id="3804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804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044" name="Group 63"/>
              <p:cNvGrpSpPr>
                <a:grpSpLocks/>
              </p:cNvGrpSpPr>
              <p:nvPr/>
            </p:nvGrpSpPr>
            <p:grpSpPr bwMode="auto">
              <a:xfrm>
                <a:off x="2448" y="2064"/>
                <a:ext cx="144" cy="144"/>
                <a:chOff x="2448" y="2064"/>
                <a:chExt cx="144" cy="144"/>
              </a:xfrm>
            </p:grpSpPr>
            <p:sp>
              <p:nvSpPr>
                <p:cNvPr id="3804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04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7910" name="Group 66"/>
          <p:cNvGrpSpPr>
            <a:grpSpLocks/>
          </p:cNvGrpSpPr>
          <p:nvPr/>
        </p:nvGrpSpPr>
        <p:grpSpPr bwMode="auto">
          <a:xfrm>
            <a:off x="2857500" y="2800350"/>
            <a:ext cx="2228850" cy="171450"/>
            <a:chOff x="1440" y="2256"/>
            <a:chExt cx="1872" cy="192"/>
          </a:xfrm>
        </p:grpSpPr>
        <p:grpSp>
          <p:nvGrpSpPr>
            <p:cNvPr id="38026" name="Group 67"/>
            <p:cNvGrpSpPr>
              <a:grpSpLocks/>
            </p:cNvGrpSpPr>
            <p:nvPr/>
          </p:nvGrpSpPr>
          <p:grpSpPr bwMode="auto">
            <a:xfrm>
              <a:off x="2784" y="2256"/>
              <a:ext cx="528" cy="192"/>
              <a:chOff x="2112" y="2064"/>
              <a:chExt cx="528" cy="192"/>
            </a:xfrm>
          </p:grpSpPr>
          <p:grpSp>
            <p:nvGrpSpPr>
              <p:cNvPr id="38035" name="Group 68"/>
              <p:cNvGrpSpPr>
                <a:grpSpLocks/>
              </p:cNvGrpSpPr>
              <p:nvPr/>
            </p:nvGrpSpPr>
            <p:grpSpPr bwMode="auto">
              <a:xfrm>
                <a:off x="2112" y="2064"/>
                <a:ext cx="528" cy="192"/>
                <a:chOff x="2208" y="2112"/>
                <a:chExt cx="528" cy="144"/>
              </a:xfrm>
            </p:grpSpPr>
            <p:sp>
              <p:nvSpPr>
                <p:cNvPr id="3803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804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036" name="Group 71"/>
              <p:cNvGrpSpPr>
                <a:grpSpLocks/>
              </p:cNvGrpSpPr>
              <p:nvPr/>
            </p:nvGrpSpPr>
            <p:grpSpPr bwMode="auto">
              <a:xfrm>
                <a:off x="2448" y="2064"/>
                <a:ext cx="144" cy="144"/>
                <a:chOff x="2448" y="2064"/>
                <a:chExt cx="144" cy="144"/>
              </a:xfrm>
            </p:grpSpPr>
            <p:sp>
              <p:nvSpPr>
                <p:cNvPr id="3803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03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027" name="Group 74"/>
            <p:cNvGrpSpPr>
              <a:grpSpLocks/>
            </p:cNvGrpSpPr>
            <p:nvPr/>
          </p:nvGrpSpPr>
          <p:grpSpPr bwMode="auto">
            <a:xfrm>
              <a:off x="1440" y="2256"/>
              <a:ext cx="672" cy="192"/>
              <a:chOff x="2496" y="2160"/>
              <a:chExt cx="768" cy="144"/>
            </a:xfrm>
          </p:grpSpPr>
          <p:sp>
            <p:nvSpPr>
              <p:cNvPr id="3803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803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3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028" name="Group 78"/>
            <p:cNvGrpSpPr>
              <a:grpSpLocks/>
            </p:cNvGrpSpPr>
            <p:nvPr/>
          </p:nvGrpSpPr>
          <p:grpSpPr bwMode="auto">
            <a:xfrm>
              <a:off x="2112" y="2256"/>
              <a:ext cx="672" cy="192"/>
              <a:chOff x="2496" y="2160"/>
              <a:chExt cx="768" cy="144"/>
            </a:xfrm>
          </p:grpSpPr>
          <p:sp>
            <p:nvSpPr>
              <p:cNvPr id="3802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803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3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11" name="Group 82"/>
          <p:cNvGrpSpPr>
            <a:grpSpLocks/>
          </p:cNvGrpSpPr>
          <p:nvPr/>
        </p:nvGrpSpPr>
        <p:grpSpPr bwMode="auto">
          <a:xfrm>
            <a:off x="2857500" y="3326607"/>
            <a:ext cx="800100" cy="159544"/>
            <a:chOff x="2496" y="2160"/>
            <a:chExt cx="768" cy="144"/>
          </a:xfrm>
        </p:grpSpPr>
        <p:sp>
          <p:nvSpPr>
            <p:cNvPr id="3802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802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2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912" name="Group 86"/>
          <p:cNvGrpSpPr>
            <a:grpSpLocks/>
          </p:cNvGrpSpPr>
          <p:nvPr/>
        </p:nvGrpSpPr>
        <p:grpSpPr bwMode="auto">
          <a:xfrm>
            <a:off x="3657600" y="3326607"/>
            <a:ext cx="628650" cy="159544"/>
            <a:chOff x="2112" y="2064"/>
            <a:chExt cx="528" cy="192"/>
          </a:xfrm>
        </p:grpSpPr>
        <p:grpSp>
          <p:nvGrpSpPr>
            <p:cNvPr id="38017" name="Group 87"/>
            <p:cNvGrpSpPr>
              <a:grpSpLocks/>
            </p:cNvGrpSpPr>
            <p:nvPr/>
          </p:nvGrpSpPr>
          <p:grpSpPr bwMode="auto">
            <a:xfrm>
              <a:off x="2112" y="2064"/>
              <a:ext cx="528" cy="192"/>
              <a:chOff x="2208" y="2112"/>
              <a:chExt cx="528" cy="144"/>
            </a:xfrm>
          </p:grpSpPr>
          <p:sp>
            <p:nvSpPr>
              <p:cNvPr id="3802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802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018" name="Group 90"/>
            <p:cNvGrpSpPr>
              <a:grpSpLocks/>
            </p:cNvGrpSpPr>
            <p:nvPr/>
          </p:nvGrpSpPr>
          <p:grpSpPr bwMode="auto">
            <a:xfrm>
              <a:off x="2448" y="2064"/>
              <a:ext cx="144" cy="144"/>
              <a:chOff x="2448" y="2064"/>
              <a:chExt cx="144" cy="144"/>
            </a:xfrm>
          </p:grpSpPr>
          <p:sp>
            <p:nvSpPr>
              <p:cNvPr id="3801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02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13" name="Group 93"/>
          <p:cNvGrpSpPr>
            <a:grpSpLocks/>
          </p:cNvGrpSpPr>
          <p:nvPr/>
        </p:nvGrpSpPr>
        <p:grpSpPr bwMode="auto">
          <a:xfrm>
            <a:off x="2857500" y="2571750"/>
            <a:ext cx="1428750" cy="171450"/>
            <a:chOff x="1440" y="2064"/>
            <a:chExt cx="1200" cy="192"/>
          </a:xfrm>
        </p:grpSpPr>
        <p:grpSp>
          <p:nvGrpSpPr>
            <p:cNvPr id="38006" name="Group 94"/>
            <p:cNvGrpSpPr>
              <a:grpSpLocks/>
            </p:cNvGrpSpPr>
            <p:nvPr/>
          </p:nvGrpSpPr>
          <p:grpSpPr bwMode="auto">
            <a:xfrm>
              <a:off x="1440" y="2064"/>
              <a:ext cx="672" cy="192"/>
              <a:chOff x="2496" y="2160"/>
              <a:chExt cx="768" cy="144"/>
            </a:xfrm>
          </p:grpSpPr>
          <p:sp>
            <p:nvSpPr>
              <p:cNvPr id="3801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801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1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007" name="Group 98"/>
            <p:cNvGrpSpPr>
              <a:grpSpLocks/>
            </p:cNvGrpSpPr>
            <p:nvPr/>
          </p:nvGrpSpPr>
          <p:grpSpPr bwMode="auto">
            <a:xfrm>
              <a:off x="2112" y="2064"/>
              <a:ext cx="528" cy="192"/>
              <a:chOff x="2112" y="2064"/>
              <a:chExt cx="528" cy="192"/>
            </a:xfrm>
          </p:grpSpPr>
          <p:grpSp>
            <p:nvGrpSpPr>
              <p:cNvPr id="38008" name="Group 99"/>
              <p:cNvGrpSpPr>
                <a:grpSpLocks/>
              </p:cNvGrpSpPr>
              <p:nvPr/>
            </p:nvGrpSpPr>
            <p:grpSpPr bwMode="auto">
              <a:xfrm>
                <a:off x="2112" y="2064"/>
                <a:ext cx="528" cy="192"/>
                <a:chOff x="2208" y="2112"/>
                <a:chExt cx="528" cy="144"/>
              </a:xfrm>
            </p:grpSpPr>
            <p:sp>
              <p:nvSpPr>
                <p:cNvPr id="3801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801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009" name="Group 102"/>
              <p:cNvGrpSpPr>
                <a:grpSpLocks/>
              </p:cNvGrpSpPr>
              <p:nvPr/>
            </p:nvGrpSpPr>
            <p:grpSpPr bwMode="auto">
              <a:xfrm>
                <a:off x="2448" y="2064"/>
                <a:ext cx="144" cy="144"/>
                <a:chOff x="2448" y="2064"/>
                <a:chExt cx="144" cy="144"/>
              </a:xfrm>
            </p:grpSpPr>
            <p:sp>
              <p:nvSpPr>
                <p:cNvPr id="3801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01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7914" name="Group 105"/>
          <p:cNvGrpSpPr>
            <a:grpSpLocks/>
          </p:cNvGrpSpPr>
          <p:nvPr/>
        </p:nvGrpSpPr>
        <p:grpSpPr bwMode="auto">
          <a:xfrm>
            <a:off x="2857500" y="3886200"/>
            <a:ext cx="1428750" cy="171450"/>
            <a:chOff x="1440" y="2064"/>
            <a:chExt cx="1200" cy="192"/>
          </a:xfrm>
        </p:grpSpPr>
        <p:grpSp>
          <p:nvGrpSpPr>
            <p:cNvPr id="37995" name="Group 106"/>
            <p:cNvGrpSpPr>
              <a:grpSpLocks/>
            </p:cNvGrpSpPr>
            <p:nvPr/>
          </p:nvGrpSpPr>
          <p:grpSpPr bwMode="auto">
            <a:xfrm>
              <a:off x="1440" y="2064"/>
              <a:ext cx="672" cy="192"/>
              <a:chOff x="2496" y="2160"/>
              <a:chExt cx="768" cy="144"/>
            </a:xfrm>
          </p:grpSpPr>
          <p:sp>
            <p:nvSpPr>
              <p:cNvPr id="3800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800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00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996" name="Group 110"/>
            <p:cNvGrpSpPr>
              <a:grpSpLocks/>
            </p:cNvGrpSpPr>
            <p:nvPr/>
          </p:nvGrpSpPr>
          <p:grpSpPr bwMode="auto">
            <a:xfrm>
              <a:off x="2112" y="2064"/>
              <a:ext cx="528" cy="192"/>
              <a:chOff x="2112" y="2064"/>
              <a:chExt cx="528" cy="192"/>
            </a:xfrm>
          </p:grpSpPr>
          <p:grpSp>
            <p:nvGrpSpPr>
              <p:cNvPr id="37997" name="Group 111"/>
              <p:cNvGrpSpPr>
                <a:grpSpLocks/>
              </p:cNvGrpSpPr>
              <p:nvPr/>
            </p:nvGrpSpPr>
            <p:grpSpPr bwMode="auto">
              <a:xfrm>
                <a:off x="2112" y="2064"/>
                <a:ext cx="528" cy="192"/>
                <a:chOff x="2208" y="2112"/>
                <a:chExt cx="528" cy="144"/>
              </a:xfrm>
            </p:grpSpPr>
            <p:sp>
              <p:nvSpPr>
                <p:cNvPr id="3800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800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998" name="Group 114"/>
              <p:cNvGrpSpPr>
                <a:grpSpLocks/>
              </p:cNvGrpSpPr>
              <p:nvPr/>
            </p:nvGrpSpPr>
            <p:grpSpPr bwMode="auto">
              <a:xfrm>
                <a:off x="2448" y="2064"/>
                <a:ext cx="144" cy="144"/>
                <a:chOff x="2448" y="2064"/>
                <a:chExt cx="144" cy="144"/>
              </a:xfrm>
            </p:grpSpPr>
            <p:sp>
              <p:nvSpPr>
                <p:cNvPr id="3799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00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7915" name="Group 117"/>
          <p:cNvGrpSpPr>
            <a:grpSpLocks/>
          </p:cNvGrpSpPr>
          <p:nvPr/>
        </p:nvGrpSpPr>
        <p:grpSpPr bwMode="auto">
          <a:xfrm>
            <a:off x="2857500" y="4126707"/>
            <a:ext cx="800100" cy="159544"/>
            <a:chOff x="2496" y="2160"/>
            <a:chExt cx="768" cy="144"/>
          </a:xfrm>
        </p:grpSpPr>
        <p:sp>
          <p:nvSpPr>
            <p:cNvPr id="3799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799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9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916" name="Group 121"/>
          <p:cNvGrpSpPr>
            <a:grpSpLocks/>
          </p:cNvGrpSpPr>
          <p:nvPr/>
        </p:nvGrpSpPr>
        <p:grpSpPr bwMode="auto">
          <a:xfrm>
            <a:off x="3657600" y="4126707"/>
            <a:ext cx="628650" cy="159544"/>
            <a:chOff x="2112" y="2064"/>
            <a:chExt cx="528" cy="192"/>
          </a:xfrm>
        </p:grpSpPr>
        <p:grpSp>
          <p:nvGrpSpPr>
            <p:cNvPr id="37986" name="Group 122"/>
            <p:cNvGrpSpPr>
              <a:grpSpLocks/>
            </p:cNvGrpSpPr>
            <p:nvPr/>
          </p:nvGrpSpPr>
          <p:grpSpPr bwMode="auto">
            <a:xfrm>
              <a:off x="2112" y="2064"/>
              <a:ext cx="528" cy="192"/>
              <a:chOff x="2208" y="2112"/>
              <a:chExt cx="528" cy="144"/>
            </a:xfrm>
          </p:grpSpPr>
          <p:sp>
            <p:nvSpPr>
              <p:cNvPr id="3799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799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987" name="Group 125"/>
            <p:cNvGrpSpPr>
              <a:grpSpLocks/>
            </p:cNvGrpSpPr>
            <p:nvPr/>
          </p:nvGrpSpPr>
          <p:grpSpPr bwMode="auto">
            <a:xfrm>
              <a:off x="2448" y="2064"/>
              <a:ext cx="144" cy="144"/>
              <a:chOff x="2448" y="2064"/>
              <a:chExt cx="144" cy="144"/>
            </a:xfrm>
          </p:grpSpPr>
          <p:sp>
            <p:nvSpPr>
              <p:cNvPr id="3798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8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17" name="Group 128"/>
          <p:cNvGrpSpPr>
            <a:grpSpLocks/>
          </p:cNvGrpSpPr>
          <p:nvPr/>
        </p:nvGrpSpPr>
        <p:grpSpPr bwMode="auto">
          <a:xfrm>
            <a:off x="2857500" y="3040857"/>
            <a:ext cx="2228850" cy="159544"/>
            <a:chOff x="1440" y="2256"/>
            <a:chExt cx="1872" cy="192"/>
          </a:xfrm>
        </p:grpSpPr>
        <p:grpSp>
          <p:nvGrpSpPr>
            <p:cNvPr id="37971" name="Group 129"/>
            <p:cNvGrpSpPr>
              <a:grpSpLocks/>
            </p:cNvGrpSpPr>
            <p:nvPr/>
          </p:nvGrpSpPr>
          <p:grpSpPr bwMode="auto">
            <a:xfrm>
              <a:off x="2784" y="2256"/>
              <a:ext cx="528" cy="192"/>
              <a:chOff x="2112" y="2064"/>
              <a:chExt cx="528" cy="192"/>
            </a:xfrm>
          </p:grpSpPr>
          <p:grpSp>
            <p:nvGrpSpPr>
              <p:cNvPr id="37980" name="Group 130"/>
              <p:cNvGrpSpPr>
                <a:grpSpLocks/>
              </p:cNvGrpSpPr>
              <p:nvPr/>
            </p:nvGrpSpPr>
            <p:grpSpPr bwMode="auto">
              <a:xfrm>
                <a:off x="2112" y="2064"/>
                <a:ext cx="528" cy="192"/>
                <a:chOff x="2208" y="2112"/>
                <a:chExt cx="528" cy="144"/>
              </a:xfrm>
            </p:grpSpPr>
            <p:sp>
              <p:nvSpPr>
                <p:cNvPr id="3798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798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981" name="Group 133"/>
              <p:cNvGrpSpPr>
                <a:grpSpLocks/>
              </p:cNvGrpSpPr>
              <p:nvPr/>
            </p:nvGrpSpPr>
            <p:grpSpPr bwMode="auto">
              <a:xfrm>
                <a:off x="2448" y="2064"/>
                <a:ext cx="144" cy="144"/>
                <a:chOff x="2448" y="2064"/>
                <a:chExt cx="144" cy="144"/>
              </a:xfrm>
            </p:grpSpPr>
            <p:sp>
              <p:nvSpPr>
                <p:cNvPr id="3798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8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72" name="Group 136"/>
            <p:cNvGrpSpPr>
              <a:grpSpLocks/>
            </p:cNvGrpSpPr>
            <p:nvPr/>
          </p:nvGrpSpPr>
          <p:grpSpPr bwMode="auto">
            <a:xfrm>
              <a:off x="1440" y="2256"/>
              <a:ext cx="672" cy="192"/>
              <a:chOff x="2496" y="2160"/>
              <a:chExt cx="768" cy="144"/>
            </a:xfrm>
          </p:grpSpPr>
          <p:sp>
            <p:nvSpPr>
              <p:cNvPr id="3797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797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7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973" name="Group 140"/>
            <p:cNvGrpSpPr>
              <a:grpSpLocks/>
            </p:cNvGrpSpPr>
            <p:nvPr/>
          </p:nvGrpSpPr>
          <p:grpSpPr bwMode="auto">
            <a:xfrm>
              <a:off x="2112" y="2256"/>
              <a:ext cx="672" cy="192"/>
              <a:chOff x="2496" y="2160"/>
              <a:chExt cx="768" cy="144"/>
            </a:xfrm>
          </p:grpSpPr>
          <p:sp>
            <p:nvSpPr>
              <p:cNvPr id="3797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797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7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18" name="Group 144"/>
          <p:cNvGrpSpPr>
            <a:grpSpLocks/>
          </p:cNvGrpSpPr>
          <p:nvPr/>
        </p:nvGrpSpPr>
        <p:grpSpPr bwMode="auto">
          <a:xfrm>
            <a:off x="3657600" y="4400550"/>
            <a:ext cx="2228850" cy="171450"/>
            <a:chOff x="1440" y="2256"/>
            <a:chExt cx="1872" cy="192"/>
          </a:xfrm>
        </p:grpSpPr>
        <p:grpSp>
          <p:nvGrpSpPr>
            <p:cNvPr id="37956" name="Group 145"/>
            <p:cNvGrpSpPr>
              <a:grpSpLocks/>
            </p:cNvGrpSpPr>
            <p:nvPr/>
          </p:nvGrpSpPr>
          <p:grpSpPr bwMode="auto">
            <a:xfrm>
              <a:off x="2784" y="2256"/>
              <a:ext cx="528" cy="192"/>
              <a:chOff x="2112" y="2064"/>
              <a:chExt cx="528" cy="192"/>
            </a:xfrm>
          </p:grpSpPr>
          <p:grpSp>
            <p:nvGrpSpPr>
              <p:cNvPr id="37965" name="Group 146"/>
              <p:cNvGrpSpPr>
                <a:grpSpLocks/>
              </p:cNvGrpSpPr>
              <p:nvPr/>
            </p:nvGrpSpPr>
            <p:grpSpPr bwMode="auto">
              <a:xfrm>
                <a:off x="2112" y="2064"/>
                <a:ext cx="528" cy="192"/>
                <a:chOff x="2208" y="2112"/>
                <a:chExt cx="528" cy="144"/>
              </a:xfrm>
            </p:grpSpPr>
            <p:sp>
              <p:nvSpPr>
                <p:cNvPr id="3796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797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7966" name="Group 149"/>
              <p:cNvGrpSpPr>
                <a:grpSpLocks/>
              </p:cNvGrpSpPr>
              <p:nvPr/>
            </p:nvGrpSpPr>
            <p:grpSpPr bwMode="auto">
              <a:xfrm>
                <a:off x="2448" y="2064"/>
                <a:ext cx="144" cy="144"/>
                <a:chOff x="2448" y="2064"/>
                <a:chExt cx="144" cy="144"/>
              </a:xfrm>
            </p:grpSpPr>
            <p:sp>
              <p:nvSpPr>
                <p:cNvPr id="3796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6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57" name="Group 152"/>
            <p:cNvGrpSpPr>
              <a:grpSpLocks/>
            </p:cNvGrpSpPr>
            <p:nvPr/>
          </p:nvGrpSpPr>
          <p:grpSpPr bwMode="auto">
            <a:xfrm>
              <a:off x="1440" y="2256"/>
              <a:ext cx="672" cy="192"/>
              <a:chOff x="2496" y="2160"/>
              <a:chExt cx="768" cy="144"/>
            </a:xfrm>
          </p:grpSpPr>
          <p:sp>
            <p:nvSpPr>
              <p:cNvPr id="3796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796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6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7958" name="Group 156"/>
            <p:cNvGrpSpPr>
              <a:grpSpLocks/>
            </p:cNvGrpSpPr>
            <p:nvPr/>
          </p:nvGrpSpPr>
          <p:grpSpPr bwMode="auto">
            <a:xfrm>
              <a:off x="2112" y="2256"/>
              <a:ext cx="672" cy="192"/>
              <a:chOff x="2496" y="2160"/>
              <a:chExt cx="768" cy="144"/>
            </a:xfrm>
          </p:grpSpPr>
          <p:sp>
            <p:nvSpPr>
              <p:cNvPr id="3795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796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6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7919" name="Group 160"/>
          <p:cNvGrpSpPr>
            <a:grpSpLocks/>
          </p:cNvGrpSpPr>
          <p:nvPr/>
        </p:nvGrpSpPr>
        <p:grpSpPr bwMode="auto">
          <a:xfrm>
            <a:off x="2857500" y="4400550"/>
            <a:ext cx="800100" cy="171450"/>
            <a:chOff x="2496" y="2160"/>
            <a:chExt cx="768" cy="144"/>
          </a:xfrm>
        </p:grpSpPr>
        <p:sp>
          <p:nvSpPr>
            <p:cNvPr id="3795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795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5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792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792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792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23"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792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2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792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2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792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2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3793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7931"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3793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7933" name="Group 180"/>
          <p:cNvGrpSpPr>
            <a:grpSpLocks/>
          </p:cNvGrpSpPr>
          <p:nvPr/>
        </p:nvGrpSpPr>
        <p:grpSpPr bwMode="auto">
          <a:xfrm>
            <a:off x="6053138" y="342900"/>
            <a:ext cx="1943100" cy="1943100"/>
            <a:chOff x="2784" y="96"/>
            <a:chExt cx="1632" cy="1680"/>
          </a:xfrm>
        </p:grpSpPr>
        <p:sp>
          <p:nvSpPr>
            <p:cNvPr id="37935" name="Oval 18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7936" name="Oval 18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7937" name="Oval 18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7938" name="Oval 18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7939" name="Oval 18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7940" name="Oval 18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7941" name="Oval 18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7942" name="Line 18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3" name="Line 18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4" name="Line 19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5" name="Line 19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6" name="Line 19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7" name="Line 19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48" name="Oval 19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7949" name="Line 19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50" name="Line 19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51" name="Line 19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7952" name="Line 19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8"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1131757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1A3E3F55-0F3D-B7E6-2747-F5446592549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1A3E3F55-0F3D-B7E6-2747-F5446592549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8914" name="Group 21"/>
          <p:cNvGrpSpPr>
            <a:grpSpLocks/>
          </p:cNvGrpSpPr>
          <p:nvPr/>
        </p:nvGrpSpPr>
        <p:grpSpPr bwMode="auto">
          <a:xfrm>
            <a:off x="1524001" y="2520554"/>
            <a:ext cx="1079897" cy="258365"/>
            <a:chOff x="288" y="2016"/>
            <a:chExt cx="816" cy="192"/>
          </a:xfrm>
        </p:grpSpPr>
        <p:sp>
          <p:nvSpPr>
            <p:cNvPr id="3908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908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891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891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8917" name="Group 26"/>
          <p:cNvGrpSpPr>
            <a:grpSpLocks/>
          </p:cNvGrpSpPr>
          <p:nvPr/>
        </p:nvGrpSpPr>
        <p:grpSpPr bwMode="auto">
          <a:xfrm>
            <a:off x="1524001" y="3036094"/>
            <a:ext cx="1079897" cy="258366"/>
            <a:chOff x="288" y="2016"/>
            <a:chExt cx="816" cy="192"/>
          </a:xfrm>
        </p:grpSpPr>
        <p:sp>
          <p:nvSpPr>
            <p:cNvPr id="3908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908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18" name="Group 29"/>
          <p:cNvGrpSpPr>
            <a:grpSpLocks/>
          </p:cNvGrpSpPr>
          <p:nvPr/>
        </p:nvGrpSpPr>
        <p:grpSpPr bwMode="auto">
          <a:xfrm>
            <a:off x="1524001" y="3294460"/>
            <a:ext cx="1079897" cy="258365"/>
            <a:chOff x="288" y="2016"/>
            <a:chExt cx="816" cy="192"/>
          </a:xfrm>
        </p:grpSpPr>
        <p:sp>
          <p:nvSpPr>
            <p:cNvPr id="3908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908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19" name="Group 32"/>
          <p:cNvGrpSpPr>
            <a:grpSpLocks/>
          </p:cNvGrpSpPr>
          <p:nvPr/>
        </p:nvGrpSpPr>
        <p:grpSpPr bwMode="auto">
          <a:xfrm>
            <a:off x="1524001" y="3552825"/>
            <a:ext cx="1079897" cy="257175"/>
            <a:chOff x="288" y="2016"/>
            <a:chExt cx="816" cy="192"/>
          </a:xfrm>
        </p:grpSpPr>
        <p:sp>
          <p:nvSpPr>
            <p:cNvPr id="3908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908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20" name="Group 35"/>
          <p:cNvGrpSpPr>
            <a:grpSpLocks/>
          </p:cNvGrpSpPr>
          <p:nvPr/>
        </p:nvGrpSpPr>
        <p:grpSpPr bwMode="auto">
          <a:xfrm>
            <a:off x="1524001" y="3810000"/>
            <a:ext cx="1079897" cy="258366"/>
            <a:chOff x="288" y="2016"/>
            <a:chExt cx="816" cy="192"/>
          </a:xfrm>
        </p:grpSpPr>
        <p:sp>
          <p:nvSpPr>
            <p:cNvPr id="3908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908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21" name="Group 38"/>
          <p:cNvGrpSpPr>
            <a:grpSpLocks/>
          </p:cNvGrpSpPr>
          <p:nvPr/>
        </p:nvGrpSpPr>
        <p:grpSpPr bwMode="auto">
          <a:xfrm>
            <a:off x="1524001" y="4325542"/>
            <a:ext cx="1079897" cy="258365"/>
            <a:chOff x="288" y="2016"/>
            <a:chExt cx="816" cy="192"/>
          </a:xfrm>
        </p:grpSpPr>
        <p:sp>
          <p:nvSpPr>
            <p:cNvPr id="3907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907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22" name="Group 41"/>
          <p:cNvGrpSpPr>
            <a:grpSpLocks/>
          </p:cNvGrpSpPr>
          <p:nvPr/>
        </p:nvGrpSpPr>
        <p:grpSpPr bwMode="auto">
          <a:xfrm>
            <a:off x="1524001" y="4068366"/>
            <a:ext cx="1079897" cy="257175"/>
            <a:chOff x="288" y="2016"/>
            <a:chExt cx="816" cy="192"/>
          </a:xfrm>
        </p:grpSpPr>
        <p:sp>
          <p:nvSpPr>
            <p:cNvPr id="3907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907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892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892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2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2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2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2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3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3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3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8933" name="Group 54"/>
          <p:cNvGrpSpPr>
            <a:grpSpLocks/>
          </p:cNvGrpSpPr>
          <p:nvPr/>
        </p:nvGrpSpPr>
        <p:grpSpPr bwMode="auto">
          <a:xfrm>
            <a:off x="2857500" y="3612357"/>
            <a:ext cx="1428750" cy="159544"/>
            <a:chOff x="1440" y="2064"/>
            <a:chExt cx="1200" cy="192"/>
          </a:xfrm>
        </p:grpSpPr>
        <p:grpSp>
          <p:nvGrpSpPr>
            <p:cNvPr id="39065" name="Group 55"/>
            <p:cNvGrpSpPr>
              <a:grpSpLocks/>
            </p:cNvGrpSpPr>
            <p:nvPr/>
          </p:nvGrpSpPr>
          <p:grpSpPr bwMode="auto">
            <a:xfrm>
              <a:off x="1440" y="2064"/>
              <a:ext cx="672" cy="192"/>
              <a:chOff x="2496" y="2160"/>
              <a:chExt cx="768" cy="144"/>
            </a:xfrm>
          </p:grpSpPr>
          <p:sp>
            <p:nvSpPr>
              <p:cNvPr id="3907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907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7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066" name="Group 59"/>
            <p:cNvGrpSpPr>
              <a:grpSpLocks/>
            </p:cNvGrpSpPr>
            <p:nvPr/>
          </p:nvGrpSpPr>
          <p:grpSpPr bwMode="auto">
            <a:xfrm>
              <a:off x="2112" y="2064"/>
              <a:ext cx="528" cy="192"/>
              <a:chOff x="2112" y="2064"/>
              <a:chExt cx="528" cy="192"/>
            </a:xfrm>
          </p:grpSpPr>
          <p:grpSp>
            <p:nvGrpSpPr>
              <p:cNvPr id="39067" name="Group 60"/>
              <p:cNvGrpSpPr>
                <a:grpSpLocks/>
              </p:cNvGrpSpPr>
              <p:nvPr/>
            </p:nvGrpSpPr>
            <p:grpSpPr bwMode="auto">
              <a:xfrm>
                <a:off x="2112" y="2064"/>
                <a:ext cx="528" cy="192"/>
                <a:chOff x="2208" y="2112"/>
                <a:chExt cx="528" cy="144"/>
              </a:xfrm>
            </p:grpSpPr>
            <p:sp>
              <p:nvSpPr>
                <p:cNvPr id="3907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907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68" name="Group 63"/>
              <p:cNvGrpSpPr>
                <a:grpSpLocks/>
              </p:cNvGrpSpPr>
              <p:nvPr/>
            </p:nvGrpSpPr>
            <p:grpSpPr bwMode="auto">
              <a:xfrm>
                <a:off x="2448" y="2064"/>
                <a:ext cx="144" cy="144"/>
                <a:chOff x="2448" y="2064"/>
                <a:chExt cx="144" cy="144"/>
              </a:xfrm>
            </p:grpSpPr>
            <p:sp>
              <p:nvSpPr>
                <p:cNvPr id="3906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7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8934" name="Group 66"/>
          <p:cNvGrpSpPr>
            <a:grpSpLocks/>
          </p:cNvGrpSpPr>
          <p:nvPr/>
        </p:nvGrpSpPr>
        <p:grpSpPr bwMode="auto">
          <a:xfrm>
            <a:off x="2857500" y="2800350"/>
            <a:ext cx="2228850" cy="171450"/>
            <a:chOff x="1440" y="2256"/>
            <a:chExt cx="1872" cy="192"/>
          </a:xfrm>
        </p:grpSpPr>
        <p:grpSp>
          <p:nvGrpSpPr>
            <p:cNvPr id="39050" name="Group 67"/>
            <p:cNvGrpSpPr>
              <a:grpSpLocks/>
            </p:cNvGrpSpPr>
            <p:nvPr/>
          </p:nvGrpSpPr>
          <p:grpSpPr bwMode="auto">
            <a:xfrm>
              <a:off x="2784" y="2256"/>
              <a:ext cx="528" cy="192"/>
              <a:chOff x="2112" y="2064"/>
              <a:chExt cx="528" cy="192"/>
            </a:xfrm>
          </p:grpSpPr>
          <p:grpSp>
            <p:nvGrpSpPr>
              <p:cNvPr id="39059" name="Group 68"/>
              <p:cNvGrpSpPr>
                <a:grpSpLocks/>
              </p:cNvGrpSpPr>
              <p:nvPr/>
            </p:nvGrpSpPr>
            <p:grpSpPr bwMode="auto">
              <a:xfrm>
                <a:off x="2112" y="2064"/>
                <a:ext cx="528" cy="192"/>
                <a:chOff x="2208" y="2112"/>
                <a:chExt cx="528" cy="144"/>
              </a:xfrm>
            </p:grpSpPr>
            <p:sp>
              <p:nvSpPr>
                <p:cNvPr id="3906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906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60" name="Group 71"/>
              <p:cNvGrpSpPr>
                <a:grpSpLocks/>
              </p:cNvGrpSpPr>
              <p:nvPr/>
            </p:nvGrpSpPr>
            <p:grpSpPr bwMode="auto">
              <a:xfrm>
                <a:off x="2448" y="2064"/>
                <a:ext cx="144" cy="144"/>
                <a:chOff x="2448" y="2064"/>
                <a:chExt cx="144" cy="144"/>
              </a:xfrm>
            </p:grpSpPr>
            <p:sp>
              <p:nvSpPr>
                <p:cNvPr id="3906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6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051" name="Group 74"/>
            <p:cNvGrpSpPr>
              <a:grpSpLocks/>
            </p:cNvGrpSpPr>
            <p:nvPr/>
          </p:nvGrpSpPr>
          <p:grpSpPr bwMode="auto">
            <a:xfrm>
              <a:off x="1440" y="2256"/>
              <a:ext cx="672" cy="192"/>
              <a:chOff x="2496" y="2160"/>
              <a:chExt cx="768" cy="144"/>
            </a:xfrm>
          </p:grpSpPr>
          <p:sp>
            <p:nvSpPr>
              <p:cNvPr id="3905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905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5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052" name="Group 78"/>
            <p:cNvGrpSpPr>
              <a:grpSpLocks/>
            </p:cNvGrpSpPr>
            <p:nvPr/>
          </p:nvGrpSpPr>
          <p:grpSpPr bwMode="auto">
            <a:xfrm>
              <a:off x="2112" y="2256"/>
              <a:ext cx="672" cy="192"/>
              <a:chOff x="2496" y="2160"/>
              <a:chExt cx="768" cy="144"/>
            </a:xfrm>
          </p:grpSpPr>
          <p:sp>
            <p:nvSpPr>
              <p:cNvPr id="3905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905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5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35" name="Group 82"/>
          <p:cNvGrpSpPr>
            <a:grpSpLocks/>
          </p:cNvGrpSpPr>
          <p:nvPr/>
        </p:nvGrpSpPr>
        <p:grpSpPr bwMode="auto">
          <a:xfrm>
            <a:off x="2857500" y="3326607"/>
            <a:ext cx="800100" cy="159544"/>
            <a:chOff x="2496" y="2160"/>
            <a:chExt cx="768" cy="144"/>
          </a:xfrm>
        </p:grpSpPr>
        <p:sp>
          <p:nvSpPr>
            <p:cNvPr id="3904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904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4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936" name="Group 86"/>
          <p:cNvGrpSpPr>
            <a:grpSpLocks/>
          </p:cNvGrpSpPr>
          <p:nvPr/>
        </p:nvGrpSpPr>
        <p:grpSpPr bwMode="auto">
          <a:xfrm>
            <a:off x="3657600" y="3326607"/>
            <a:ext cx="628650" cy="159544"/>
            <a:chOff x="2112" y="2064"/>
            <a:chExt cx="528" cy="192"/>
          </a:xfrm>
        </p:grpSpPr>
        <p:grpSp>
          <p:nvGrpSpPr>
            <p:cNvPr id="39041" name="Group 87"/>
            <p:cNvGrpSpPr>
              <a:grpSpLocks/>
            </p:cNvGrpSpPr>
            <p:nvPr/>
          </p:nvGrpSpPr>
          <p:grpSpPr bwMode="auto">
            <a:xfrm>
              <a:off x="2112" y="2064"/>
              <a:ext cx="528" cy="192"/>
              <a:chOff x="2208" y="2112"/>
              <a:chExt cx="528" cy="144"/>
            </a:xfrm>
          </p:grpSpPr>
          <p:sp>
            <p:nvSpPr>
              <p:cNvPr id="3904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904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42" name="Group 90"/>
            <p:cNvGrpSpPr>
              <a:grpSpLocks/>
            </p:cNvGrpSpPr>
            <p:nvPr/>
          </p:nvGrpSpPr>
          <p:grpSpPr bwMode="auto">
            <a:xfrm>
              <a:off x="2448" y="2064"/>
              <a:ext cx="144" cy="144"/>
              <a:chOff x="2448" y="2064"/>
              <a:chExt cx="144" cy="144"/>
            </a:xfrm>
          </p:grpSpPr>
          <p:sp>
            <p:nvSpPr>
              <p:cNvPr id="3904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4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37" name="Group 93"/>
          <p:cNvGrpSpPr>
            <a:grpSpLocks/>
          </p:cNvGrpSpPr>
          <p:nvPr/>
        </p:nvGrpSpPr>
        <p:grpSpPr bwMode="auto">
          <a:xfrm>
            <a:off x="2857500" y="2571750"/>
            <a:ext cx="1428750" cy="171450"/>
            <a:chOff x="1440" y="2064"/>
            <a:chExt cx="1200" cy="192"/>
          </a:xfrm>
        </p:grpSpPr>
        <p:grpSp>
          <p:nvGrpSpPr>
            <p:cNvPr id="39030" name="Group 94"/>
            <p:cNvGrpSpPr>
              <a:grpSpLocks/>
            </p:cNvGrpSpPr>
            <p:nvPr/>
          </p:nvGrpSpPr>
          <p:grpSpPr bwMode="auto">
            <a:xfrm>
              <a:off x="1440" y="2064"/>
              <a:ext cx="672" cy="192"/>
              <a:chOff x="2496" y="2160"/>
              <a:chExt cx="768" cy="144"/>
            </a:xfrm>
          </p:grpSpPr>
          <p:sp>
            <p:nvSpPr>
              <p:cNvPr id="3903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903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4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031" name="Group 98"/>
            <p:cNvGrpSpPr>
              <a:grpSpLocks/>
            </p:cNvGrpSpPr>
            <p:nvPr/>
          </p:nvGrpSpPr>
          <p:grpSpPr bwMode="auto">
            <a:xfrm>
              <a:off x="2112" y="2064"/>
              <a:ext cx="528" cy="192"/>
              <a:chOff x="2112" y="2064"/>
              <a:chExt cx="528" cy="192"/>
            </a:xfrm>
          </p:grpSpPr>
          <p:grpSp>
            <p:nvGrpSpPr>
              <p:cNvPr id="39032" name="Group 99"/>
              <p:cNvGrpSpPr>
                <a:grpSpLocks/>
              </p:cNvGrpSpPr>
              <p:nvPr/>
            </p:nvGrpSpPr>
            <p:grpSpPr bwMode="auto">
              <a:xfrm>
                <a:off x="2112" y="2064"/>
                <a:ext cx="528" cy="192"/>
                <a:chOff x="2208" y="2112"/>
                <a:chExt cx="528" cy="144"/>
              </a:xfrm>
            </p:grpSpPr>
            <p:sp>
              <p:nvSpPr>
                <p:cNvPr id="3903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903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33" name="Group 102"/>
              <p:cNvGrpSpPr>
                <a:grpSpLocks/>
              </p:cNvGrpSpPr>
              <p:nvPr/>
            </p:nvGrpSpPr>
            <p:grpSpPr bwMode="auto">
              <a:xfrm>
                <a:off x="2448" y="2064"/>
                <a:ext cx="144" cy="144"/>
                <a:chOff x="2448" y="2064"/>
                <a:chExt cx="144" cy="144"/>
              </a:xfrm>
            </p:grpSpPr>
            <p:sp>
              <p:nvSpPr>
                <p:cNvPr id="3903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3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8938" name="Group 105"/>
          <p:cNvGrpSpPr>
            <a:grpSpLocks/>
          </p:cNvGrpSpPr>
          <p:nvPr/>
        </p:nvGrpSpPr>
        <p:grpSpPr bwMode="auto">
          <a:xfrm>
            <a:off x="2857500" y="3886200"/>
            <a:ext cx="1428750" cy="171450"/>
            <a:chOff x="1440" y="2064"/>
            <a:chExt cx="1200" cy="192"/>
          </a:xfrm>
        </p:grpSpPr>
        <p:grpSp>
          <p:nvGrpSpPr>
            <p:cNvPr id="39019" name="Group 106"/>
            <p:cNvGrpSpPr>
              <a:grpSpLocks/>
            </p:cNvGrpSpPr>
            <p:nvPr/>
          </p:nvGrpSpPr>
          <p:grpSpPr bwMode="auto">
            <a:xfrm>
              <a:off x="1440" y="2064"/>
              <a:ext cx="672" cy="192"/>
              <a:chOff x="2496" y="2160"/>
              <a:chExt cx="768" cy="144"/>
            </a:xfrm>
          </p:grpSpPr>
          <p:sp>
            <p:nvSpPr>
              <p:cNvPr id="3902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902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2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020" name="Group 110"/>
            <p:cNvGrpSpPr>
              <a:grpSpLocks/>
            </p:cNvGrpSpPr>
            <p:nvPr/>
          </p:nvGrpSpPr>
          <p:grpSpPr bwMode="auto">
            <a:xfrm>
              <a:off x="2112" y="2064"/>
              <a:ext cx="528" cy="192"/>
              <a:chOff x="2112" y="2064"/>
              <a:chExt cx="528" cy="192"/>
            </a:xfrm>
          </p:grpSpPr>
          <p:grpSp>
            <p:nvGrpSpPr>
              <p:cNvPr id="39021" name="Group 111"/>
              <p:cNvGrpSpPr>
                <a:grpSpLocks/>
              </p:cNvGrpSpPr>
              <p:nvPr/>
            </p:nvGrpSpPr>
            <p:grpSpPr bwMode="auto">
              <a:xfrm>
                <a:off x="2112" y="2064"/>
                <a:ext cx="528" cy="192"/>
                <a:chOff x="2208" y="2112"/>
                <a:chExt cx="528" cy="144"/>
              </a:xfrm>
            </p:grpSpPr>
            <p:sp>
              <p:nvSpPr>
                <p:cNvPr id="3902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902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22" name="Group 114"/>
              <p:cNvGrpSpPr>
                <a:grpSpLocks/>
              </p:cNvGrpSpPr>
              <p:nvPr/>
            </p:nvGrpSpPr>
            <p:grpSpPr bwMode="auto">
              <a:xfrm>
                <a:off x="2448" y="2064"/>
                <a:ext cx="144" cy="144"/>
                <a:chOff x="2448" y="2064"/>
                <a:chExt cx="144" cy="144"/>
              </a:xfrm>
            </p:grpSpPr>
            <p:sp>
              <p:nvSpPr>
                <p:cNvPr id="3902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2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8939" name="Group 117"/>
          <p:cNvGrpSpPr>
            <a:grpSpLocks/>
          </p:cNvGrpSpPr>
          <p:nvPr/>
        </p:nvGrpSpPr>
        <p:grpSpPr bwMode="auto">
          <a:xfrm>
            <a:off x="2857500" y="4126707"/>
            <a:ext cx="800100" cy="159544"/>
            <a:chOff x="2496" y="2160"/>
            <a:chExt cx="768" cy="144"/>
          </a:xfrm>
        </p:grpSpPr>
        <p:sp>
          <p:nvSpPr>
            <p:cNvPr id="3901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3901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1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940" name="Group 121"/>
          <p:cNvGrpSpPr>
            <a:grpSpLocks/>
          </p:cNvGrpSpPr>
          <p:nvPr/>
        </p:nvGrpSpPr>
        <p:grpSpPr bwMode="auto">
          <a:xfrm>
            <a:off x="3657600" y="4126707"/>
            <a:ext cx="628650" cy="159544"/>
            <a:chOff x="2112" y="2064"/>
            <a:chExt cx="528" cy="192"/>
          </a:xfrm>
        </p:grpSpPr>
        <p:grpSp>
          <p:nvGrpSpPr>
            <p:cNvPr id="39010" name="Group 122"/>
            <p:cNvGrpSpPr>
              <a:grpSpLocks/>
            </p:cNvGrpSpPr>
            <p:nvPr/>
          </p:nvGrpSpPr>
          <p:grpSpPr bwMode="auto">
            <a:xfrm>
              <a:off x="2112" y="2064"/>
              <a:ext cx="528" cy="192"/>
              <a:chOff x="2208" y="2112"/>
              <a:chExt cx="528" cy="144"/>
            </a:xfrm>
          </p:grpSpPr>
          <p:sp>
            <p:nvSpPr>
              <p:cNvPr id="3901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3901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11" name="Group 125"/>
            <p:cNvGrpSpPr>
              <a:grpSpLocks/>
            </p:cNvGrpSpPr>
            <p:nvPr/>
          </p:nvGrpSpPr>
          <p:grpSpPr bwMode="auto">
            <a:xfrm>
              <a:off x="2448" y="2064"/>
              <a:ext cx="144" cy="144"/>
              <a:chOff x="2448" y="2064"/>
              <a:chExt cx="144" cy="144"/>
            </a:xfrm>
          </p:grpSpPr>
          <p:sp>
            <p:nvSpPr>
              <p:cNvPr id="3901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1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41" name="Group 128"/>
          <p:cNvGrpSpPr>
            <a:grpSpLocks/>
          </p:cNvGrpSpPr>
          <p:nvPr/>
        </p:nvGrpSpPr>
        <p:grpSpPr bwMode="auto">
          <a:xfrm>
            <a:off x="2857500" y="3040857"/>
            <a:ext cx="2228850" cy="159544"/>
            <a:chOff x="1440" y="2256"/>
            <a:chExt cx="1872" cy="192"/>
          </a:xfrm>
        </p:grpSpPr>
        <p:grpSp>
          <p:nvGrpSpPr>
            <p:cNvPr id="38995" name="Group 129"/>
            <p:cNvGrpSpPr>
              <a:grpSpLocks/>
            </p:cNvGrpSpPr>
            <p:nvPr/>
          </p:nvGrpSpPr>
          <p:grpSpPr bwMode="auto">
            <a:xfrm>
              <a:off x="2784" y="2256"/>
              <a:ext cx="528" cy="192"/>
              <a:chOff x="2112" y="2064"/>
              <a:chExt cx="528" cy="192"/>
            </a:xfrm>
          </p:grpSpPr>
          <p:grpSp>
            <p:nvGrpSpPr>
              <p:cNvPr id="39004" name="Group 130"/>
              <p:cNvGrpSpPr>
                <a:grpSpLocks/>
              </p:cNvGrpSpPr>
              <p:nvPr/>
            </p:nvGrpSpPr>
            <p:grpSpPr bwMode="auto">
              <a:xfrm>
                <a:off x="2112" y="2064"/>
                <a:ext cx="528" cy="192"/>
                <a:chOff x="2208" y="2112"/>
                <a:chExt cx="528" cy="144"/>
              </a:xfrm>
            </p:grpSpPr>
            <p:sp>
              <p:nvSpPr>
                <p:cNvPr id="3900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900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005" name="Group 133"/>
              <p:cNvGrpSpPr>
                <a:grpSpLocks/>
              </p:cNvGrpSpPr>
              <p:nvPr/>
            </p:nvGrpSpPr>
            <p:grpSpPr bwMode="auto">
              <a:xfrm>
                <a:off x="2448" y="2064"/>
                <a:ext cx="144" cy="144"/>
                <a:chOff x="2448" y="2064"/>
                <a:chExt cx="144" cy="144"/>
              </a:xfrm>
            </p:grpSpPr>
            <p:sp>
              <p:nvSpPr>
                <p:cNvPr id="3900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00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96" name="Group 136"/>
            <p:cNvGrpSpPr>
              <a:grpSpLocks/>
            </p:cNvGrpSpPr>
            <p:nvPr/>
          </p:nvGrpSpPr>
          <p:grpSpPr bwMode="auto">
            <a:xfrm>
              <a:off x="1440" y="2256"/>
              <a:ext cx="672" cy="192"/>
              <a:chOff x="2496" y="2160"/>
              <a:chExt cx="768" cy="144"/>
            </a:xfrm>
          </p:grpSpPr>
          <p:sp>
            <p:nvSpPr>
              <p:cNvPr id="3900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3900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0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997" name="Group 140"/>
            <p:cNvGrpSpPr>
              <a:grpSpLocks/>
            </p:cNvGrpSpPr>
            <p:nvPr/>
          </p:nvGrpSpPr>
          <p:grpSpPr bwMode="auto">
            <a:xfrm>
              <a:off x="2112" y="2256"/>
              <a:ext cx="672" cy="192"/>
              <a:chOff x="2496" y="2160"/>
              <a:chExt cx="768" cy="144"/>
            </a:xfrm>
          </p:grpSpPr>
          <p:sp>
            <p:nvSpPr>
              <p:cNvPr id="3899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899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00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42" name="Group 144"/>
          <p:cNvGrpSpPr>
            <a:grpSpLocks/>
          </p:cNvGrpSpPr>
          <p:nvPr/>
        </p:nvGrpSpPr>
        <p:grpSpPr bwMode="auto">
          <a:xfrm>
            <a:off x="3657600" y="4400550"/>
            <a:ext cx="2228850" cy="171450"/>
            <a:chOff x="1440" y="2256"/>
            <a:chExt cx="1872" cy="192"/>
          </a:xfrm>
        </p:grpSpPr>
        <p:grpSp>
          <p:nvGrpSpPr>
            <p:cNvPr id="38980" name="Group 145"/>
            <p:cNvGrpSpPr>
              <a:grpSpLocks/>
            </p:cNvGrpSpPr>
            <p:nvPr/>
          </p:nvGrpSpPr>
          <p:grpSpPr bwMode="auto">
            <a:xfrm>
              <a:off x="2784" y="2256"/>
              <a:ext cx="528" cy="192"/>
              <a:chOff x="2112" y="2064"/>
              <a:chExt cx="528" cy="192"/>
            </a:xfrm>
          </p:grpSpPr>
          <p:grpSp>
            <p:nvGrpSpPr>
              <p:cNvPr id="38989" name="Group 146"/>
              <p:cNvGrpSpPr>
                <a:grpSpLocks/>
              </p:cNvGrpSpPr>
              <p:nvPr/>
            </p:nvGrpSpPr>
            <p:grpSpPr bwMode="auto">
              <a:xfrm>
                <a:off x="2112" y="2064"/>
                <a:ext cx="528" cy="192"/>
                <a:chOff x="2208" y="2112"/>
                <a:chExt cx="528" cy="144"/>
              </a:xfrm>
            </p:grpSpPr>
            <p:sp>
              <p:nvSpPr>
                <p:cNvPr id="3899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3899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8990" name="Group 149"/>
              <p:cNvGrpSpPr>
                <a:grpSpLocks/>
              </p:cNvGrpSpPr>
              <p:nvPr/>
            </p:nvGrpSpPr>
            <p:grpSpPr bwMode="auto">
              <a:xfrm>
                <a:off x="2448" y="2064"/>
                <a:ext cx="144" cy="144"/>
                <a:chOff x="2448" y="2064"/>
                <a:chExt cx="144" cy="144"/>
              </a:xfrm>
            </p:grpSpPr>
            <p:sp>
              <p:nvSpPr>
                <p:cNvPr id="3899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9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81" name="Group 152"/>
            <p:cNvGrpSpPr>
              <a:grpSpLocks/>
            </p:cNvGrpSpPr>
            <p:nvPr/>
          </p:nvGrpSpPr>
          <p:grpSpPr bwMode="auto">
            <a:xfrm>
              <a:off x="1440" y="2256"/>
              <a:ext cx="672" cy="192"/>
              <a:chOff x="2496" y="2160"/>
              <a:chExt cx="768" cy="144"/>
            </a:xfrm>
          </p:grpSpPr>
          <p:sp>
            <p:nvSpPr>
              <p:cNvPr id="3898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3898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8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8982" name="Group 156"/>
            <p:cNvGrpSpPr>
              <a:grpSpLocks/>
            </p:cNvGrpSpPr>
            <p:nvPr/>
          </p:nvGrpSpPr>
          <p:grpSpPr bwMode="auto">
            <a:xfrm>
              <a:off x="2112" y="2256"/>
              <a:ext cx="672" cy="192"/>
              <a:chOff x="2496" y="2160"/>
              <a:chExt cx="768" cy="144"/>
            </a:xfrm>
          </p:grpSpPr>
          <p:sp>
            <p:nvSpPr>
              <p:cNvPr id="3898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3898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8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8943" name="Group 160"/>
          <p:cNvGrpSpPr>
            <a:grpSpLocks/>
          </p:cNvGrpSpPr>
          <p:nvPr/>
        </p:nvGrpSpPr>
        <p:grpSpPr bwMode="auto">
          <a:xfrm>
            <a:off x="2857500" y="4400550"/>
            <a:ext cx="800100" cy="171450"/>
            <a:chOff x="2496" y="2160"/>
            <a:chExt cx="768" cy="144"/>
          </a:xfrm>
        </p:grpSpPr>
        <p:sp>
          <p:nvSpPr>
            <p:cNvPr id="3897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3897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7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894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894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894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47"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894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4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895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51"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895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5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3895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8955"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3895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8957" name="Group 180"/>
          <p:cNvGrpSpPr>
            <a:grpSpLocks/>
          </p:cNvGrpSpPr>
          <p:nvPr/>
        </p:nvGrpSpPr>
        <p:grpSpPr bwMode="auto">
          <a:xfrm>
            <a:off x="6053138" y="342900"/>
            <a:ext cx="1943100" cy="1943100"/>
            <a:chOff x="2784" y="96"/>
            <a:chExt cx="1632" cy="1680"/>
          </a:xfrm>
        </p:grpSpPr>
        <p:sp>
          <p:nvSpPr>
            <p:cNvPr id="38959" name="Oval 18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8960" name="Oval 18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8961" name="Oval 18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8962" name="Oval 18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8963" name="Oval 18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8964" name="Oval 18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8965" name="Oval 18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8966" name="Line 18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67" name="Line 18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68" name="Line 19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69" name="Line 19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0" name="Line 19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1" name="Line 19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2" name="Oval 19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8973" name="Line 19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4" name="Line 19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5" name="Line 19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8976" name="Line 19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8"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1229255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914AEFDF-2C77-A69B-CC46-0D8DEBD8777A}"/>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914AEFDF-2C77-A69B-CC46-0D8DEBD8777A}"/>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39938" name="Group 21"/>
          <p:cNvGrpSpPr>
            <a:grpSpLocks/>
          </p:cNvGrpSpPr>
          <p:nvPr/>
        </p:nvGrpSpPr>
        <p:grpSpPr bwMode="auto">
          <a:xfrm>
            <a:off x="1524001" y="2520554"/>
            <a:ext cx="1079897" cy="258365"/>
            <a:chOff x="288" y="2016"/>
            <a:chExt cx="816" cy="192"/>
          </a:xfrm>
        </p:grpSpPr>
        <p:sp>
          <p:nvSpPr>
            <p:cNvPr id="40113"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0114"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993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3994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39941" name="Group 26"/>
          <p:cNvGrpSpPr>
            <a:grpSpLocks/>
          </p:cNvGrpSpPr>
          <p:nvPr/>
        </p:nvGrpSpPr>
        <p:grpSpPr bwMode="auto">
          <a:xfrm>
            <a:off x="1524001" y="3036094"/>
            <a:ext cx="1079897" cy="258366"/>
            <a:chOff x="288" y="2016"/>
            <a:chExt cx="816" cy="192"/>
          </a:xfrm>
        </p:grpSpPr>
        <p:sp>
          <p:nvSpPr>
            <p:cNvPr id="40111"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0112"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942" name="Group 29"/>
          <p:cNvGrpSpPr>
            <a:grpSpLocks/>
          </p:cNvGrpSpPr>
          <p:nvPr/>
        </p:nvGrpSpPr>
        <p:grpSpPr bwMode="auto">
          <a:xfrm>
            <a:off x="1524001" y="3294460"/>
            <a:ext cx="1079897" cy="258365"/>
            <a:chOff x="288" y="2016"/>
            <a:chExt cx="816" cy="192"/>
          </a:xfrm>
        </p:grpSpPr>
        <p:sp>
          <p:nvSpPr>
            <p:cNvPr id="40109"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0110"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943" name="Group 32"/>
          <p:cNvGrpSpPr>
            <a:grpSpLocks/>
          </p:cNvGrpSpPr>
          <p:nvPr/>
        </p:nvGrpSpPr>
        <p:grpSpPr bwMode="auto">
          <a:xfrm>
            <a:off x="1524001" y="3552825"/>
            <a:ext cx="1079897" cy="257175"/>
            <a:chOff x="288" y="2016"/>
            <a:chExt cx="816" cy="192"/>
          </a:xfrm>
        </p:grpSpPr>
        <p:sp>
          <p:nvSpPr>
            <p:cNvPr id="40107"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0108"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944" name="Group 35"/>
          <p:cNvGrpSpPr>
            <a:grpSpLocks/>
          </p:cNvGrpSpPr>
          <p:nvPr/>
        </p:nvGrpSpPr>
        <p:grpSpPr bwMode="auto">
          <a:xfrm>
            <a:off x="1524001" y="3810000"/>
            <a:ext cx="1079897" cy="258366"/>
            <a:chOff x="288" y="2016"/>
            <a:chExt cx="816" cy="192"/>
          </a:xfrm>
        </p:grpSpPr>
        <p:sp>
          <p:nvSpPr>
            <p:cNvPr id="40105"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0106"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945" name="Group 38"/>
          <p:cNvGrpSpPr>
            <a:grpSpLocks/>
          </p:cNvGrpSpPr>
          <p:nvPr/>
        </p:nvGrpSpPr>
        <p:grpSpPr bwMode="auto">
          <a:xfrm>
            <a:off x="1524001" y="4325542"/>
            <a:ext cx="1079897" cy="258365"/>
            <a:chOff x="288" y="2016"/>
            <a:chExt cx="816" cy="192"/>
          </a:xfrm>
        </p:grpSpPr>
        <p:sp>
          <p:nvSpPr>
            <p:cNvPr id="40103"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0104"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39946" name="Group 41"/>
          <p:cNvGrpSpPr>
            <a:grpSpLocks/>
          </p:cNvGrpSpPr>
          <p:nvPr/>
        </p:nvGrpSpPr>
        <p:grpSpPr bwMode="auto">
          <a:xfrm>
            <a:off x="1524001" y="4068366"/>
            <a:ext cx="1079897" cy="257175"/>
            <a:chOff x="288" y="2016"/>
            <a:chExt cx="816" cy="192"/>
          </a:xfrm>
        </p:grpSpPr>
        <p:sp>
          <p:nvSpPr>
            <p:cNvPr id="40101"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0102"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3994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3994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5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39957" name="Group 54"/>
          <p:cNvGrpSpPr>
            <a:grpSpLocks/>
          </p:cNvGrpSpPr>
          <p:nvPr/>
        </p:nvGrpSpPr>
        <p:grpSpPr bwMode="auto">
          <a:xfrm>
            <a:off x="2857500" y="3612357"/>
            <a:ext cx="1428750" cy="159544"/>
            <a:chOff x="1440" y="2064"/>
            <a:chExt cx="1200" cy="192"/>
          </a:xfrm>
        </p:grpSpPr>
        <p:grpSp>
          <p:nvGrpSpPr>
            <p:cNvPr id="40090" name="Group 55"/>
            <p:cNvGrpSpPr>
              <a:grpSpLocks/>
            </p:cNvGrpSpPr>
            <p:nvPr/>
          </p:nvGrpSpPr>
          <p:grpSpPr bwMode="auto">
            <a:xfrm>
              <a:off x="1440" y="2064"/>
              <a:ext cx="672" cy="192"/>
              <a:chOff x="2496" y="2160"/>
              <a:chExt cx="768" cy="144"/>
            </a:xfrm>
          </p:grpSpPr>
          <p:sp>
            <p:nvSpPr>
              <p:cNvPr id="40098"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0099"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100"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91" name="Group 59"/>
            <p:cNvGrpSpPr>
              <a:grpSpLocks/>
            </p:cNvGrpSpPr>
            <p:nvPr/>
          </p:nvGrpSpPr>
          <p:grpSpPr bwMode="auto">
            <a:xfrm>
              <a:off x="2112" y="2064"/>
              <a:ext cx="528" cy="192"/>
              <a:chOff x="2112" y="2064"/>
              <a:chExt cx="528" cy="192"/>
            </a:xfrm>
          </p:grpSpPr>
          <p:grpSp>
            <p:nvGrpSpPr>
              <p:cNvPr id="40092" name="Group 60"/>
              <p:cNvGrpSpPr>
                <a:grpSpLocks/>
              </p:cNvGrpSpPr>
              <p:nvPr/>
            </p:nvGrpSpPr>
            <p:grpSpPr bwMode="auto">
              <a:xfrm>
                <a:off x="2112" y="2064"/>
                <a:ext cx="528" cy="192"/>
                <a:chOff x="2208" y="2112"/>
                <a:chExt cx="528" cy="144"/>
              </a:xfrm>
            </p:grpSpPr>
            <p:sp>
              <p:nvSpPr>
                <p:cNvPr id="40096"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0097"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93" name="Group 63"/>
              <p:cNvGrpSpPr>
                <a:grpSpLocks/>
              </p:cNvGrpSpPr>
              <p:nvPr/>
            </p:nvGrpSpPr>
            <p:grpSpPr bwMode="auto">
              <a:xfrm>
                <a:off x="2448" y="2064"/>
                <a:ext cx="144" cy="144"/>
                <a:chOff x="2448" y="2064"/>
                <a:chExt cx="144" cy="144"/>
              </a:xfrm>
            </p:grpSpPr>
            <p:sp>
              <p:nvSpPr>
                <p:cNvPr id="40094"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95"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9958" name="Group 66"/>
          <p:cNvGrpSpPr>
            <a:grpSpLocks/>
          </p:cNvGrpSpPr>
          <p:nvPr/>
        </p:nvGrpSpPr>
        <p:grpSpPr bwMode="auto">
          <a:xfrm>
            <a:off x="2857500" y="2800350"/>
            <a:ext cx="2228850" cy="171450"/>
            <a:chOff x="1440" y="2256"/>
            <a:chExt cx="1872" cy="192"/>
          </a:xfrm>
        </p:grpSpPr>
        <p:grpSp>
          <p:nvGrpSpPr>
            <p:cNvPr id="40075" name="Group 67"/>
            <p:cNvGrpSpPr>
              <a:grpSpLocks/>
            </p:cNvGrpSpPr>
            <p:nvPr/>
          </p:nvGrpSpPr>
          <p:grpSpPr bwMode="auto">
            <a:xfrm>
              <a:off x="2784" y="2256"/>
              <a:ext cx="528" cy="192"/>
              <a:chOff x="2112" y="2064"/>
              <a:chExt cx="528" cy="192"/>
            </a:xfrm>
          </p:grpSpPr>
          <p:grpSp>
            <p:nvGrpSpPr>
              <p:cNvPr id="40084" name="Group 68"/>
              <p:cNvGrpSpPr>
                <a:grpSpLocks/>
              </p:cNvGrpSpPr>
              <p:nvPr/>
            </p:nvGrpSpPr>
            <p:grpSpPr bwMode="auto">
              <a:xfrm>
                <a:off x="2112" y="2064"/>
                <a:ext cx="528" cy="192"/>
                <a:chOff x="2208" y="2112"/>
                <a:chExt cx="528" cy="144"/>
              </a:xfrm>
            </p:grpSpPr>
            <p:sp>
              <p:nvSpPr>
                <p:cNvPr id="40088"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0089"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85" name="Group 71"/>
              <p:cNvGrpSpPr>
                <a:grpSpLocks/>
              </p:cNvGrpSpPr>
              <p:nvPr/>
            </p:nvGrpSpPr>
            <p:grpSpPr bwMode="auto">
              <a:xfrm>
                <a:off x="2448" y="2064"/>
                <a:ext cx="144" cy="144"/>
                <a:chOff x="2448" y="2064"/>
                <a:chExt cx="144" cy="144"/>
              </a:xfrm>
            </p:grpSpPr>
            <p:sp>
              <p:nvSpPr>
                <p:cNvPr id="40086"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87"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076" name="Group 74"/>
            <p:cNvGrpSpPr>
              <a:grpSpLocks/>
            </p:cNvGrpSpPr>
            <p:nvPr/>
          </p:nvGrpSpPr>
          <p:grpSpPr bwMode="auto">
            <a:xfrm>
              <a:off x="1440" y="2256"/>
              <a:ext cx="672" cy="192"/>
              <a:chOff x="2496" y="2160"/>
              <a:chExt cx="768" cy="144"/>
            </a:xfrm>
          </p:grpSpPr>
          <p:sp>
            <p:nvSpPr>
              <p:cNvPr id="40081"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0082"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83"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77" name="Group 78"/>
            <p:cNvGrpSpPr>
              <a:grpSpLocks/>
            </p:cNvGrpSpPr>
            <p:nvPr/>
          </p:nvGrpSpPr>
          <p:grpSpPr bwMode="auto">
            <a:xfrm>
              <a:off x="2112" y="2256"/>
              <a:ext cx="672" cy="192"/>
              <a:chOff x="2496" y="2160"/>
              <a:chExt cx="768" cy="144"/>
            </a:xfrm>
          </p:grpSpPr>
          <p:sp>
            <p:nvSpPr>
              <p:cNvPr id="40078"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0079"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80"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959" name="Group 82"/>
          <p:cNvGrpSpPr>
            <a:grpSpLocks/>
          </p:cNvGrpSpPr>
          <p:nvPr/>
        </p:nvGrpSpPr>
        <p:grpSpPr bwMode="auto">
          <a:xfrm>
            <a:off x="2857500" y="3326607"/>
            <a:ext cx="800100" cy="159544"/>
            <a:chOff x="2496" y="2160"/>
            <a:chExt cx="768" cy="144"/>
          </a:xfrm>
        </p:grpSpPr>
        <p:sp>
          <p:nvSpPr>
            <p:cNvPr id="40072"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0073"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74"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960" name="Group 86"/>
          <p:cNvGrpSpPr>
            <a:grpSpLocks/>
          </p:cNvGrpSpPr>
          <p:nvPr/>
        </p:nvGrpSpPr>
        <p:grpSpPr bwMode="auto">
          <a:xfrm>
            <a:off x="3657600" y="3326607"/>
            <a:ext cx="628650" cy="159544"/>
            <a:chOff x="2112" y="2064"/>
            <a:chExt cx="528" cy="192"/>
          </a:xfrm>
        </p:grpSpPr>
        <p:grpSp>
          <p:nvGrpSpPr>
            <p:cNvPr id="40066" name="Group 87"/>
            <p:cNvGrpSpPr>
              <a:grpSpLocks/>
            </p:cNvGrpSpPr>
            <p:nvPr/>
          </p:nvGrpSpPr>
          <p:grpSpPr bwMode="auto">
            <a:xfrm>
              <a:off x="2112" y="2064"/>
              <a:ext cx="528" cy="192"/>
              <a:chOff x="2208" y="2112"/>
              <a:chExt cx="528" cy="144"/>
            </a:xfrm>
          </p:grpSpPr>
          <p:sp>
            <p:nvSpPr>
              <p:cNvPr id="40070"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0071"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67" name="Group 90"/>
            <p:cNvGrpSpPr>
              <a:grpSpLocks/>
            </p:cNvGrpSpPr>
            <p:nvPr/>
          </p:nvGrpSpPr>
          <p:grpSpPr bwMode="auto">
            <a:xfrm>
              <a:off x="2448" y="2064"/>
              <a:ext cx="144" cy="144"/>
              <a:chOff x="2448" y="2064"/>
              <a:chExt cx="144" cy="144"/>
            </a:xfrm>
          </p:grpSpPr>
          <p:sp>
            <p:nvSpPr>
              <p:cNvPr id="40068"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69"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961" name="Group 93"/>
          <p:cNvGrpSpPr>
            <a:grpSpLocks/>
          </p:cNvGrpSpPr>
          <p:nvPr/>
        </p:nvGrpSpPr>
        <p:grpSpPr bwMode="auto">
          <a:xfrm>
            <a:off x="2857500" y="2571750"/>
            <a:ext cx="1428750" cy="171450"/>
            <a:chOff x="1440" y="2064"/>
            <a:chExt cx="1200" cy="192"/>
          </a:xfrm>
        </p:grpSpPr>
        <p:grpSp>
          <p:nvGrpSpPr>
            <p:cNvPr id="40055" name="Group 94"/>
            <p:cNvGrpSpPr>
              <a:grpSpLocks/>
            </p:cNvGrpSpPr>
            <p:nvPr/>
          </p:nvGrpSpPr>
          <p:grpSpPr bwMode="auto">
            <a:xfrm>
              <a:off x="1440" y="2064"/>
              <a:ext cx="672" cy="192"/>
              <a:chOff x="2496" y="2160"/>
              <a:chExt cx="768" cy="144"/>
            </a:xfrm>
          </p:grpSpPr>
          <p:sp>
            <p:nvSpPr>
              <p:cNvPr id="40063"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0064"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65"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56" name="Group 98"/>
            <p:cNvGrpSpPr>
              <a:grpSpLocks/>
            </p:cNvGrpSpPr>
            <p:nvPr/>
          </p:nvGrpSpPr>
          <p:grpSpPr bwMode="auto">
            <a:xfrm>
              <a:off x="2112" y="2064"/>
              <a:ext cx="528" cy="192"/>
              <a:chOff x="2112" y="2064"/>
              <a:chExt cx="528" cy="192"/>
            </a:xfrm>
          </p:grpSpPr>
          <p:grpSp>
            <p:nvGrpSpPr>
              <p:cNvPr id="40057" name="Group 99"/>
              <p:cNvGrpSpPr>
                <a:grpSpLocks/>
              </p:cNvGrpSpPr>
              <p:nvPr/>
            </p:nvGrpSpPr>
            <p:grpSpPr bwMode="auto">
              <a:xfrm>
                <a:off x="2112" y="2064"/>
                <a:ext cx="528" cy="192"/>
                <a:chOff x="2208" y="2112"/>
                <a:chExt cx="528" cy="144"/>
              </a:xfrm>
            </p:grpSpPr>
            <p:sp>
              <p:nvSpPr>
                <p:cNvPr id="40061"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0062"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58" name="Group 102"/>
              <p:cNvGrpSpPr>
                <a:grpSpLocks/>
              </p:cNvGrpSpPr>
              <p:nvPr/>
            </p:nvGrpSpPr>
            <p:grpSpPr bwMode="auto">
              <a:xfrm>
                <a:off x="2448" y="2064"/>
                <a:ext cx="144" cy="144"/>
                <a:chOff x="2448" y="2064"/>
                <a:chExt cx="144" cy="144"/>
              </a:xfrm>
            </p:grpSpPr>
            <p:sp>
              <p:nvSpPr>
                <p:cNvPr id="40059"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60"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9962" name="Group 105"/>
          <p:cNvGrpSpPr>
            <a:grpSpLocks/>
          </p:cNvGrpSpPr>
          <p:nvPr/>
        </p:nvGrpSpPr>
        <p:grpSpPr bwMode="auto">
          <a:xfrm>
            <a:off x="2857500" y="3886200"/>
            <a:ext cx="1428750" cy="171450"/>
            <a:chOff x="1440" y="2064"/>
            <a:chExt cx="1200" cy="192"/>
          </a:xfrm>
        </p:grpSpPr>
        <p:grpSp>
          <p:nvGrpSpPr>
            <p:cNvPr id="40044" name="Group 106"/>
            <p:cNvGrpSpPr>
              <a:grpSpLocks/>
            </p:cNvGrpSpPr>
            <p:nvPr/>
          </p:nvGrpSpPr>
          <p:grpSpPr bwMode="auto">
            <a:xfrm>
              <a:off x="1440" y="2064"/>
              <a:ext cx="672" cy="192"/>
              <a:chOff x="2496" y="2160"/>
              <a:chExt cx="768" cy="144"/>
            </a:xfrm>
          </p:grpSpPr>
          <p:sp>
            <p:nvSpPr>
              <p:cNvPr id="40052"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0053"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54"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45" name="Group 110"/>
            <p:cNvGrpSpPr>
              <a:grpSpLocks/>
            </p:cNvGrpSpPr>
            <p:nvPr/>
          </p:nvGrpSpPr>
          <p:grpSpPr bwMode="auto">
            <a:xfrm>
              <a:off x="2112" y="2064"/>
              <a:ext cx="528" cy="192"/>
              <a:chOff x="2112" y="2064"/>
              <a:chExt cx="528" cy="192"/>
            </a:xfrm>
          </p:grpSpPr>
          <p:grpSp>
            <p:nvGrpSpPr>
              <p:cNvPr id="40046" name="Group 111"/>
              <p:cNvGrpSpPr>
                <a:grpSpLocks/>
              </p:cNvGrpSpPr>
              <p:nvPr/>
            </p:nvGrpSpPr>
            <p:grpSpPr bwMode="auto">
              <a:xfrm>
                <a:off x="2112" y="2064"/>
                <a:ext cx="528" cy="192"/>
                <a:chOff x="2208" y="2112"/>
                <a:chExt cx="528" cy="144"/>
              </a:xfrm>
            </p:grpSpPr>
            <p:sp>
              <p:nvSpPr>
                <p:cNvPr id="40050"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0051"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47" name="Group 114"/>
              <p:cNvGrpSpPr>
                <a:grpSpLocks/>
              </p:cNvGrpSpPr>
              <p:nvPr/>
            </p:nvGrpSpPr>
            <p:grpSpPr bwMode="auto">
              <a:xfrm>
                <a:off x="2448" y="2064"/>
                <a:ext cx="144" cy="144"/>
                <a:chOff x="2448" y="2064"/>
                <a:chExt cx="144" cy="144"/>
              </a:xfrm>
            </p:grpSpPr>
            <p:sp>
              <p:nvSpPr>
                <p:cNvPr id="40048"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49"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39963" name="Group 117"/>
          <p:cNvGrpSpPr>
            <a:grpSpLocks/>
          </p:cNvGrpSpPr>
          <p:nvPr/>
        </p:nvGrpSpPr>
        <p:grpSpPr bwMode="auto">
          <a:xfrm>
            <a:off x="2857500" y="4126707"/>
            <a:ext cx="800100" cy="159544"/>
            <a:chOff x="2496" y="2160"/>
            <a:chExt cx="768" cy="144"/>
          </a:xfrm>
        </p:grpSpPr>
        <p:sp>
          <p:nvSpPr>
            <p:cNvPr id="40041"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0042"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43"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39964" name="Group 121"/>
          <p:cNvGrpSpPr>
            <a:grpSpLocks/>
          </p:cNvGrpSpPr>
          <p:nvPr/>
        </p:nvGrpSpPr>
        <p:grpSpPr bwMode="auto">
          <a:xfrm>
            <a:off x="3657600" y="4126707"/>
            <a:ext cx="628650" cy="159544"/>
            <a:chOff x="2112" y="2064"/>
            <a:chExt cx="528" cy="192"/>
          </a:xfrm>
        </p:grpSpPr>
        <p:grpSp>
          <p:nvGrpSpPr>
            <p:cNvPr id="40035" name="Group 122"/>
            <p:cNvGrpSpPr>
              <a:grpSpLocks/>
            </p:cNvGrpSpPr>
            <p:nvPr/>
          </p:nvGrpSpPr>
          <p:grpSpPr bwMode="auto">
            <a:xfrm>
              <a:off x="2112" y="2064"/>
              <a:ext cx="528" cy="192"/>
              <a:chOff x="2208" y="2112"/>
              <a:chExt cx="528" cy="144"/>
            </a:xfrm>
          </p:grpSpPr>
          <p:sp>
            <p:nvSpPr>
              <p:cNvPr id="40039"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0040"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36" name="Group 125"/>
            <p:cNvGrpSpPr>
              <a:grpSpLocks/>
            </p:cNvGrpSpPr>
            <p:nvPr/>
          </p:nvGrpSpPr>
          <p:grpSpPr bwMode="auto">
            <a:xfrm>
              <a:off x="2448" y="2064"/>
              <a:ext cx="144" cy="144"/>
              <a:chOff x="2448" y="2064"/>
              <a:chExt cx="144" cy="144"/>
            </a:xfrm>
          </p:grpSpPr>
          <p:sp>
            <p:nvSpPr>
              <p:cNvPr id="40037"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38"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965" name="Group 128"/>
          <p:cNvGrpSpPr>
            <a:grpSpLocks/>
          </p:cNvGrpSpPr>
          <p:nvPr/>
        </p:nvGrpSpPr>
        <p:grpSpPr bwMode="auto">
          <a:xfrm>
            <a:off x="2857500" y="3040857"/>
            <a:ext cx="2228850" cy="159544"/>
            <a:chOff x="1440" y="2256"/>
            <a:chExt cx="1872" cy="192"/>
          </a:xfrm>
        </p:grpSpPr>
        <p:grpSp>
          <p:nvGrpSpPr>
            <p:cNvPr id="40020" name="Group 129"/>
            <p:cNvGrpSpPr>
              <a:grpSpLocks/>
            </p:cNvGrpSpPr>
            <p:nvPr/>
          </p:nvGrpSpPr>
          <p:grpSpPr bwMode="auto">
            <a:xfrm>
              <a:off x="2784" y="2256"/>
              <a:ext cx="528" cy="192"/>
              <a:chOff x="2112" y="2064"/>
              <a:chExt cx="528" cy="192"/>
            </a:xfrm>
          </p:grpSpPr>
          <p:grpSp>
            <p:nvGrpSpPr>
              <p:cNvPr id="40029" name="Group 130"/>
              <p:cNvGrpSpPr>
                <a:grpSpLocks/>
              </p:cNvGrpSpPr>
              <p:nvPr/>
            </p:nvGrpSpPr>
            <p:grpSpPr bwMode="auto">
              <a:xfrm>
                <a:off x="2112" y="2064"/>
                <a:ext cx="528" cy="192"/>
                <a:chOff x="2208" y="2112"/>
                <a:chExt cx="528" cy="144"/>
              </a:xfrm>
            </p:grpSpPr>
            <p:sp>
              <p:nvSpPr>
                <p:cNvPr id="40033"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0034"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30" name="Group 133"/>
              <p:cNvGrpSpPr>
                <a:grpSpLocks/>
              </p:cNvGrpSpPr>
              <p:nvPr/>
            </p:nvGrpSpPr>
            <p:grpSpPr bwMode="auto">
              <a:xfrm>
                <a:off x="2448" y="2064"/>
                <a:ext cx="144" cy="144"/>
                <a:chOff x="2448" y="2064"/>
                <a:chExt cx="144" cy="144"/>
              </a:xfrm>
            </p:grpSpPr>
            <p:sp>
              <p:nvSpPr>
                <p:cNvPr id="40031"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32"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021" name="Group 136"/>
            <p:cNvGrpSpPr>
              <a:grpSpLocks/>
            </p:cNvGrpSpPr>
            <p:nvPr/>
          </p:nvGrpSpPr>
          <p:grpSpPr bwMode="auto">
            <a:xfrm>
              <a:off x="1440" y="2256"/>
              <a:ext cx="672" cy="192"/>
              <a:chOff x="2496" y="2160"/>
              <a:chExt cx="768" cy="144"/>
            </a:xfrm>
          </p:grpSpPr>
          <p:sp>
            <p:nvSpPr>
              <p:cNvPr id="40026"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0027"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28"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22" name="Group 140"/>
            <p:cNvGrpSpPr>
              <a:grpSpLocks/>
            </p:cNvGrpSpPr>
            <p:nvPr/>
          </p:nvGrpSpPr>
          <p:grpSpPr bwMode="auto">
            <a:xfrm>
              <a:off x="2112" y="2256"/>
              <a:ext cx="672" cy="192"/>
              <a:chOff x="2496" y="2160"/>
              <a:chExt cx="768" cy="144"/>
            </a:xfrm>
          </p:grpSpPr>
          <p:sp>
            <p:nvSpPr>
              <p:cNvPr id="40023"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0024"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25"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966" name="Group 144"/>
          <p:cNvGrpSpPr>
            <a:grpSpLocks/>
          </p:cNvGrpSpPr>
          <p:nvPr/>
        </p:nvGrpSpPr>
        <p:grpSpPr bwMode="auto">
          <a:xfrm>
            <a:off x="3657600" y="4400550"/>
            <a:ext cx="2228850" cy="171450"/>
            <a:chOff x="1440" y="2256"/>
            <a:chExt cx="1872" cy="192"/>
          </a:xfrm>
        </p:grpSpPr>
        <p:grpSp>
          <p:nvGrpSpPr>
            <p:cNvPr id="40005" name="Group 145"/>
            <p:cNvGrpSpPr>
              <a:grpSpLocks/>
            </p:cNvGrpSpPr>
            <p:nvPr/>
          </p:nvGrpSpPr>
          <p:grpSpPr bwMode="auto">
            <a:xfrm>
              <a:off x="2784" y="2256"/>
              <a:ext cx="528" cy="192"/>
              <a:chOff x="2112" y="2064"/>
              <a:chExt cx="528" cy="192"/>
            </a:xfrm>
          </p:grpSpPr>
          <p:grpSp>
            <p:nvGrpSpPr>
              <p:cNvPr id="40014" name="Group 146"/>
              <p:cNvGrpSpPr>
                <a:grpSpLocks/>
              </p:cNvGrpSpPr>
              <p:nvPr/>
            </p:nvGrpSpPr>
            <p:grpSpPr bwMode="auto">
              <a:xfrm>
                <a:off x="2112" y="2064"/>
                <a:ext cx="528" cy="192"/>
                <a:chOff x="2208" y="2112"/>
                <a:chExt cx="528" cy="144"/>
              </a:xfrm>
            </p:grpSpPr>
            <p:sp>
              <p:nvSpPr>
                <p:cNvPr id="40018"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0019"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015" name="Group 149"/>
              <p:cNvGrpSpPr>
                <a:grpSpLocks/>
              </p:cNvGrpSpPr>
              <p:nvPr/>
            </p:nvGrpSpPr>
            <p:grpSpPr bwMode="auto">
              <a:xfrm>
                <a:off x="2448" y="2064"/>
                <a:ext cx="144" cy="144"/>
                <a:chOff x="2448" y="2064"/>
                <a:chExt cx="144" cy="144"/>
              </a:xfrm>
            </p:grpSpPr>
            <p:sp>
              <p:nvSpPr>
                <p:cNvPr id="40016"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17"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006" name="Group 152"/>
            <p:cNvGrpSpPr>
              <a:grpSpLocks/>
            </p:cNvGrpSpPr>
            <p:nvPr/>
          </p:nvGrpSpPr>
          <p:grpSpPr bwMode="auto">
            <a:xfrm>
              <a:off x="1440" y="2256"/>
              <a:ext cx="672" cy="192"/>
              <a:chOff x="2496" y="2160"/>
              <a:chExt cx="768" cy="144"/>
            </a:xfrm>
          </p:grpSpPr>
          <p:sp>
            <p:nvSpPr>
              <p:cNvPr id="40011"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0012"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13"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007" name="Group 156"/>
            <p:cNvGrpSpPr>
              <a:grpSpLocks/>
            </p:cNvGrpSpPr>
            <p:nvPr/>
          </p:nvGrpSpPr>
          <p:grpSpPr bwMode="auto">
            <a:xfrm>
              <a:off x="2112" y="2256"/>
              <a:ext cx="672" cy="192"/>
              <a:chOff x="2496" y="2160"/>
              <a:chExt cx="768" cy="144"/>
            </a:xfrm>
          </p:grpSpPr>
          <p:sp>
            <p:nvSpPr>
              <p:cNvPr id="40008"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0009"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10"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39967" name="Group 160"/>
          <p:cNvGrpSpPr>
            <a:grpSpLocks/>
          </p:cNvGrpSpPr>
          <p:nvPr/>
        </p:nvGrpSpPr>
        <p:grpSpPr bwMode="auto">
          <a:xfrm>
            <a:off x="2857500" y="4400550"/>
            <a:ext cx="800100" cy="171450"/>
            <a:chOff x="2496" y="2160"/>
            <a:chExt cx="768" cy="144"/>
          </a:xfrm>
        </p:grpSpPr>
        <p:sp>
          <p:nvSpPr>
            <p:cNvPr id="40002"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0003"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004"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996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3996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3997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971"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3997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7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3997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975"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3997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7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3997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39979"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3998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8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grpSp>
        <p:nvGrpSpPr>
          <p:cNvPr id="39982" name="Group 181"/>
          <p:cNvGrpSpPr>
            <a:grpSpLocks/>
          </p:cNvGrpSpPr>
          <p:nvPr/>
        </p:nvGrpSpPr>
        <p:grpSpPr bwMode="auto">
          <a:xfrm>
            <a:off x="6053138" y="342900"/>
            <a:ext cx="1943100" cy="1943100"/>
            <a:chOff x="2784" y="96"/>
            <a:chExt cx="1632" cy="1680"/>
          </a:xfrm>
        </p:grpSpPr>
        <p:sp>
          <p:nvSpPr>
            <p:cNvPr id="39984" name="Oval 182"/>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39985" name="Oval 183"/>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39986" name="Oval 184"/>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39987" name="Oval 185"/>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39988" name="Oval 186"/>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39989" name="Oval 187"/>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39990" name="Oval 188"/>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39991" name="Line 189"/>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2" name="Line 190"/>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3" name="Line 191"/>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4" name="Line 192"/>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5" name="Line 193"/>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6" name="Line 194"/>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7" name="Oval 195"/>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39998" name="Line 196"/>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39999" name="Line 197"/>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00" name="Line 198"/>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001" name="Line 199"/>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9"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9784277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F763C43-B34F-C04B-FABF-8FAD11B444A8}"/>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F763C43-B34F-C04B-FABF-8FAD11B444A8}"/>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0962" name="Group 21"/>
          <p:cNvGrpSpPr>
            <a:grpSpLocks/>
          </p:cNvGrpSpPr>
          <p:nvPr/>
        </p:nvGrpSpPr>
        <p:grpSpPr bwMode="auto">
          <a:xfrm>
            <a:off x="1524001" y="2520554"/>
            <a:ext cx="1079897" cy="258365"/>
            <a:chOff x="288" y="2016"/>
            <a:chExt cx="816" cy="192"/>
          </a:xfrm>
        </p:grpSpPr>
        <p:sp>
          <p:nvSpPr>
            <p:cNvPr id="4113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113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096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096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0965" name="Group 26"/>
          <p:cNvGrpSpPr>
            <a:grpSpLocks/>
          </p:cNvGrpSpPr>
          <p:nvPr/>
        </p:nvGrpSpPr>
        <p:grpSpPr bwMode="auto">
          <a:xfrm>
            <a:off x="1524001" y="3036094"/>
            <a:ext cx="1079897" cy="258366"/>
            <a:chOff x="288" y="2016"/>
            <a:chExt cx="816" cy="192"/>
          </a:xfrm>
        </p:grpSpPr>
        <p:sp>
          <p:nvSpPr>
            <p:cNvPr id="4113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113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966" name="Group 29"/>
          <p:cNvGrpSpPr>
            <a:grpSpLocks/>
          </p:cNvGrpSpPr>
          <p:nvPr/>
        </p:nvGrpSpPr>
        <p:grpSpPr bwMode="auto">
          <a:xfrm>
            <a:off x="1524001" y="3294460"/>
            <a:ext cx="1079897" cy="258365"/>
            <a:chOff x="288" y="2016"/>
            <a:chExt cx="816" cy="192"/>
          </a:xfrm>
        </p:grpSpPr>
        <p:sp>
          <p:nvSpPr>
            <p:cNvPr id="4113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113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967" name="Group 32"/>
          <p:cNvGrpSpPr>
            <a:grpSpLocks/>
          </p:cNvGrpSpPr>
          <p:nvPr/>
        </p:nvGrpSpPr>
        <p:grpSpPr bwMode="auto">
          <a:xfrm>
            <a:off x="1524001" y="3552825"/>
            <a:ext cx="1079897" cy="257175"/>
            <a:chOff x="288" y="2016"/>
            <a:chExt cx="816" cy="192"/>
          </a:xfrm>
        </p:grpSpPr>
        <p:sp>
          <p:nvSpPr>
            <p:cNvPr id="4113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113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968" name="Group 35"/>
          <p:cNvGrpSpPr>
            <a:grpSpLocks/>
          </p:cNvGrpSpPr>
          <p:nvPr/>
        </p:nvGrpSpPr>
        <p:grpSpPr bwMode="auto">
          <a:xfrm>
            <a:off x="1524001" y="3810000"/>
            <a:ext cx="1079897" cy="258366"/>
            <a:chOff x="288" y="2016"/>
            <a:chExt cx="816" cy="192"/>
          </a:xfrm>
        </p:grpSpPr>
        <p:sp>
          <p:nvSpPr>
            <p:cNvPr id="4113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113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969" name="Group 38"/>
          <p:cNvGrpSpPr>
            <a:grpSpLocks/>
          </p:cNvGrpSpPr>
          <p:nvPr/>
        </p:nvGrpSpPr>
        <p:grpSpPr bwMode="auto">
          <a:xfrm>
            <a:off x="1524001" y="4325542"/>
            <a:ext cx="1079897" cy="258365"/>
            <a:chOff x="288" y="2016"/>
            <a:chExt cx="816" cy="192"/>
          </a:xfrm>
        </p:grpSpPr>
        <p:sp>
          <p:nvSpPr>
            <p:cNvPr id="4112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112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0970" name="Group 41"/>
          <p:cNvGrpSpPr>
            <a:grpSpLocks/>
          </p:cNvGrpSpPr>
          <p:nvPr/>
        </p:nvGrpSpPr>
        <p:grpSpPr bwMode="auto">
          <a:xfrm>
            <a:off x="1524001" y="4068366"/>
            <a:ext cx="1079897" cy="257175"/>
            <a:chOff x="288" y="2016"/>
            <a:chExt cx="816" cy="192"/>
          </a:xfrm>
        </p:grpSpPr>
        <p:sp>
          <p:nvSpPr>
            <p:cNvPr id="4112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112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097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097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7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8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0981" name="Group 54"/>
          <p:cNvGrpSpPr>
            <a:grpSpLocks/>
          </p:cNvGrpSpPr>
          <p:nvPr/>
        </p:nvGrpSpPr>
        <p:grpSpPr bwMode="auto">
          <a:xfrm>
            <a:off x="2857500" y="3612357"/>
            <a:ext cx="1428750" cy="159544"/>
            <a:chOff x="1440" y="2064"/>
            <a:chExt cx="1200" cy="192"/>
          </a:xfrm>
        </p:grpSpPr>
        <p:grpSp>
          <p:nvGrpSpPr>
            <p:cNvPr id="41115" name="Group 55"/>
            <p:cNvGrpSpPr>
              <a:grpSpLocks/>
            </p:cNvGrpSpPr>
            <p:nvPr/>
          </p:nvGrpSpPr>
          <p:grpSpPr bwMode="auto">
            <a:xfrm>
              <a:off x="1440" y="2064"/>
              <a:ext cx="672" cy="192"/>
              <a:chOff x="2496" y="2160"/>
              <a:chExt cx="768" cy="144"/>
            </a:xfrm>
          </p:grpSpPr>
          <p:sp>
            <p:nvSpPr>
              <p:cNvPr id="4112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112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12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116" name="Group 59"/>
            <p:cNvGrpSpPr>
              <a:grpSpLocks/>
            </p:cNvGrpSpPr>
            <p:nvPr/>
          </p:nvGrpSpPr>
          <p:grpSpPr bwMode="auto">
            <a:xfrm>
              <a:off x="2112" y="2064"/>
              <a:ext cx="528" cy="192"/>
              <a:chOff x="2112" y="2064"/>
              <a:chExt cx="528" cy="192"/>
            </a:xfrm>
          </p:grpSpPr>
          <p:grpSp>
            <p:nvGrpSpPr>
              <p:cNvPr id="41117" name="Group 60"/>
              <p:cNvGrpSpPr>
                <a:grpSpLocks/>
              </p:cNvGrpSpPr>
              <p:nvPr/>
            </p:nvGrpSpPr>
            <p:grpSpPr bwMode="auto">
              <a:xfrm>
                <a:off x="2112" y="2064"/>
                <a:ext cx="528" cy="192"/>
                <a:chOff x="2208" y="2112"/>
                <a:chExt cx="528" cy="144"/>
              </a:xfrm>
            </p:grpSpPr>
            <p:sp>
              <p:nvSpPr>
                <p:cNvPr id="4112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112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118" name="Group 63"/>
              <p:cNvGrpSpPr>
                <a:grpSpLocks/>
              </p:cNvGrpSpPr>
              <p:nvPr/>
            </p:nvGrpSpPr>
            <p:grpSpPr bwMode="auto">
              <a:xfrm>
                <a:off x="2448" y="2064"/>
                <a:ext cx="144" cy="144"/>
                <a:chOff x="2448" y="2064"/>
                <a:chExt cx="144" cy="144"/>
              </a:xfrm>
            </p:grpSpPr>
            <p:sp>
              <p:nvSpPr>
                <p:cNvPr id="4111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12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0982" name="Group 66"/>
          <p:cNvGrpSpPr>
            <a:grpSpLocks/>
          </p:cNvGrpSpPr>
          <p:nvPr/>
        </p:nvGrpSpPr>
        <p:grpSpPr bwMode="auto">
          <a:xfrm>
            <a:off x="2857500" y="2800350"/>
            <a:ext cx="2228850" cy="171450"/>
            <a:chOff x="1440" y="2256"/>
            <a:chExt cx="1872" cy="192"/>
          </a:xfrm>
        </p:grpSpPr>
        <p:grpSp>
          <p:nvGrpSpPr>
            <p:cNvPr id="41100" name="Group 67"/>
            <p:cNvGrpSpPr>
              <a:grpSpLocks/>
            </p:cNvGrpSpPr>
            <p:nvPr/>
          </p:nvGrpSpPr>
          <p:grpSpPr bwMode="auto">
            <a:xfrm>
              <a:off x="2784" y="2256"/>
              <a:ext cx="528" cy="192"/>
              <a:chOff x="2112" y="2064"/>
              <a:chExt cx="528" cy="192"/>
            </a:xfrm>
          </p:grpSpPr>
          <p:grpSp>
            <p:nvGrpSpPr>
              <p:cNvPr id="41109" name="Group 68"/>
              <p:cNvGrpSpPr>
                <a:grpSpLocks/>
              </p:cNvGrpSpPr>
              <p:nvPr/>
            </p:nvGrpSpPr>
            <p:grpSpPr bwMode="auto">
              <a:xfrm>
                <a:off x="2112" y="2064"/>
                <a:ext cx="528" cy="192"/>
                <a:chOff x="2208" y="2112"/>
                <a:chExt cx="528" cy="144"/>
              </a:xfrm>
            </p:grpSpPr>
            <p:sp>
              <p:nvSpPr>
                <p:cNvPr id="4111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111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110" name="Group 71"/>
              <p:cNvGrpSpPr>
                <a:grpSpLocks/>
              </p:cNvGrpSpPr>
              <p:nvPr/>
            </p:nvGrpSpPr>
            <p:grpSpPr bwMode="auto">
              <a:xfrm>
                <a:off x="2448" y="2064"/>
                <a:ext cx="144" cy="144"/>
                <a:chOff x="2448" y="2064"/>
                <a:chExt cx="144" cy="144"/>
              </a:xfrm>
            </p:grpSpPr>
            <p:sp>
              <p:nvSpPr>
                <p:cNvPr id="4111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11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1101" name="Group 74"/>
            <p:cNvGrpSpPr>
              <a:grpSpLocks/>
            </p:cNvGrpSpPr>
            <p:nvPr/>
          </p:nvGrpSpPr>
          <p:grpSpPr bwMode="auto">
            <a:xfrm>
              <a:off x="1440" y="2256"/>
              <a:ext cx="672" cy="192"/>
              <a:chOff x="2496" y="2160"/>
              <a:chExt cx="768" cy="144"/>
            </a:xfrm>
          </p:grpSpPr>
          <p:sp>
            <p:nvSpPr>
              <p:cNvPr id="4110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110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10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102" name="Group 78"/>
            <p:cNvGrpSpPr>
              <a:grpSpLocks/>
            </p:cNvGrpSpPr>
            <p:nvPr/>
          </p:nvGrpSpPr>
          <p:grpSpPr bwMode="auto">
            <a:xfrm>
              <a:off x="2112" y="2256"/>
              <a:ext cx="672" cy="192"/>
              <a:chOff x="2496" y="2160"/>
              <a:chExt cx="768" cy="144"/>
            </a:xfrm>
          </p:grpSpPr>
          <p:sp>
            <p:nvSpPr>
              <p:cNvPr id="4110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110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10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983" name="Group 82"/>
          <p:cNvGrpSpPr>
            <a:grpSpLocks/>
          </p:cNvGrpSpPr>
          <p:nvPr/>
        </p:nvGrpSpPr>
        <p:grpSpPr bwMode="auto">
          <a:xfrm>
            <a:off x="2857500" y="3326607"/>
            <a:ext cx="800100" cy="159544"/>
            <a:chOff x="2496" y="2160"/>
            <a:chExt cx="768" cy="144"/>
          </a:xfrm>
        </p:grpSpPr>
        <p:sp>
          <p:nvSpPr>
            <p:cNvPr id="4109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109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9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984" name="Group 86"/>
          <p:cNvGrpSpPr>
            <a:grpSpLocks/>
          </p:cNvGrpSpPr>
          <p:nvPr/>
        </p:nvGrpSpPr>
        <p:grpSpPr bwMode="auto">
          <a:xfrm>
            <a:off x="3657600" y="3326607"/>
            <a:ext cx="628650" cy="159544"/>
            <a:chOff x="2112" y="2064"/>
            <a:chExt cx="528" cy="192"/>
          </a:xfrm>
        </p:grpSpPr>
        <p:grpSp>
          <p:nvGrpSpPr>
            <p:cNvPr id="41091" name="Group 87"/>
            <p:cNvGrpSpPr>
              <a:grpSpLocks/>
            </p:cNvGrpSpPr>
            <p:nvPr/>
          </p:nvGrpSpPr>
          <p:grpSpPr bwMode="auto">
            <a:xfrm>
              <a:off x="2112" y="2064"/>
              <a:ext cx="528" cy="192"/>
              <a:chOff x="2208" y="2112"/>
              <a:chExt cx="528" cy="144"/>
            </a:xfrm>
          </p:grpSpPr>
          <p:sp>
            <p:nvSpPr>
              <p:cNvPr id="4109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109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92" name="Group 90"/>
            <p:cNvGrpSpPr>
              <a:grpSpLocks/>
            </p:cNvGrpSpPr>
            <p:nvPr/>
          </p:nvGrpSpPr>
          <p:grpSpPr bwMode="auto">
            <a:xfrm>
              <a:off x="2448" y="2064"/>
              <a:ext cx="144" cy="144"/>
              <a:chOff x="2448" y="2064"/>
              <a:chExt cx="144" cy="144"/>
            </a:xfrm>
          </p:grpSpPr>
          <p:sp>
            <p:nvSpPr>
              <p:cNvPr id="4109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9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985" name="Group 93"/>
          <p:cNvGrpSpPr>
            <a:grpSpLocks/>
          </p:cNvGrpSpPr>
          <p:nvPr/>
        </p:nvGrpSpPr>
        <p:grpSpPr bwMode="auto">
          <a:xfrm>
            <a:off x="2857500" y="2571750"/>
            <a:ext cx="1428750" cy="171450"/>
            <a:chOff x="1440" y="2064"/>
            <a:chExt cx="1200" cy="192"/>
          </a:xfrm>
        </p:grpSpPr>
        <p:grpSp>
          <p:nvGrpSpPr>
            <p:cNvPr id="41080" name="Group 94"/>
            <p:cNvGrpSpPr>
              <a:grpSpLocks/>
            </p:cNvGrpSpPr>
            <p:nvPr/>
          </p:nvGrpSpPr>
          <p:grpSpPr bwMode="auto">
            <a:xfrm>
              <a:off x="1440" y="2064"/>
              <a:ext cx="672" cy="192"/>
              <a:chOff x="2496" y="2160"/>
              <a:chExt cx="768" cy="144"/>
            </a:xfrm>
          </p:grpSpPr>
          <p:sp>
            <p:nvSpPr>
              <p:cNvPr id="4108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108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9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081" name="Group 98"/>
            <p:cNvGrpSpPr>
              <a:grpSpLocks/>
            </p:cNvGrpSpPr>
            <p:nvPr/>
          </p:nvGrpSpPr>
          <p:grpSpPr bwMode="auto">
            <a:xfrm>
              <a:off x="2112" y="2064"/>
              <a:ext cx="528" cy="192"/>
              <a:chOff x="2112" y="2064"/>
              <a:chExt cx="528" cy="192"/>
            </a:xfrm>
          </p:grpSpPr>
          <p:grpSp>
            <p:nvGrpSpPr>
              <p:cNvPr id="41082" name="Group 99"/>
              <p:cNvGrpSpPr>
                <a:grpSpLocks/>
              </p:cNvGrpSpPr>
              <p:nvPr/>
            </p:nvGrpSpPr>
            <p:grpSpPr bwMode="auto">
              <a:xfrm>
                <a:off x="2112" y="2064"/>
                <a:ext cx="528" cy="192"/>
                <a:chOff x="2208" y="2112"/>
                <a:chExt cx="528" cy="144"/>
              </a:xfrm>
            </p:grpSpPr>
            <p:sp>
              <p:nvSpPr>
                <p:cNvPr id="4108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108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83" name="Group 102"/>
              <p:cNvGrpSpPr>
                <a:grpSpLocks/>
              </p:cNvGrpSpPr>
              <p:nvPr/>
            </p:nvGrpSpPr>
            <p:grpSpPr bwMode="auto">
              <a:xfrm>
                <a:off x="2448" y="2064"/>
                <a:ext cx="144" cy="144"/>
                <a:chOff x="2448" y="2064"/>
                <a:chExt cx="144" cy="144"/>
              </a:xfrm>
            </p:grpSpPr>
            <p:sp>
              <p:nvSpPr>
                <p:cNvPr id="4108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8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0986" name="Group 105"/>
          <p:cNvGrpSpPr>
            <a:grpSpLocks/>
          </p:cNvGrpSpPr>
          <p:nvPr/>
        </p:nvGrpSpPr>
        <p:grpSpPr bwMode="auto">
          <a:xfrm>
            <a:off x="2857500" y="3886200"/>
            <a:ext cx="1428750" cy="171450"/>
            <a:chOff x="1440" y="2064"/>
            <a:chExt cx="1200" cy="192"/>
          </a:xfrm>
        </p:grpSpPr>
        <p:grpSp>
          <p:nvGrpSpPr>
            <p:cNvPr id="41069" name="Group 106"/>
            <p:cNvGrpSpPr>
              <a:grpSpLocks/>
            </p:cNvGrpSpPr>
            <p:nvPr/>
          </p:nvGrpSpPr>
          <p:grpSpPr bwMode="auto">
            <a:xfrm>
              <a:off x="1440" y="2064"/>
              <a:ext cx="672" cy="192"/>
              <a:chOff x="2496" y="2160"/>
              <a:chExt cx="768" cy="144"/>
            </a:xfrm>
          </p:grpSpPr>
          <p:sp>
            <p:nvSpPr>
              <p:cNvPr id="4107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107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7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070" name="Group 110"/>
            <p:cNvGrpSpPr>
              <a:grpSpLocks/>
            </p:cNvGrpSpPr>
            <p:nvPr/>
          </p:nvGrpSpPr>
          <p:grpSpPr bwMode="auto">
            <a:xfrm>
              <a:off x="2112" y="2064"/>
              <a:ext cx="528" cy="192"/>
              <a:chOff x="2112" y="2064"/>
              <a:chExt cx="528" cy="192"/>
            </a:xfrm>
          </p:grpSpPr>
          <p:grpSp>
            <p:nvGrpSpPr>
              <p:cNvPr id="41071" name="Group 111"/>
              <p:cNvGrpSpPr>
                <a:grpSpLocks/>
              </p:cNvGrpSpPr>
              <p:nvPr/>
            </p:nvGrpSpPr>
            <p:grpSpPr bwMode="auto">
              <a:xfrm>
                <a:off x="2112" y="2064"/>
                <a:ext cx="528" cy="192"/>
                <a:chOff x="2208" y="2112"/>
                <a:chExt cx="528" cy="144"/>
              </a:xfrm>
            </p:grpSpPr>
            <p:sp>
              <p:nvSpPr>
                <p:cNvPr id="4107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107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72" name="Group 114"/>
              <p:cNvGrpSpPr>
                <a:grpSpLocks/>
              </p:cNvGrpSpPr>
              <p:nvPr/>
            </p:nvGrpSpPr>
            <p:grpSpPr bwMode="auto">
              <a:xfrm>
                <a:off x="2448" y="2064"/>
                <a:ext cx="144" cy="144"/>
                <a:chOff x="2448" y="2064"/>
                <a:chExt cx="144" cy="144"/>
              </a:xfrm>
            </p:grpSpPr>
            <p:sp>
              <p:nvSpPr>
                <p:cNvPr id="4107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7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0987" name="Group 117"/>
          <p:cNvGrpSpPr>
            <a:grpSpLocks/>
          </p:cNvGrpSpPr>
          <p:nvPr/>
        </p:nvGrpSpPr>
        <p:grpSpPr bwMode="auto">
          <a:xfrm>
            <a:off x="2857500" y="4126707"/>
            <a:ext cx="800100" cy="159544"/>
            <a:chOff x="2496" y="2160"/>
            <a:chExt cx="768" cy="144"/>
          </a:xfrm>
        </p:grpSpPr>
        <p:sp>
          <p:nvSpPr>
            <p:cNvPr id="4106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106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6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0988" name="Group 121"/>
          <p:cNvGrpSpPr>
            <a:grpSpLocks/>
          </p:cNvGrpSpPr>
          <p:nvPr/>
        </p:nvGrpSpPr>
        <p:grpSpPr bwMode="auto">
          <a:xfrm>
            <a:off x="3657600" y="4126707"/>
            <a:ext cx="628650" cy="159544"/>
            <a:chOff x="2112" y="2064"/>
            <a:chExt cx="528" cy="192"/>
          </a:xfrm>
        </p:grpSpPr>
        <p:grpSp>
          <p:nvGrpSpPr>
            <p:cNvPr id="41060" name="Group 122"/>
            <p:cNvGrpSpPr>
              <a:grpSpLocks/>
            </p:cNvGrpSpPr>
            <p:nvPr/>
          </p:nvGrpSpPr>
          <p:grpSpPr bwMode="auto">
            <a:xfrm>
              <a:off x="2112" y="2064"/>
              <a:ext cx="528" cy="192"/>
              <a:chOff x="2208" y="2112"/>
              <a:chExt cx="528" cy="144"/>
            </a:xfrm>
          </p:grpSpPr>
          <p:sp>
            <p:nvSpPr>
              <p:cNvPr id="4106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106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61" name="Group 125"/>
            <p:cNvGrpSpPr>
              <a:grpSpLocks/>
            </p:cNvGrpSpPr>
            <p:nvPr/>
          </p:nvGrpSpPr>
          <p:grpSpPr bwMode="auto">
            <a:xfrm>
              <a:off x="2448" y="2064"/>
              <a:ext cx="144" cy="144"/>
              <a:chOff x="2448" y="2064"/>
              <a:chExt cx="144" cy="144"/>
            </a:xfrm>
          </p:grpSpPr>
          <p:sp>
            <p:nvSpPr>
              <p:cNvPr id="4106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6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989" name="Group 128"/>
          <p:cNvGrpSpPr>
            <a:grpSpLocks/>
          </p:cNvGrpSpPr>
          <p:nvPr/>
        </p:nvGrpSpPr>
        <p:grpSpPr bwMode="auto">
          <a:xfrm>
            <a:off x="2857500" y="3040857"/>
            <a:ext cx="2228850" cy="159544"/>
            <a:chOff x="1440" y="2256"/>
            <a:chExt cx="1872" cy="192"/>
          </a:xfrm>
        </p:grpSpPr>
        <p:grpSp>
          <p:nvGrpSpPr>
            <p:cNvPr id="41045" name="Group 129"/>
            <p:cNvGrpSpPr>
              <a:grpSpLocks/>
            </p:cNvGrpSpPr>
            <p:nvPr/>
          </p:nvGrpSpPr>
          <p:grpSpPr bwMode="auto">
            <a:xfrm>
              <a:off x="2784" y="2256"/>
              <a:ext cx="528" cy="192"/>
              <a:chOff x="2112" y="2064"/>
              <a:chExt cx="528" cy="192"/>
            </a:xfrm>
          </p:grpSpPr>
          <p:grpSp>
            <p:nvGrpSpPr>
              <p:cNvPr id="41054" name="Group 130"/>
              <p:cNvGrpSpPr>
                <a:grpSpLocks/>
              </p:cNvGrpSpPr>
              <p:nvPr/>
            </p:nvGrpSpPr>
            <p:grpSpPr bwMode="auto">
              <a:xfrm>
                <a:off x="2112" y="2064"/>
                <a:ext cx="528" cy="192"/>
                <a:chOff x="2208" y="2112"/>
                <a:chExt cx="528" cy="144"/>
              </a:xfrm>
            </p:grpSpPr>
            <p:sp>
              <p:nvSpPr>
                <p:cNvPr id="4105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105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55" name="Group 133"/>
              <p:cNvGrpSpPr>
                <a:grpSpLocks/>
              </p:cNvGrpSpPr>
              <p:nvPr/>
            </p:nvGrpSpPr>
            <p:grpSpPr bwMode="auto">
              <a:xfrm>
                <a:off x="2448" y="2064"/>
                <a:ext cx="144" cy="144"/>
                <a:chOff x="2448" y="2064"/>
                <a:chExt cx="144" cy="144"/>
              </a:xfrm>
            </p:grpSpPr>
            <p:sp>
              <p:nvSpPr>
                <p:cNvPr id="4105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5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1046" name="Group 136"/>
            <p:cNvGrpSpPr>
              <a:grpSpLocks/>
            </p:cNvGrpSpPr>
            <p:nvPr/>
          </p:nvGrpSpPr>
          <p:grpSpPr bwMode="auto">
            <a:xfrm>
              <a:off x="1440" y="2256"/>
              <a:ext cx="672" cy="192"/>
              <a:chOff x="2496" y="2160"/>
              <a:chExt cx="768" cy="144"/>
            </a:xfrm>
          </p:grpSpPr>
          <p:sp>
            <p:nvSpPr>
              <p:cNvPr id="4105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105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5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047" name="Group 140"/>
            <p:cNvGrpSpPr>
              <a:grpSpLocks/>
            </p:cNvGrpSpPr>
            <p:nvPr/>
          </p:nvGrpSpPr>
          <p:grpSpPr bwMode="auto">
            <a:xfrm>
              <a:off x="2112" y="2256"/>
              <a:ext cx="672" cy="192"/>
              <a:chOff x="2496" y="2160"/>
              <a:chExt cx="768" cy="144"/>
            </a:xfrm>
          </p:grpSpPr>
          <p:sp>
            <p:nvSpPr>
              <p:cNvPr id="4104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104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5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990" name="Group 144"/>
          <p:cNvGrpSpPr>
            <a:grpSpLocks/>
          </p:cNvGrpSpPr>
          <p:nvPr/>
        </p:nvGrpSpPr>
        <p:grpSpPr bwMode="auto">
          <a:xfrm>
            <a:off x="3657600" y="4400550"/>
            <a:ext cx="2228850" cy="171450"/>
            <a:chOff x="1440" y="2256"/>
            <a:chExt cx="1872" cy="192"/>
          </a:xfrm>
        </p:grpSpPr>
        <p:grpSp>
          <p:nvGrpSpPr>
            <p:cNvPr id="41030" name="Group 145"/>
            <p:cNvGrpSpPr>
              <a:grpSpLocks/>
            </p:cNvGrpSpPr>
            <p:nvPr/>
          </p:nvGrpSpPr>
          <p:grpSpPr bwMode="auto">
            <a:xfrm>
              <a:off x="2784" y="2256"/>
              <a:ext cx="528" cy="192"/>
              <a:chOff x="2112" y="2064"/>
              <a:chExt cx="528" cy="192"/>
            </a:xfrm>
          </p:grpSpPr>
          <p:grpSp>
            <p:nvGrpSpPr>
              <p:cNvPr id="41039" name="Group 146"/>
              <p:cNvGrpSpPr>
                <a:grpSpLocks/>
              </p:cNvGrpSpPr>
              <p:nvPr/>
            </p:nvGrpSpPr>
            <p:grpSpPr bwMode="auto">
              <a:xfrm>
                <a:off x="2112" y="2064"/>
                <a:ext cx="528" cy="192"/>
                <a:chOff x="2208" y="2112"/>
                <a:chExt cx="528" cy="144"/>
              </a:xfrm>
            </p:grpSpPr>
            <p:sp>
              <p:nvSpPr>
                <p:cNvPr id="4104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104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040" name="Group 149"/>
              <p:cNvGrpSpPr>
                <a:grpSpLocks/>
              </p:cNvGrpSpPr>
              <p:nvPr/>
            </p:nvGrpSpPr>
            <p:grpSpPr bwMode="auto">
              <a:xfrm>
                <a:off x="2448" y="2064"/>
                <a:ext cx="144" cy="144"/>
                <a:chOff x="2448" y="2064"/>
                <a:chExt cx="144" cy="144"/>
              </a:xfrm>
            </p:grpSpPr>
            <p:sp>
              <p:nvSpPr>
                <p:cNvPr id="4104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4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1031" name="Group 152"/>
            <p:cNvGrpSpPr>
              <a:grpSpLocks/>
            </p:cNvGrpSpPr>
            <p:nvPr/>
          </p:nvGrpSpPr>
          <p:grpSpPr bwMode="auto">
            <a:xfrm>
              <a:off x="1440" y="2256"/>
              <a:ext cx="672" cy="192"/>
              <a:chOff x="2496" y="2160"/>
              <a:chExt cx="768" cy="144"/>
            </a:xfrm>
          </p:grpSpPr>
          <p:sp>
            <p:nvSpPr>
              <p:cNvPr id="4103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103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3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1032" name="Group 156"/>
            <p:cNvGrpSpPr>
              <a:grpSpLocks/>
            </p:cNvGrpSpPr>
            <p:nvPr/>
          </p:nvGrpSpPr>
          <p:grpSpPr bwMode="auto">
            <a:xfrm>
              <a:off x="2112" y="2256"/>
              <a:ext cx="672" cy="192"/>
              <a:chOff x="2496" y="2160"/>
              <a:chExt cx="768" cy="144"/>
            </a:xfrm>
          </p:grpSpPr>
          <p:sp>
            <p:nvSpPr>
              <p:cNvPr id="4103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103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3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0991" name="Group 160"/>
          <p:cNvGrpSpPr>
            <a:grpSpLocks/>
          </p:cNvGrpSpPr>
          <p:nvPr/>
        </p:nvGrpSpPr>
        <p:grpSpPr bwMode="auto">
          <a:xfrm>
            <a:off x="2857500" y="4400550"/>
            <a:ext cx="800100" cy="171450"/>
            <a:chOff x="2496" y="2160"/>
            <a:chExt cx="768" cy="144"/>
          </a:xfrm>
        </p:grpSpPr>
        <p:sp>
          <p:nvSpPr>
            <p:cNvPr id="4102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102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2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099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099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099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99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099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099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099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0999"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100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0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100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1003"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100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0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1006" name="AutoShape 178"/>
          <p:cNvSpPr>
            <a:spLocks noChangeArrowheads="1"/>
          </p:cNvSpPr>
          <p:nvPr/>
        </p:nvSpPr>
        <p:spPr bwMode="auto">
          <a:xfrm>
            <a:off x="30289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1007" name="Group 182"/>
          <p:cNvGrpSpPr>
            <a:grpSpLocks/>
          </p:cNvGrpSpPr>
          <p:nvPr/>
        </p:nvGrpSpPr>
        <p:grpSpPr bwMode="auto">
          <a:xfrm>
            <a:off x="6053138" y="342900"/>
            <a:ext cx="1943100" cy="1943100"/>
            <a:chOff x="2784" y="96"/>
            <a:chExt cx="1632" cy="1680"/>
          </a:xfrm>
        </p:grpSpPr>
        <p:sp>
          <p:nvSpPr>
            <p:cNvPr id="41009" name="Oval 18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1010" name="Oval 18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1011" name="Oval 18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1012" name="Oval 18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1013" name="Oval 18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1014" name="Oval 18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1015" name="Oval 18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1016" name="Line 19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17" name="Line 19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18" name="Line 19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19" name="Line 19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0" name="Line 19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1" name="Line 19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2" name="Oval 19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1023" name="Line 19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4" name="Line 19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5" name="Line 19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026" name="Line 20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571479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AB50754-5A80-A011-59B1-AAAE0DCB808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AB50754-5A80-A011-59B1-AAAE0DCB808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1986" name="Group 21"/>
          <p:cNvGrpSpPr>
            <a:grpSpLocks/>
          </p:cNvGrpSpPr>
          <p:nvPr/>
        </p:nvGrpSpPr>
        <p:grpSpPr bwMode="auto">
          <a:xfrm>
            <a:off x="1524001" y="2520554"/>
            <a:ext cx="1079897" cy="258365"/>
            <a:chOff x="288" y="2016"/>
            <a:chExt cx="816" cy="192"/>
          </a:xfrm>
        </p:grpSpPr>
        <p:sp>
          <p:nvSpPr>
            <p:cNvPr id="42162"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2163"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198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198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1989" name="Group 26"/>
          <p:cNvGrpSpPr>
            <a:grpSpLocks/>
          </p:cNvGrpSpPr>
          <p:nvPr/>
        </p:nvGrpSpPr>
        <p:grpSpPr bwMode="auto">
          <a:xfrm>
            <a:off x="1524001" y="3036094"/>
            <a:ext cx="1079897" cy="258366"/>
            <a:chOff x="288" y="2016"/>
            <a:chExt cx="816" cy="192"/>
          </a:xfrm>
        </p:grpSpPr>
        <p:sp>
          <p:nvSpPr>
            <p:cNvPr id="42160"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2161"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990" name="Group 29"/>
          <p:cNvGrpSpPr>
            <a:grpSpLocks/>
          </p:cNvGrpSpPr>
          <p:nvPr/>
        </p:nvGrpSpPr>
        <p:grpSpPr bwMode="auto">
          <a:xfrm>
            <a:off x="1524001" y="3294460"/>
            <a:ext cx="1079897" cy="258365"/>
            <a:chOff x="288" y="2016"/>
            <a:chExt cx="816" cy="192"/>
          </a:xfrm>
        </p:grpSpPr>
        <p:sp>
          <p:nvSpPr>
            <p:cNvPr id="42158"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2159"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991" name="Group 32"/>
          <p:cNvGrpSpPr>
            <a:grpSpLocks/>
          </p:cNvGrpSpPr>
          <p:nvPr/>
        </p:nvGrpSpPr>
        <p:grpSpPr bwMode="auto">
          <a:xfrm>
            <a:off x="1524001" y="3552825"/>
            <a:ext cx="1079897" cy="257175"/>
            <a:chOff x="288" y="2016"/>
            <a:chExt cx="816" cy="192"/>
          </a:xfrm>
        </p:grpSpPr>
        <p:sp>
          <p:nvSpPr>
            <p:cNvPr id="42156"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2157"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992" name="Group 35"/>
          <p:cNvGrpSpPr>
            <a:grpSpLocks/>
          </p:cNvGrpSpPr>
          <p:nvPr/>
        </p:nvGrpSpPr>
        <p:grpSpPr bwMode="auto">
          <a:xfrm>
            <a:off x="1524001" y="3810000"/>
            <a:ext cx="1079897" cy="258366"/>
            <a:chOff x="288" y="2016"/>
            <a:chExt cx="816" cy="192"/>
          </a:xfrm>
        </p:grpSpPr>
        <p:sp>
          <p:nvSpPr>
            <p:cNvPr id="42154"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2155"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993" name="Group 38"/>
          <p:cNvGrpSpPr>
            <a:grpSpLocks/>
          </p:cNvGrpSpPr>
          <p:nvPr/>
        </p:nvGrpSpPr>
        <p:grpSpPr bwMode="auto">
          <a:xfrm>
            <a:off x="1524001" y="4325542"/>
            <a:ext cx="1079897" cy="258365"/>
            <a:chOff x="288" y="2016"/>
            <a:chExt cx="816" cy="192"/>
          </a:xfrm>
        </p:grpSpPr>
        <p:sp>
          <p:nvSpPr>
            <p:cNvPr id="42152"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2153"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1994" name="Group 41"/>
          <p:cNvGrpSpPr>
            <a:grpSpLocks/>
          </p:cNvGrpSpPr>
          <p:nvPr/>
        </p:nvGrpSpPr>
        <p:grpSpPr bwMode="auto">
          <a:xfrm>
            <a:off x="1524001" y="4068366"/>
            <a:ext cx="1079897" cy="257175"/>
            <a:chOff x="288" y="2016"/>
            <a:chExt cx="816" cy="192"/>
          </a:xfrm>
        </p:grpSpPr>
        <p:sp>
          <p:nvSpPr>
            <p:cNvPr id="42150"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2151"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199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199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99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199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0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0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0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0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0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2005" name="Group 54"/>
          <p:cNvGrpSpPr>
            <a:grpSpLocks/>
          </p:cNvGrpSpPr>
          <p:nvPr/>
        </p:nvGrpSpPr>
        <p:grpSpPr bwMode="auto">
          <a:xfrm>
            <a:off x="2857500" y="3612357"/>
            <a:ext cx="1428750" cy="159544"/>
            <a:chOff x="1440" y="2064"/>
            <a:chExt cx="1200" cy="192"/>
          </a:xfrm>
        </p:grpSpPr>
        <p:grpSp>
          <p:nvGrpSpPr>
            <p:cNvPr id="42139" name="Group 55"/>
            <p:cNvGrpSpPr>
              <a:grpSpLocks/>
            </p:cNvGrpSpPr>
            <p:nvPr/>
          </p:nvGrpSpPr>
          <p:grpSpPr bwMode="auto">
            <a:xfrm>
              <a:off x="1440" y="2064"/>
              <a:ext cx="672" cy="192"/>
              <a:chOff x="2496" y="2160"/>
              <a:chExt cx="768" cy="144"/>
            </a:xfrm>
          </p:grpSpPr>
          <p:sp>
            <p:nvSpPr>
              <p:cNvPr id="42147"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2148"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49"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140" name="Group 59"/>
            <p:cNvGrpSpPr>
              <a:grpSpLocks/>
            </p:cNvGrpSpPr>
            <p:nvPr/>
          </p:nvGrpSpPr>
          <p:grpSpPr bwMode="auto">
            <a:xfrm>
              <a:off x="2112" y="2064"/>
              <a:ext cx="528" cy="192"/>
              <a:chOff x="2112" y="2064"/>
              <a:chExt cx="528" cy="192"/>
            </a:xfrm>
          </p:grpSpPr>
          <p:grpSp>
            <p:nvGrpSpPr>
              <p:cNvPr id="42141" name="Group 60"/>
              <p:cNvGrpSpPr>
                <a:grpSpLocks/>
              </p:cNvGrpSpPr>
              <p:nvPr/>
            </p:nvGrpSpPr>
            <p:grpSpPr bwMode="auto">
              <a:xfrm>
                <a:off x="2112" y="2064"/>
                <a:ext cx="528" cy="192"/>
                <a:chOff x="2208" y="2112"/>
                <a:chExt cx="528" cy="144"/>
              </a:xfrm>
            </p:grpSpPr>
            <p:sp>
              <p:nvSpPr>
                <p:cNvPr id="42145"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2146"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142" name="Group 63"/>
              <p:cNvGrpSpPr>
                <a:grpSpLocks/>
              </p:cNvGrpSpPr>
              <p:nvPr/>
            </p:nvGrpSpPr>
            <p:grpSpPr bwMode="auto">
              <a:xfrm>
                <a:off x="2448" y="2064"/>
                <a:ext cx="144" cy="144"/>
                <a:chOff x="2448" y="2064"/>
                <a:chExt cx="144" cy="144"/>
              </a:xfrm>
            </p:grpSpPr>
            <p:sp>
              <p:nvSpPr>
                <p:cNvPr id="42143"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144"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2006" name="Group 66"/>
          <p:cNvGrpSpPr>
            <a:grpSpLocks/>
          </p:cNvGrpSpPr>
          <p:nvPr/>
        </p:nvGrpSpPr>
        <p:grpSpPr bwMode="auto">
          <a:xfrm>
            <a:off x="2857500" y="2800350"/>
            <a:ext cx="2228850" cy="171450"/>
            <a:chOff x="1440" y="2256"/>
            <a:chExt cx="1872" cy="192"/>
          </a:xfrm>
        </p:grpSpPr>
        <p:grpSp>
          <p:nvGrpSpPr>
            <p:cNvPr id="42124" name="Group 67"/>
            <p:cNvGrpSpPr>
              <a:grpSpLocks/>
            </p:cNvGrpSpPr>
            <p:nvPr/>
          </p:nvGrpSpPr>
          <p:grpSpPr bwMode="auto">
            <a:xfrm>
              <a:off x="2784" y="2256"/>
              <a:ext cx="528" cy="192"/>
              <a:chOff x="2112" y="2064"/>
              <a:chExt cx="528" cy="192"/>
            </a:xfrm>
          </p:grpSpPr>
          <p:grpSp>
            <p:nvGrpSpPr>
              <p:cNvPr id="42133" name="Group 68"/>
              <p:cNvGrpSpPr>
                <a:grpSpLocks/>
              </p:cNvGrpSpPr>
              <p:nvPr/>
            </p:nvGrpSpPr>
            <p:grpSpPr bwMode="auto">
              <a:xfrm>
                <a:off x="2112" y="2064"/>
                <a:ext cx="528" cy="192"/>
                <a:chOff x="2208" y="2112"/>
                <a:chExt cx="528" cy="144"/>
              </a:xfrm>
            </p:grpSpPr>
            <p:sp>
              <p:nvSpPr>
                <p:cNvPr id="42137"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2138"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134" name="Group 71"/>
              <p:cNvGrpSpPr>
                <a:grpSpLocks/>
              </p:cNvGrpSpPr>
              <p:nvPr/>
            </p:nvGrpSpPr>
            <p:grpSpPr bwMode="auto">
              <a:xfrm>
                <a:off x="2448" y="2064"/>
                <a:ext cx="144" cy="144"/>
                <a:chOff x="2448" y="2064"/>
                <a:chExt cx="144" cy="144"/>
              </a:xfrm>
            </p:grpSpPr>
            <p:sp>
              <p:nvSpPr>
                <p:cNvPr id="42135"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136"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125" name="Group 74"/>
            <p:cNvGrpSpPr>
              <a:grpSpLocks/>
            </p:cNvGrpSpPr>
            <p:nvPr/>
          </p:nvGrpSpPr>
          <p:grpSpPr bwMode="auto">
            <a:xfrm>
              <a:off x="1440" y="2256"/>
              <a:ext cx="672" cy="192"/>
              <a:chOff x="2496" y="2160"/>
              <a:chExt cx="768" cy="144"/>
            </a:xfrm>
          </p:grpSpPr>
          <p:sp>
            <p:nvSpPr>
              <p:cNvPr id="42130"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2131"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32"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126" name="Group 78"/>
            <p:cNvGrpSpPr>
              <a:grpSpLocks/>
            </p:cNvGrpSpPr>
            <p:nvPr/>
          </p:nvGrpSpPr>
          <p:grpSpPr bwMode="auto">
            <a:xfrm>
              <a:off x="2112" y="2256"/>
              <a:ext cx="672" cy="192"/>
              <a:chOff x="2496" y="2160"/>
              <a:chExt cx="768" cy="144"/>
            </a:xfrm>
          </p:grpSpPr>
          <p:sp>
            <p:nvSpPr>
              <p:cNvPr id="42127"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2128"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29"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07" name="Group 82"/>
          <p:cNvGrpSpPr>
            <a:grpSpLocks/>
          </p:cNvGrpSpPr>
          <p:nvPr/>
        </p:nvGrpSpPr>
        <p:grpSpPr bwMode="auto">
          <a:xfrm>
            <a:off x="2857500" y="3326607"/>
            <a:ext cx="800100" cy="159544"/>
            <a:chOff x="2496" y="2160"/>
            <a:chExt cx="768" cy="144"/>
          </a:xfrm>
        </p:grpSpPr>
        <p:sp>
          <p:nvSpPr>
            <p:cNvPr id="42121"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2122"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23"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008" name="Group 86"/>
          <p:cNvGrpSpPr>
            <a:grpSpLocks/>
          </p:cNvGrpSpPr>
          <p:nvPr/>
        </p:nvGrpSpPr>
        <p:grpSpPr bwMode="auto">
          <a:xfrm>
            <a:off x="3657600" y="3326607"/>
            <a:ext cx="628650" cy="159544"/>
            <a:chOff x="2112" y="2064"/>
            <a:chExt cx="528" cy="192"/>
          </a:xfrm>
        </p:grpSpPr>
        <p:grpSp>
          <p:nvGrpSpPr>
            <p:cNvPr id="42115" name="Group 87"/>
            <p:cNvGrpSpPr>
              <a:grpSpLocks/>
            </p:cNvGrpSpPr>
            <p:nvPr/>
          </p:nvGrpSpPr>
          <p:grpSpPr bwMode="auto">
            <a:xfrm>
              <a:off x="2112" y="2064"/>
              <a:ext cx="528" cy="192"/>
              <a:chOff x="2208" y="2112"/>
              <a:chExt cx="528" cy="144"/>
            </a:xfrm>
          </p:grpSpPr>
          <p:sp>
            <p:nvSpPr>
              <p:cNvPr id="42119"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2120"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116" name="Group 90"/>
            <p:cNvGrpSpPr>
              <a:grpSpLocks/>
            </p:cNvGrpSpPr>
            <p:nvPr/>
          </p:nvGrpSpPr>
          <p:grpSpPr bwMode="auto">
            <a:xfrm>
              <a:off x="2448" y="2064"/>
              <a:ext cx="144" cy="144"/>
              <a:chOff x="2448" y="2064"/>
              <a:chExt cx="144" cy="144"/>
            </a:xfrm>
          </p:grpSpPr>
          <p:sp>
            <p:nvSpPr>
              <p:cNvPr id="42117"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118"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09" name="Group 93"/>
          <p:cNvGrpSpPr>
            <a:grpSpLocks/>
          </p:cNvGrpSpPr>
          <p:nvPr/>
        </p:nvGrpSpPr>
        <p:grpSpPr bwMode="auto">
          <a:xfrm>
            <a:off x="2857500" y="2571750"/>
            <a:ext cx="1428750" cy="171450"/>
            <a:chOff x="1440" y="2064"/>
            <a:chExt cx="1200" cy="192"/>
          </a:xfrm>
        </p:grpSpPr>
        <p:grpSp>
          <p:nvGrpSpPr>
            <p:cNvPr id="42104" name="Group 94"/>
            <p:cNvGrpSpPr>
              <a:grpSpLocks/>
            </p:cNvGrpSpPr>
            <p:nvPr/>
          </p:nvGrpSpPr>
          <p:grpSpPr bwMode="auto">
            <a:xfrm>
              <a:off x="1440" y="2064"/>
              <a:ext cx="672" cy="192"/>
              <a:chOff x="2496" y="2160"/>
              <a:chExt cx="768" cy="144"/>
            </a:xfrm>
          </p:grpSpPr>
          <p:sp>
            <p:nvSpPr>
              <p:cNvPr id="42112"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2113"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14"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105" name="Group 98"/>
            <p:cNvGrpSpPr>
              <a:grpSpLocks/>
            </p:cNvGrpSpPr>
            <p:nvPr/>
          </p:nvGrpSpPr>
          <p:grpSpPr bwMode="auto">
            <a:xfrm>
              <a:off x="2112" y="2064"/>
              <a:ext cx="528" cy="192"/>
              <a:chOff x="2112" y="2064"/>
              <a:chExt cx="528" cy="192"/>
            </a:xfrm>
          </p:grpSpPr>
          <p:grpSp>
            <p:nvGrpSpPr>
              <p:cNvPr id="42106" name="Group 99"/>
              <p:cNvGrpSpPr>
                <a:grpSpLocks/>
              </p:cNvGrpSpPr>
              <p:nvPr/>
            </p:nvGrpSpPr>
            <p:grpSpPr bwMode="auto">
              <a:xfrm>
                <a:off x="2112" y="2064"/>
                <a:ext cx="528" cy="192"/>
                <a:chOff x="2208" y="2112"/>
                <a:chExt cx="528" cy="144"/>
              </a:xfrm>
            </p:grpSpPr>
            <p:sp>
              <p:nvSpPr>
                <p:cNvPr id="42110"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2111"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107" name="Group 102"/>
              <p:cNvGrpSpPr>
                <a:grpSpLocks/>
              </p:cNvGrpSpPr>
              <p:nvPr/>
            </p:nvGrpSpPr>
            <p:grpSpPr bwMode="auto">
              <a:xfrm>
                <a:off x="2448" y="2064"/>
                <a:ext cx="144" cy="144"/>
                <a:chOff x="2448" y="2064"/>
                <a:chExt cx="144" cy="144"/>
              </a:xfrm>
            </p:grpSpPr>
            <p:sp>
              <p:nvSpPr>
                <p:cNvPr id="42108"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109"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2010" name="Group 105"/>
          <p:cNvGrpSpPr>
            <a:grpSpLocks/>
          </p:cNvGrpSpPr>
          <p:nvPr/>
        </p:nvGrpSpPr>
        <p:grpSpPr bwMode="auto">
          <a:xfrm>
            <a:off x="2857500" y="3886200"/>
            <a:ext cx="1428750" cy="171450"/>
            <a:chOff x="1440" y="2064"/>
            <a:chExt cx="1200" cy="192"/>
          </a:xfrm>
        </p:grpSpPr>
        <p:grpSp>
          <p:nvGrpSpPr>
            <p:cNvPr id="42093" name="Group 106"/>
            <p:cNvGrpSpPr>
              <a:grpSpLocks/>
            </p:cNvGrpSpPr>
            <p:nvPr/>
          </p:nvGrpSpPr>
          <p:grpSpPr bwMode="auto">
            <a:xfrm>
              <a:off x="1440" y="2064"/>
              <a:ext cx="672" cy="192"/>
              <a:chOff x="2496" y="2160"/>
              <a:chExt cx="768" cy="144"/>
            </a:xfrm>
          </p:grpSpPr>
          <p:sp>
            <p:nvSpPr>
              <p:cNvPr id="42101"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2102"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103"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094" name="Group 110"/>
            <p:cNvGrpSpPr>
              <a:grpSpLocks/>
            </p:cNvGrpSpPr>
            <p:nvPr/>
          </p:nvGrpSpPr>
          <p:grpSpPr bwMode="auto">
            <a:xfrm>
              <a:off x="2112" y="2064"/>
              <a:ext cx="528" cy="192"/>
              <a:chOff x="2112" y="2064"/>
              <a:chExt cx="528" cy="192"/>
            </a:xfrm>
          </p:grpSpPr>
          <p:grpSp>
            <p:nvGrpSpPr>
              <p:cNvPr id="42095" name="Group 111"/>
              <p:cNvGrpSpPr>
                <a:grpSpLocks/>
              </p:cNvGrpSpPr>
              <p:nvPr/>
            </p:nvGrpSpPr>
            <p:grpSpPr bwMode="auto">
              <a:xfrm>
                <a:off x="2112" y="2064"/>
                <a:ext cx="528" cy="192"/>
                <a:chOff x="2208" y="2112"/>
                <a:chExt cx="528" cy="144"/>
              </a:xfrm>
            </p:grpSpPr>
            <p:sp>
              <p:nvSpPr>
                <p:cNvPr id="42099"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2100"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096" name="Group 114"/>
              <p:cNvGrpSpPr>
                <a:grpSpLocks/>
              </p:cNvGrpSpPr>
              <p:nvPr/>
            </p:nvGrpSpPr>
            <p:grpSpPr bwMode="auto">
              <a:xfrm>
                <a:off x="2448" y="2064"/>
                <a:ext cx="144" cy="144"/>
                <a:chOff x="2448" y="2064"/>
                <a:chExt cx="144" cy="144"/>
              </a:xfrm>
            </p:grpSpPr>
            <p:sp>
              <p:nvSpPr>
                <p:cNvPr id="42097"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98"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2011" name="Group 117"/>
          <p:cNvGrpSpPr>
            <a:grpSpLocks/>
          </p:cNvGrpSpPr>
          <p:nvPr/>
        </p:nvGrpSpPr>
        <p:grpSpPr bwMode="auto">
          <a:xfrm>
            <a:off x="2857500" y="4126707"/>
            <a:ext cx="800100" cy="159544"/>
            <a:chOff x="2496" y="2160"/>
            <a:chExt cx="768" cy="144"/>
          </a:xfrm>
        </p:grpSpPr>
        <p:sp>
          <p:nvSpPr>
            <p:cNvPr id="42090"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2091"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92"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012" name="Group 121"/>
          <p:cNvGrpSpPr>
            <a:grpSpLocks/>
          </p:cNvGrpSpPr>
          <p:nvPr/>
        </p:nvGrpSpPr>
        <p:grpSpPr bwMode="auto">
          <a:xfrm>
            <a:off x="3657600" y="4126707"/>
            <a:ext cx="628650" cy="159544"/>
            <a:chOff x="2112" y="2064"/>
            <a:chExt cx="528" cy="192"/>
          </a:xfrm>
        </p:grpSpPr>
        <p:grpSp>
          <p:nvGrpSpPr>
            <p:cNvPr id="42084" name="Group 122"/>
            <p:cNvGrpSpPr>
              <a:grpSpLocks/>
            </p:cNvGrpSpPr>
            <p:nvPr/>
          </p:nvGrpSpPr>
          <p:grpSpPr bwMode="auto">
            <a:xfrm>
              <a:off x="2112" y="2064"/>
              <a:ext cx="528" cy="192"/>
              <a:chOff x="2208" y="2112"/>
              <a:chExt cx="528" cy="144"/>
            </a:xfrm>
          </p:grpSpPr>
          <p:sp>
            <p:nvSpPr>
              <p:cNvPr id="42088"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2089"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085" name="Group 125"/>
            <p:cNvGrpSpPr>
              <a:grpSpLocks/>
            </p:cNvGrpSpPr>
            <p:nvPr/>
          </p:nvGrpSpPr>
          <p:grpSpPr bwMode="auto">
            <a:xfrm>
              <a:off x="2448" y="2064"/>
              <a:ext cx="144" cy="144"/>
              <a:chOff x="2448" y="2064"/>
              <a:chExt cx="144" cy="144"/>
            </a:xfrm>
          </p:grpSpPr>
          <p:sp>
            <p:nvSpPr>
              <p:cNvPr id="42086"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87"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13" name="Group 128"/>
          <p:cNvGrpSpPr>
            <a:grpSpLocks/>
          </p:cNvGrpSpPr>
          <p:nvPr/>
        </p:nvGrpSpPr>
        <p:grpSpPr bwMode="auto">
          <a:xfrm>
            <a:off x="2857500" y="3040857"/>
            <a:ext cx="2228850" cy="159544"/>
            <a:chOff x="1440" y="2256"/>
            <a:chExt cx="1872" cy="192"/>
          </a:xfrm>
        </p:grpSpPr>
        <p:grpSp>
          <p:nvGrpSpPr>
            <p:cNvPr id="42069" name="Group 129"/>
            <p:cNvGrpSpPr>
              <a:grpSpLocks/>
            </p:cNvGrpSpPr>
            <p:nvPr/>
          </p:nvGrpSpPr>
          <p:grpSpPr bwMode="auto">
            <a:xfrm>
              <a:off x="2784" y="2256"/>
              <a:ext cx="528" cy="192"/>
              <a:chOff x="2112" y="2064"/>
              <a:chExt cx="528" cy="192"/>
            </a:xfrm>
          </p:grpSpPr>
          <p:grpSp>
            <p:nvGrpSpPr>
              <p:cNvPr id="42078" name="Group 130"/>
              <p:cNvGrpSpPr>
                <a:grpSpLocks/>
              </p:cNvGrpSpPr>
              <p:nvPr/>
            </p:nvGrpSpPr>
            <p:grpSpPr bwMode="auto">
              <a:xfrm>
                <a:off x="2112" y="2064"/>
                <a:ext cx="528" cy="192"/>
                <a:chOff x="2208" y="2112"/>
                <a:chExt cx="528" cy="144"/>
              </a:xfrm>
            </p:grpSpPr>
            <p:sp>
              <p:nvSpPr>
                <p:cNvPr id="42082"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2083"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079" name="Group 133"/>
              <p:cNvGrpSpPr>
                <a:grpSpLocks/>
              </p:cNvGrpSpPr>
              <p:nvPr/>
            </p:nvGrpSpPr>
            <p:grpSpPr bwMode="auto">
              <a:xfrm>
                <a:off x="2448" y="2064"/>
                <a:ext cx="144" cy="144"/>
                <a:chOff x="2448" y="2064"/>
                <a:chExt cx="144" cy="144"/>
              </a:xfrm>
            </p:grpSpPr>
            <p:sp>
              <p:nvSpPr>
                <p:cNvPr id="42080"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81"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70" name="Group 136"/>
            <p:cNvGrpSpPr>
              <a:grpSpLocks/>
            </p:cNvGrpSpPr>
            <p:nvPr/>
          </p:nvGrpSpPr>
          <p:grpSpPr bwMode="auto">
            <a:xfrm>
              <a:off x="1440" y="2256"/>
              <a:ext cx="672" cy="192"/>
              <a:chOff x="2496" y="2160"/>
              <a:chExt cx="768" cy="144"/>
            </a:xfrm>
          </p:grpSpPr>
          <p:sp>
            <p:nvSpPr>
              <p:cNvPr id="42075"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2076"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77"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071" name="Group 140"/>
            <p:cNvGrpSpPr>
              <a:grpSpLocks/>
            </p:cNvGrpSpPr>
            <p:nvPr/>
          </p:nvGrpSpPr>
          <p:grpSpPr bwMode="auto">
            <a:xfrm>
              <a:off x="2112" y="2256"/>
              <a:ext cx="672" cy="192"/>
              <a:chOff x="2496" y="2160"/>
              <a:chExt cx="768" cy="144"/>
            </a:xfrm>
          </p:grpSpPr>
          <p:sp>
            <p:nvSpPr>
              <p:cNvPr id="42072"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2073"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74"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14" name="Group 144"/>
          <p:cNvGrpSpPr>
            <a:grpSpLocks/>
          </p:cNvGrpSpPr>
          <p:nvPr/>
        </p:nvGrpSpPr>
        <p:grpSpPr bwMode="auto">
          <a:xfrm>
            <a:off x="3657600" y="4400550"/>
            <a:ext cx="2228850" cy="171450"/>
            <a:chOff x="1440" y="2256"/>
            <a:chExt cx="1872" cy="192"/>
          </a:xfrm>
        </p:grpSpPr>
        <p:grpSp>
          <p:nvGrpSpPr>
            <p:cNvPr id="42054" name="Group 145"/>
            <p:cNvGrpSpPr>
              <a:grpSpLocks/>
            </p:cNvGrpSpPr>
            <p:nvPr/>
          </p:nvGrpSpPr>
          <p:grpSpPr bwMode="auto">
            <a:xfrm>
              <a:off x="2784" y="2256"/>
              <a:ext cx="528" cy="192"/>
              <a:chOff x="2112" y="2064"/>
              <a:chExt cx="528" cy="192"/>
            </a:xfrm>
          </p:grpSpPr>
          <p:grpSp>
            <p:nvGrpSpPr>
              <p:cNvPr id="42063" name="Group 146"/>
              <p:cNvGrpSpPr>
                <a:grpSpLocks/>
              </p:cNvGrpSpPr>
              <p:nvPr/>
            </p:nvGrpSpPr>
            <p:grpSpPr bwMode="auto">
              <a:xfrm>
                <a:off x="2112" y="2064"/>
                <a:ext cx="528" cy="192"/>
                <a:chOff x="2208" y="2112"/>
                <a:chExt cx="528" cy="144"/>
              </a:xfrm>
            </p:grpSpPr>
            <p:sp>
              <p:nvSpPr>
                <p:cNvPr id="42067"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2068"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2064" name="Group 149"/>
              <p:cNvGrpSpPr>
                <a:grpSpLocks/>
              </p:cNvGrpSpPr>
              <p:nvPr/>
            </p:nvGrpSpPr>
            <p:grpSpPr bwMode="auto">
              <a:xfrm>
                <a:off x="2448" y="2064"/>
                <a:ext cx="144" cy="144"/>
                <a:chOff x="2448" y="2064"/>
                <a:chExt cx="144" cy="144"/>
              </a:xfrm>
            </p:grpSpPr>
            <p:sp>
              <p:nvSpPr>
                <p:cNvPr id="42065"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66"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55" name="Group 152"/>
            <p:cNvGrpSpPr>
              <a:grpSpLocks/>
            </p:cNvGrpSpPr>
            <p:nvPr/>
          </p:nvGrpSpPr>
          <p:grpSpPr bwMode="auto">
            <a:xfrm>
              <a:off x="1440" y="2256"/>
              <a:ext cx="672" cy="192"/>
              <a:chOff x="2496" y="2160"/>
              <a:chExt cx="768" cy="144"/>
            </a:xfrm>
          </p:grpSpPr>
          <p:sp>
            <p:nvSpPr>
              <p:cNvPr id="42060"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2061"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62"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2056" name="Group 156"/>
            <p:cNvGrpSpPr>
              <a:grpSpLocks/>
            </p:cNvGrpSpPr>
            <p:nvPr/>
          </p:nvGrpSpPr>
          <p:grpSpPr bwMode="auto">
            <a:xfrm>
              <a:off x="2112" y="2256"/>
              <a:ext cx="672" cy="192"/>
              <a:chOff x="2496" y="2160"/>
              <a:chExt cx="768" cy="144"/>
            </a:xfrm>
          </p:grpSpPr>
          <p:sp>
            <p:nvSpPr>
              <p:cNvPr id="42057"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2058"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59"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2015" name="Group 160"/>
          <p:cNvGrpSpPr>
            <a:grpSpLocks/>
          </p:cNvGrpSpPr>
          <p:nvPr/>
        </p:nvGrpSpPr>
        <p:grpSpPr bwMode="auto">
          <a:xfrm>
            <a:off x="2857500" y="4400550"/>
            <a:ext cx="800100" cy="171450"/>
            <a:chOff x="2496" y="2160"/>
            <a:chExt cx="768" cy="144"/>
          </a:xfrm>
        </p:grpSpPr>
        <p:sp>
          <p:nvSpPr>
            <p:cNvPr id="42051"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2052"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53"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201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201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201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1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202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2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202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23" name="Rectangle 171"/>
          <p:cNvSpPr>
            <a:spLocks noChangeArrowheads="1"/>
          </p:cNvSpPr>
          <p:nvPr/>
        </p:nvSpPr>
        <p:spPr bwMode="auto">
          <a:xfrm>
            <a:off x="6144646" y="3288268"/>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202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2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202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2027"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202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2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2030"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2031" name="Group 182"/>
          <p:cNvGrpSpPr>
            <a:grpSpLocks/>
          </p:cNvGrpSpPr>
          <p:nvPr/>
        </p:nvGrpSpPr>
        <p:grpSpPr bwMode="auto">
          <a:xfrm>
            <a:off x="6053138" y="342900"/>
            <a:ext cx="1943100" cy="1943100"/>
            <a:chOff x="2784" y="96"/>
            <a:chExt cx="1632" cy="1680"/>
          </a:xfrm>
        </p:grpSpPr>
        <p:sp>
          <p:nvSpPr>
            <p:cNvPr id="42033" name="Oval 18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2034" name="Oval 18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2035" name="Oval 18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2036" name="Oval 18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2037" name="Oval 18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2038" name="Oval 18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2039" name="Oval 18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2040" name="Line 19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1" name="Line 19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2" name="Line 19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3" name="Line 19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4" name="Line 19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5" name="Line 19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6" name="Oval 19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2047" name="Line 19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8" name="Line 19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49" name="Line 19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2050" name="Line 20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869929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B4F5DE45-352D-A4B5-6749-B5DB9F14993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B4F5DE45-352D-A4B5-6749-B5DB9F14993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3010" name="Group 21"/>
          <p:cNvGrpSpPr>
            <a:grpSpLocks/>
          </p:cNvGrpSpPr>
          <p:nvPr/>
        </p:nvGrpSpPr>
        <p:grpSpPr bwMode="auto">
          <a:xfrm>
            <a:off x="1524001" y="2520554"/>
            <a:ext cx="1079897" cy="258365"/>
            <a:chOff x="288" y="2016"/>
            <a:chExt cx="816" cy="192"/>
          </a:xfrm>
        </p:grpSpPr>
        <p:sp>
          <p:nvSpPr>
            <p:cNvPr id="4318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318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301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301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3013" name="Group 26"/>
          <p:cNvGrpSpPr>
            <a:grpSpLocks/>
          </p:cNvGrpSpPr>
          <p:nvPr/>
        </p:nvGrpSpPr>
        <p:grpSpPr bwMode="auto">
          <a:xfrm>
            <a:off x="1524001" y="3036094"/>
            <a:ext cx="1079897" cy="258366"/>
            <a:chOff x="288" y="2016"/>
            <a:chExt cx="816" cy="192"/>
          </a:xfrm>
        </p:grpSpPr>
        <p:sp>
          <p:nvSpPr>
            <p:cNvPr id="4318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318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14" name="Group 29"/>
          <p:cNvGrpSpPr>
            <a:grpSpLocks/>
          </p:cNvGrpSpPr>
          <p:nvPr/>
        </p:nvGrpSpPr>
        <p:grpSpPr bwMode="auto">
          <a:xfrm>
            <a:off x="1524001" y="3294460"/>
            <a:ext cx="1079897" cy="258365"/>
            <a:chOff x="288" y="2016"/>
            <a:chExt cx="816" cy="192"/>
          </a:xfrm>
        </p:grpSpPr>
        <p:sp>
          <p:nvSpPr>
            <p:cNvPr id="4318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318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15" name="Group 32"/>
          <p:cNvGrpSpPr>
            <a:grpSpLocks/>
          </p:cNvGrpSpPr>
          <p:nvPr/>
        </p:nvGrpSpPr>
        <p:grpSpPr bwMode="auto">
          <a:xfrm>
            <a:off x="1524001" y="3552825"/>
            <a:ext cx="1079897" cy="257175"/>
            <a:chOff x="288" y="2016"/>
            <a:chExt cx="816" cy="192"/>
          </a:xfrm>
        </p:grpSpPr>
        <p:sp>
          <p:nvSpPr>
            <p:cNvPr id="4318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318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16" name="Group 35"/>
          <p:cNvGrpSpPr>
            <a:grpSpLocks/>
          </p:cNvGrpSpPr>
          <p:nvPr/>
        </p:nvGrpSpPr>
        <p:grpSpPr bwMode="auto">
          <a:xfrm>
            <a:off x="1524001" y="3810000"/>
            <a:ext cx="1079897" cy="258366"/>
            <a:chOff x="288" y="2016"/>
            <a:chExt cx="816" cy="192"/>
          </a:xfrm>
        </p:grpSpPr>
        <p:sp>
          <p:nvSpPr>
            <p:cNvPr id="4318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318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17" name="Group 38"/>
          <p:cNvGrpSpPr>
            <a:grpSpLocks/>
          </p:cNvGrpSpPr>
          <p:nvPr/>
        </p:nvGrpSpPr>
        <p:grpSpPr bwMode="auto">
          <a:xfrm>
            <a:off x="1524001" y="4325542"/>
            <a:ext cx="1079897" cy="258365"/>
            <a:chOff x="288" y="2016"/>
            <a:chExt cx="816" cy="192"/>
          </a:xfrm>
        </p:grpSpPr>
        <p:sp>
          <p:nvSpPr>
            <p:cNvPr id="4317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317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18" name="Group 41"/>
          <p:cNvGrpSpPr>
            <a:grpSpLocks/>
          </p:cNvGrpSpPr>
          <p:nvPr/>
        </p:nvGrpSpPr>
        <p:grpSpPr bwMode="auto">
          <a:xfrm>
            <a:off x="1524001" y="4068366"/>
            <a:ext cx="1079897" cy="257175"/>
            <a:chOff x="288" y="2016"/>
            <a:chExt cx="816" cy="192"/>
          </a:xfrm>
        </p:grpSpPr>
        <p:sp>
          <p:nvSpPr>
            <p:cNvPr id="4317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317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301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chemeClr val="tx1"/>
                </a:solidFill>
                <a:latin typeface="+mn-lt"/>
                <a:ea typeface="宋体" panose="02010600030101010101" pitchFamily="2" charset="-122"/>
              </a:rPr>
              <a:t>4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302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2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3029" name="Group 54"/>
          <p:cNvGrpSpPr>
            <a:grpSpLocks/>
          </p:cNvGrpSpPr>
          <p:nvPr/>
        </p:nvGrpSpPr>
        <p:grpSpPr bwMode="auto">
          <a:xfrm>
            <a:off x="2857500" y="3612357"/>
            <a:ext cx="1428750" cy="159544"/>
            <a:chOff x="1440" y="2064"/>
            <a:chExt cx="1200" cy="192"/>
          </a:xfrm>
        </p:grpSpPr>
        <p:grpSp>
          <p:nvGrpSpPr>
            <p:cNvPr id="43165" name="Group 55"/>
            <p:cNvGrpSpPr>
              <a:grpSpLocks/>
            </p:cNvGrpSpPr>
            <p:nvPr/>
          </p:nvGrpSpPr>
          <p:grpSpPr bwMode="auto">
            <a:xfrm>
              <a:off x="1440" y="2064"/>
              <a:ext cx="672" cy="192"/>
              <a:chOff x="2496" y="2160"/>
              <a:chExt cx="768" cy="144"/>
            </a:xfrm>
          </p:grpSpPr>
          <p:sp>
            <p:nvSpPr>
              <p:cNvPr id="4317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317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7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166" name="Group 59"/>
            <p:cNvGrpSpPr>
              <a:grpSpLocks/>
            </p:cNvGrpSpPr>
            <p:nvPr/>
          </p:nvGrpSpPr>
          <p:grpSpPr bwMode="auto">
            <a:xfrm>
              <a:off x="2112" y="2064"/>
              <a:ext cx="528" cy="192"/>
              <a:chOff x="2112" y="2064"/>
              <a:chExt cx="528" cy="192"/>
            </a:xfrm>
          </p:grpSpPr>
          <p:grpSp>
            <p:nvGrpSpPr>
              <p:cNvPr id="43167" name="Group 60"/>
              <p:cNvGrpSpPr>
                <a:grpSpLocks/>
              </p:cNvGrpSpPr>
              <p:nvPr/>
            </p:nvGrpSpPr>
            <p:grpSpPr bwMode="auto">
              <a:xfrm>
                <a:off x="2112" y="2064"/>
                <a:ext cx="528" cy="192"/>
                <a:chOff x="2208" y="2112"/>
                <a:chExt cx="528" cy="144"/>
              </a:xfrm>
            </p:grpSpPr>
            <p:sp>
              <p:nvSpPr>
                <p:cNvPr id="4317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317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68" name="Group 63"/>
              <p:cNvGrpSpPr>
                <a:grpSpLocks/>
              </p:cNvGrpSpPr>
              <p:nvPr/>
            </p:nvGrpSpPr>
            <p:grpSpPr bwMode="auto">
              <a:xfrm>
                <a:off x="2448" y="2064"/>
                <a:ext cx="144" cy="144"/>
                <a:chOff x="2448" y="2064"/>
                <a:chExt cx="144" cy="144"/>
              </a:xfrm>
            </p:grpSpPr>
            <p:sp>
              <p:nvSpPr>
                <p:cNvPr id="4316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7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3030" name="Group 66"/>
          <p:cNvGrpSpPr>
            <a:grpSpLocks/>
          </p:cNvGrpSpPr>
          <p:nvPr/>
        </p:nvGrpSpPr>
        <p:grpSpPr bwMode="auto">
          <a:xfrm>
            <a:off x="2857500" y="2800350"/>
            <a:ext cx="2228850" cy="171450"/>
            <a:chOff x="1440" y="2256"/>
            <a:chExt cx="1872" cy="192"/>
          </a:xfrm>
        </p:grpSpPr>
        <p:grpSp>
          <p:nvGrpSpPr>
            <p:cNvPr id="43150" name="Group 67"/>
            <p:cNvGrpSpPr>
              <a:grpSpLocks/>
            </p:cNvGrpSpPr>
            <p:nvPr/>
          </p:nvGrpSpPr>
          <p:grpSpPr bwMode="auto">
            <a:xfrm>
              <a:off x="2784" y="2256"/>
              <a:ext cx="528" cy="192"/>
              <a:chOff x="2112" y="2064"/>
              <a:chExt cx="528" cy="192"/>
            </a:xfrm>
          </p:grpSpPr>
          <p:grpSp>
            <p:nvGrpSpPr>
              <p:cNvPr id="43159" name="Group 68"/>
              <p:cNvGrpSpPr>
                <a:grpSpLocks/>
              </p:cNvGrpSpPr>
              <p:nvPr/>
            </p:nvGrpSpPr>
            <p:grpSpPr bwMode="auto">
              <a:xfrm>
                <a:off x="2112" y="2064"/>
                <a:ext cx="528" cy="192"/>
                <a:chOff x="2208" y="2112"/>
                <a:chExt cx="528" cy="144"/>
              </a:xfrm>
            </p:grpSpPr>
            <p:sp>
              <p:nvSpPr>
                <p:cNvPr id="4316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316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60" name="Group 71"/>
              <p:cNvGrpSpPr>
                <a:grpSpLocks/>
              </p:cNvGrpSpPr>
              <p:nvPr/>
            </p:nvGrpSpPr>
            <p:grpSpPr bwMode="auto">
              <a:xfrm>
                <a:off x="2448" y="2064"/>
                <a:ext cx="144" cy="144"/>
                <a:chOff x="2448" y="2064"/>
                <a:chExt cx="144" cy="144"/>
              </a:xfrm>
            </p:grpSpPr>
            <p:sp>
              <p:nvSpPr>
                <p:cNvPr id="4316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6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151" name="Group 74"/>
            <p:cNvGrpSpPr>
              <a:grpSpLocks/>
            </p:cNvGrpSpPr>
            <p:nvPr/>
          </p:nvGrpSpPr>
          <p:grpSpPr bwMode="auto">
            <a:xfrm>
              <a:off x="1440" y="2256"/>
              <a:ext cx="672" cy="192"/>
              <a:chOff x="2496" y="2160"/>
              <a:chExt cx="768" cy="144"/>
            </a:xfrm>
          </p:grpSpPr>
          <p:sp>
            <p:nvSpPr>
              <p:cNvPr id="4315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315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5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152" name="Group 78"/>
            <p:cNvGrpSpPr>
              <a:grpSpLocks/>
            </p:cNvGrpSpPr>
            <p:nvPr/>
          </p:nvGrpSpPr>
          <p:grpSpPr bwMode="auto">
            <a:xfrm>
              <a:off x="2112" y="2256"/>
              <a:ext cx="672" cy="192"/>
              <a:chOff x="2496" y="2160"/>
              <a:chExt cx="768" cy="144"/>
            </a:xfrm>
          </p:grpSpPr>
          <p:sp>
            <p:nvSpPr>
              <p:cNvPr id="4315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315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5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31" name="Group 82"/>
          <p:cNvGrpSpPr>
            <a:grpSpLocks/>
          </p:cNvGrpSpPr>
          <p:nvPr/>
        </p:nvGrpSpPr>
        <p:grpSpPr bwMode="auto">
          <a:xfrm>
            <a:off x="2857500" y="3326607"/>
            <a:ext cx="800100" cy="159544"/>
            <a:chOff x="2496" y="2160"/>
            <a:chExt cx="768" cy="144"/>
          </a:xfrm>
        </p:grpSpPr>
        <p:sp>
          <p:nvSpPr>
            <p:cNvPr id="4314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314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4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032" name="Group 86"/>
          <p:cNvGrpSpPr>
            <a:grpSpLocks/>
          </p:cNvGrpSpPr>
          <p:nvPr/>
        </p:nvGrpSpPr>
        <p:grpSpPr bwMode="auto">
          <a:xfrm>
            <a:off x="3657600" y="3326607"/>
            <a:ext cx="628650" cy="159544"/>
            <a:chOff x="2112" y="2064"/>
            <a:chExt cx="528" cy="192"/>
          </a:xfrm>
        </p:grpSpPr>
        <p:grpSp>
          <p:nvGrpSpPr>
            <p:cNvPr id="43141" name="Group 87"/>
            <p:cNvGrpSpPr>
              <a:grpSpLocks/>
            </p:cNvGrpSpPr>
            <p:nvPr/>
          </p:nvGrpSpPr>
          <p:grpSpPr bwMode="auto">
            <a:xfrm>
              <a:off x="2112" y="2064"/>
              <a:ext cx="528" cy="192"/>
              <a:chOff x="2208" y="2112"/>
              <a:chExt cx="528" cy="144"/>
            </a:xfrm>
          </p:grpSpPr>
          <p:sp>
            <p:nvSpPr>
              <p:cNvPr id="4314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314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42" name="Group 90"/>
            <p:cNvGrpSpPr>
              <a:grpSpLocks/>
            </p:cNvGrpSpPr>
            <p:nvPr/>
          </p:nvGrpSpPr>
          <p:grpSpPr bwMode="auto">
            <a:xfrm>
              <a:off x="2448" y="2064"/>
              <a:ext cx="144" cy="144"/>
              <a:chOff x="2448" y="2064"/>
              <a:chExt cx="144" cy="144"/>
            </a:xfrm>
          </p:grpSpPr>
          <p:sp>
            <p:nvSpPr>
              <p:cNvPr id="4314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4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33" name="Group 93"/>
          <p:cNvGrpSpPr>
            <a:grpSpLocks/>
          </p:cNvGrpSpPr>
          <p:nvPr/>
        </p:nvGrpSpPr>
        <p:grpSpPr bwMode="auto">
          <a:xfrm>
            <a:off x="2857500" y="2571750"/>
            <a:ext cx="1428750" cy="171450"/>
            <a:chOff x="1440" y="2064"/>
            <a:chExt cx="1200" cy="192"/>
          </a:xfrm>
        </p:grpSpPr>
        <p:grpSp>
          <p:nvGrpSpPr>
            <p:cNvPr id="43130" name="Group 94"/>
            <p:cNvGrpSpPr>
              <a:grpSpLocks/>
            </p:cNvGrpSpPr>
            <p:nvPr/>
          </p:nvGrpSpPr>
          <p:grpSpPr bwMode="auto">
            <a:xfrm>
              <a:off x="1440" y="2064"/>
              <a:ext cx="672" cy="192"/>
              <a:chOff x="2496" y="2160"/>
              <a:chExt cx="768" cy="144"/>
            </a:xfrm>
          </p:grpSpPr>
          <p:sp>
            <p:nvSpPr>
              <p:cNvPr id="4313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313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4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131" name="Group 98"/>
            <p:cNvGrpSpPr>
              <a:grpSpLocks/>
            </p:cNvGrpSpPr>
            <p:nvPr/>
          </p:nvGrpSpPr>
          <p:grpSpPr bwMode="auto">
            <a:xfrm>
              <a:off x="2112" y="2064"/>
              <a:ext cx="528" cy="192"/>
              <a:chOff x="2112" y="2064"/>
              <a:chExt cx="528" cy="192"/>
            </a:xfrm>
          </p:grpSpPr>
          <p:grpSp>
            <p:nvGrpSpPr>
              <p:cNvPr id="43132" name="Group 99"/>
              <p:cNvGrpSpPr>
                <a:grpSpLocks/>
              </p:cNvGrpSpPr>
              <p:nvPr/>
            </p:nvGrpSpPr>
            <p:grpSpPr bwMode="auto">
              <a:xfrm>
                <a:off x="2112" y="2064"/>
                <a:ext cx="528" cy="192"/>
                <a:chOff x="2208" y="2112"/>
                <a:chExt cx="528" cy="144"/>
              </a:xfrm>
            </p:grpSpPr>
            <p:sp>
              <p:nvSpPr>
                <p:cNvPr id="4313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313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33" name="Group 102"/>
              <p:cNvGrpSpPr>
                <a:grpSpLocks/>
              </p:cNvGrpSpPr>
              <p:nvPr/>
            </p:nvGrpSpPr>
            <p:grpSpPr bwMode="auto">
              <a:xfrm>
                <a:off x="2448" y="2064"/>
                <a:ext cx="144" cy="144"/>
                <a:chOff x="2448" y="2064"/>
                <a:chExt cx="144" cy="144"/>
              </a:xfrm>
            </p:grpSpPr>
            <p:sp>
              <p:nvSpPr>
                <p:cNvPr id="4313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3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3034" name="Group 105"/>
          <p:cNvGrpSpPr>
            <a:grpSpLocks/>
          </p:cNvGrpSpPr>
          <p:nvPr/>
        </p:nvGrpSpPr>
        <p:grpSpPr bwMode="auto">
          <a:xfrm>
            <a:off x="2857500" y="3886200"/>
            <a:ext cx="1428750" cy="171450"/>
            <a:chOff x="1440" y="2064"/>
            <a:chExt cx="1200" cy="192"/>
          </a:xfrm>
        </p:grpSpPr>
        <p:grpSp>
          <p:nvGrpSpPr>
            <p:cNvPr id="43119" name="Group 106"/>
            <p:cNvGrpSpPr>
              <a:grpSpLocks/>
            </p:cNvGrpSpPr>
            <p:nvPr/>
          </p:nvGrpSpPr>
          <p:grpSpPr bwMode="auto">
            <a:xfrm>
              <a:off x="1440" y="2064"/>
              <a:ext cx="672" cy="192"/>
              <a:chOff x="2496" y="2160"/>
              <a:chExt cx="768" cy="144"/>
            </a:xfrm>
          </p:grpSpPr>
          <p:sp>
            <p:nvSpPr>
              <p:cNvPr id="4312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312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2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120" name="Group 110"/>
            <p:cNvGrpSpPr>
              <a:grpSpLocks/>
            </p:cNvGrpSpPr>
            <p:nvPr/>
          </p:nvGrpSpPr>
          <p:grpSpPr bwMode="auto">
            <a:xfrm>
              <a:off x="2112" y="2064"/>
              <a:ext cx="528" cy="192"/>
              <a:chOff x="2112" y="2064"/>
              <a:chExt cx="528" cy="192"/>
            </a:xfrm>
          </p:grpSpPr>
          <p:grpSp>
            <p:nvGrpSpPr>
              <p:cNvPr id="43121" name="Group 111"/>
              <p:cNvGrpSpPr>
                <a:grpSpLocks/>
              </p:cNvGrpSpPr>
              <p:nvPr/>
            </p:nvGrpSpPr>
            <p:grpSpPr bwMode="auto">
              <a:xfrm>
                <a:off x="2112" y="2064"/>
                <a:ext cx="528" cy="192"/>
                <a:chOff x="2208" y="2112"/>
                <a:chExt cx="528" cy="144"/>
              </a:xfrm>
            </p:grpSpPr>
            <p:sp>
              <p:nvSpPr>
                <p:cNvPr id="4312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312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22" name="Group 114"/>
              <p:cNvGrpSpPr>
                <a:grpSpLocks/>
              </p:cNvGrpSpPr>
              <p:nvPr/>
            </p:nvGrpSpPr>
            <p:grpSpPr bwMode="auto">
              <a:xfrm>
                <a:off x="2448" y="2064"/>
                <a:ext cx="144" cy="144"/>
                <a:chOff x="2448" y="2064"/>
                <a:chExt cx="144" cy="144"/>
              </a:xfrm>
            </p:grpSpPr>
            <p:sp>
              <p:nvSpPr>
                <p:cNvPr id="4312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2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3035" name="Group 117"/>
          <p:cNvGrpSpPr>
            <a:grpSpLocks/>
          </p:cNvGrpSpPr>
          <p:nvPr/>
        </p:nvGrpSpPr>
        <p:grpSpPr bwMode="auto">
          <a:xfrm>
            <a:off x="2857500" y="4126707"/>
            <a:ext cx="800100" cy="159544"/>
            <a:chOff x="2496" y="2160"/>
            <a:chExt cx="768" cy="144"/>
          </a:xfrm>
        </p:grpSpPr>
        <p:sp>
          <p:nvSpPr>
            <p:cNvPr id="4311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311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1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036" name="Group 121"/>
          <p:cNvGrpSpPr>
            <a:grpSpLocks/>
          </p:cNvGrpSpPr>
          <p:nvPr/>
        </p:nvGrpSpPr>
        <p:grpSpPr bwMode="auto">
          <a:xfrm>
            <a:off x="3657600" y="4126707"/>
            <a:ext cx="628650" cy="159544"/>
            <a:chOff x="2112" y="2064"/>
            <a:chExt cx="528" cy="192"/>
          </a:xfrm>
        </p:grpSpPr>
        <p:grpSp>
          <p:nvGrpSpPr>
            <p:cNvPr id="43110" name="Group 122"/>
            <p:cNvGrpSpPr>
              <a:grpSpLocks/>
            </p:cNvGrpSpPr>
            <p:nvPr/>
          </p:nvGrpSpPr>
          <p:grpSpPr bwMode="auto">
            <a:xfrm>
              <a:off x="2112" y="2064"/>
              <a:ext cx="528" cy="192"/>
              <a:chOff x="2208" y="2112"/>
              <a:chExt cx="528" cy="144"/>
            </a:xfrm>
          </p:grpSpPr>
          <p:sp>
            <p:nvSpPr>
              <p:cNvPr id="4311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311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11" name="Group 125"/>
            <p:cNvGrpSpPr>
              <a:grpSpLocks/>
            </p:cNvGrpSpPr>
            <p:nvPr/>
          </p:nvGrpSpPr>
          <p:grpSpPr bwMode="auto">
            <a:xfrm>
              <a:off x="2448" y="2064"/>
              <a:ext cx="144" cy="144"/>
              <a:chOff x="2448" y="2064"/>
              <a:chExt cx="144" cy="144"/>
            </a:xfrm>
          </p:grpSpPr>
          <p:sp>
            <p:nvSpPr>
              <p:cNvPr id="4311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1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37" name="Group 128"/>
          <p:cNvGrpSpPr>
            <a:grpSpLocks/>
          </p:cNvGrpSpPr>
          <p:nvPr/>
        </p:nvGrpSpPr>
        <p:grpSpPr bwMode="auto">
          <a:xfrm>
            <a:off x="2857500" y="3040857"/>
            <a:ext cx="2228850" cy="159544"/>
            <a:chOff x="1440" y="2256"/>
            <a:chExt cx="1872" cy="192"/>
          </a:xfrm>
        </p:grpSpPr>
        <p:grpSp>
          <p:nvGrpSpPr>
            <p:cNvPr id="43095" name="Group 129"/>
            <p:cNvGrpSpPr>
              <a:grpSpLocks/>
            </p:cNvGrpSpPr>
            <p:nvPr/>
          </p:nvGrpSpPr>
          <p:grpSpPr bwMode="auto">
            <a:xfrm>
              <a:off x="2784" y="2256"/>
              <a:ext cx="528" cy="192"/>
              <a:chOff x="2112" y="2064"/>
              <a:chExt cx="528" cy="192"/>
            </a:xfrm>
          </p:grpSpPr>
          <p:grpSp>
            <p:nvGrpSpPr>
              <p:cNvPr id="43104" name="Group 130"/>
              <p:cNvGrpSpPr>
                <a:grpSpLocks/>
              </p:cNvGrpSpPr>
              <p:nvPr/>
            </p:nvGrpSpPr>
            <p:grpSpPr bwMode="auto">
              <a:xfrm>
                <a:off x="2112" y="2064"/>
                <a:ext cx="528" cy="192"/>
                <a:chOff x="2208" y="2112"/>
                <a:chExt cx="528" cy="144"/>
              </a:xfrm>
            </p:grpSpPr>
            <p:sp>
              <p:nvSpPr>
                <p:cNvPr id="4310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310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105" name="Group 133"/>
              <p:cNvGrpSpPr>
                <a:grpSpLocks/>
              </p:cNvGrpSpPr>
              <p:nvPr/>
            </p:nvGrpSpPr>
            <p:grpSpPr bwMode="auto">
              <a:xfrm>
                <a:off x="2448" y="2064"/>
                <a:ext cx="144" cy="144"/>
                <a:chOff x="2448" y="2064"/>
                <a:chExt cx="144" cy="144"/>
              </a:xfrm>
            </p:grpSpPr>
            <p:sp>
              <p:nvSpPr>
                <p:cNvPr id="4310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10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96" name="Group 136"/>
            <p:cNvGrpSpPr>
              <a:grpSpLocks/>
            </p:cNvGrpSpPr>
            <p:nvPr/>
          </p:nvGrpSpPr>
          <p:grpSpPr bwMode="auto">
            <a:xfrm>
              <a:off x="1440" y="2256"/>
              <a:ext cx="672" cy="192"/>
              <a:chOff x="2496" y="2160"/>
              <a:chExt cx="768" cy="144"/>
            </a:xfrm>
          </p:grpSpPr>
          <p:sp>
            <p:nvSpPr>
              <p:cNvPr id="4310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310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0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097" name="Group 140"/>
            <p:cNvGrpSpPr>
              <a:grpSpLocks/>
            </p:cNvGrpSpPr>
            <p:nvPr/>
          </p:nvGrpSpPr>
          <p:grpSpPr bwMode="auto">
            <a:xfrm>
              <a:off x="2112" y="2256"/>
              <a:ext cx="672" cy="192"/>
              <a:chOff x="2496" y="2160"/>
              <a:chExt cx="768" cy="144"/>
            </a:xfrm>
          </p:grpSpPr>
          <p:sp>
            <p:nvSpPr>
              <p:cNvPr id="4309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309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10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38" name="Group 144"/>
          <p:cNvGrpSpPr>
            <a:grpSpLocks/>
          </p:cNvGrpSpPr>
          <p:nvPr/>
        </p:nvGrpSpPr>
        <p:grpSpPr bwMode="auto">
          <a:xfrm>
            <a:off x="3657600" y="4400550"/>
            <a:ext cx="2228850" cy="171450"/>
            <a:chOff x="1440" y="2256"/>
            <a:chExt cx="1872" cy="192"/>
          </a:xfrm>
        </p:grpSpPr>
        <p:grpSp>
          <p:nvGrpSpPr>
            <p:cNvPr id="43080" name="Group 145"/>
            <p:cNvGrpSpPr>
              <a:grpSpLocks/>
            </p:cNvGrpSpPr>
            <p:nvPr/>
          </p:nvGrpSpPr>
          <p:grpSpPr bwMode="auto">
            <a:xfrm>
              <a:off x="2784" y="2256"/>
              <a:ext cx="528" cy="192"/>
              <a:chOff x="2112" y="2064"/>
              <a:chExt cx="528" cy="192"/>
            </a:xfrm>
          </p:grpSpPr>
          <p:grpSp>
            <p:nvGrpSpPr>
              <p:cNvPr id="43089" name="Group 146"/>
              <p:cNvGrpSpPr>
                <a:grpSpLocks/>
              </p:cNvGrpSpPr>
              <p:nvPr/>
            </p:nvGrpSpPr>
            <p:grpSpPr bwMode="auto">
              <a:xfrm>
                <a:off x="2112" y="2064"/>
                <a:ext cx="528" cy="192"/>
                <a:chOff x="2208" y="2112"/>
                <a:chExt cx="528" cy="144"/>
              </a:xfrm>
            </p:grpSpPr>
            <p:sp>
              <p:nvSpPr>
                <p:cNvPr id="4309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309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3090" name="Group 149"/>
              <p:cNvGrpSpPr>
                <a:grpSpLocks/>
              </p:cNvGrpSpPr>
              <p:nvPr/>
            </p:nvGrpSpPr>
            <p:grpSpPr bwMode="auto">
              <a:xfrm>
                <a:off x="2448" y="2064"/>
                <a:ext cx="144" cy="144"/>
                <a:chOff x="2448" y="2064"/>
                <a:chExt cx="144" cy="144"/>
              </a:xfrm>
            </p:grpSpPr>
            <p:sp>
              <p:nvSpPr>
                <p:cNvPr id="4309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9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81" name="Group 152"/>
            <p:cNvGrpSpPr>
              <a:grpSpLocks/>
            </p:cNvGrpSpPr>
            <p:nvPr/>
          </p:nvGrpSpPr>
          <p:grpSpPr bwMode="auto">
            <a:xfrm>
              <a:off x="1440" y="2256"/>
              <a:ext cx="672" cy="192"/>
              <a:chOff x="2496" y="2160"/>
              <a:chExt cx="768" cy="144"/>
            </a:xfrm>
          </p:grpSpPr>
          <p:sp>
            <p:nvSpPr>
              <p:cNvPr id="4308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308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8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3082" name="Group 156"/>
            <p:cNvGrpSpPr>
              <a:grpSpLocks/>
            </p:cNvGrpSpPr>
            <p:nvPr/>
          </p:nvGrpSpPr>
          <p:grpSpPr bwMode="auto">
            <a:xfrm>
              <a:off x="2112" y="2256"/>
              <a:ext cx="672" cy="192"/>
              <a:chOff x="2496" y="2160"/>
              <a:chExt cx="768" cy="144"/>
            </a:xfrm>
          </p:grpSpPr>
          <p:sp>
            <p:nvSpPr>
              <p:cNvPr id="4308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308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8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3039" name="Group 160"/>
          <p:cNvGrpSpPr>
            <a:grpSpLocks/>
          </p:cNvGrpSpPr>
          <p:nvPr/>
        </p:nvGrpSpPr>
        <p:grpSpPr bwMode="auto">
          <a:xfrm>
            <a:off x="2857500" y="4400550"/>
            <a:ext cx="800100" cy="171450"/>
            <a:chOff x="2496" y="2160"/>
            <a:chExt cx="768" cy="144"/>
          </a:xfrm>
        </p:grpSpPr>
        <p:sp>
          <p:nvSpPr>
            <p:cNvPr id="4307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307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7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3040" name="Text Box 164"/>
          <p:cNvSpPr txBox="1">
            <a:spLocks noChangeArrowheads="1"/>
          </p:cNvSpPr>
          <p:nvPr/>
        </p:nvSpPr>
        <p:spPr bwMode="auto">
          <a:xfrm>
            <a:off x="6106770" y="235279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304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304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43" name="Rectangle 167"/>
          <p:cNvSpPr>
            <a:spLocks noChangeArrowheads="1"/>
          </p:cNvSpPr>
          <p:nvPr/>
        </p:nvSpPr>
        <p:spPr bwMode="auto">
          <a:xfrm>
            <a:off x="6144646" y="2833747"/>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304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4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304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4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304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4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305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51"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305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5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3054"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3055"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3056"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3057" name="Group 184"/>
          <p:cNvGrpSpPr>
            <a:grpSpLocks/>
          </p:cNvGrpSpPr>
          <p:nvPr/>
        </p:nvGrpSpPr>
        <p:grpSpPr bwMode="auto">
          <a:xfrm>
            <a:off x="6053138" y="342900"/>
            <a:ext cx="1943100" cy="1943100"/>
            <a:chOff x="2784" y="96"/>
            <a:chExt cx="1632" cy="1680"/>
          </a:xfrm>
        </p:grpSpPr>
        <p:sp>
          <p:nvSpPr>
            <p:cNvPr id="43059" name="Oval 185"/>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3060" name="Oval 186"/>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3061" name="Oval 187"/>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3062" name="Oval 188"/>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3063" name="Oval 189"/>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3064" name="Oval 190"/>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3065" name="Oval 191"/>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3066" name="Line 192"/>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67" name="Line 193"/>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68" name="Line 194"/>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69" name="Line 195"/>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0" name="Line 196"/>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1" name="Line 197"/>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2" name="Oval 198"/>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3073" name="Line 199"/>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4" name="Line 200"/>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5" name="Line 201"/>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3076" name="Line 202"/>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2"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2732241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AB3398D5-F17B-59F3-3E9B-D8BCA35B4D65}"/>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AB3398D5-F17B-59F3-3E9B-D8BCA35B4D65}"/>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4034" name="Group 21"/>
          <p:cNvGrpSpPr>
            <a:grpSpLocks/>
          </p:cNvGrpSpPr>
          <p:nvPr/>
        </p:nvGrpSpPr>
        <p:grpSpPr bwMode="auto">
          <a:xfrm>
            <a:off x="1524001" y="2520554"/>
            <a:ext cx="1079897" cy="258365"/>
            <a:chOff x="288" y="2016"/>
            <a:chExt cx="816" cy="192"/>
          </a:xfrm>
        </p:grpSpPr>
        <p:sp>
          <p:nvSpPr>
            <p:cNvPr id="44212"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4213"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403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403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4037" name="Group 26"/>
          <p:cNvGrpSpPr>
            <a:grpSpLocks/>
          </p:cNvGrpSpPr>
          <p:nvPr/>
        </p:nvGrpSpPr>
        <p:grpSpPr bwMode="auto">
          <a:xfrm>
            <a:off x="1524001" y="3036094"/>
            <a:ext cx="1079897" cy="258366"/>
            <a:chOff x="288" y="2016"/>
            <a:chExt cx="816" cy="192"/>
          </a:xfrm>
        </p:grpSpPr>
        <p:sp>
          <p:nvSpPr>
            <p:cNvPr id="44210"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4211"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038" name="Group 29"/>
          <p:cNvGrpSpPr>
            <a:grpSpLocks/>
          </p:cNvGrpSpPr>
          <p:nvPr/>
        </p:nvGrpSpPr>
        <p:grpSpPr bwMode="auto">
          <a:xfrm>
            <a:off x="1524001" y="3294460"/>
            <a:ext cx="1079897" cy="258365"/>
            <a:chOff x="288" y="2016"/>
            <a:chExt cx="816" cy="192"/>
          </a:xfrm>
        </p:grpSpPr>
        <p:sp>
          <p:nvSpPr>
            <p:cNvPr id="44208"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4209"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039" name="Group 32"/>
          <p:cNvGrpSpPr>
            <a:grpSpLocks/>
          </p:cNvGrpSpPr>
          <p:nvPr/>
        </p:nvGrpSpPr>
        <p:grpSpPr bwMode="auto">
          <a:xfrm>
            <a:off x="1524001" y="3552825"/>
            <a:ext cx="1079897" cy="257175"/>
            <a:chOff x="288" y="2016"/>
            <a:chExt cx="816" cy="192"/>
          </a:xfrm>
        </p:grpSpPr>
        <p:sp>
          <p:nvSpPr>
            <p:cNvPr id="44206"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4207"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040" name="Group 35"/>
          <p:cNvGrpSpPr>
            <a:grpSpLocks/>
          </p:cNvGrpSpPr>
          <p:nvPr/>
        </p:nvGrpSpPr>
        <p:grpSpPr bwMode="auto">
          <a:xfrm>
            <a:off x="1524001" y="3810000"/>
            <a:ext cx="1079897" cy="258366"/>
            <a:chOff x="288" y="2016"/>
            <a:chExt cx="816" cy="192"/>
          </a:xfrm>
        </p:grpSpPr>
        <p:sp>
          <p:nvSpPr>
            <p:cNvPr id="44204"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4205"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041" name="Group 38"/>
          <p:cNvGrpSpPr>
            <a:grpSpLocks/>
          </p:cNvGrpSpPr>
          <p:nvPr/>
        </p:nvGrpSpPr>
        <p:grpSpPr bwMode="auto">
          <a:xfrm>
            <a:off x="1524001" y="4325542"/>
            <a:ext cx="1079897" cy="258365"/>
            <a:chOff x="288" y="2016"/>
            <a:chExt cx="816" cy="192"/>
          </a:xfrm>
        </p:grpSpPr>
        <p:sp>
          <p:nvSpPr>
            <p:cNvPr id="44202"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4203"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042" name="Group 41"/>
          <p:cNvGrpSpPr>
            <a:grpSpLocks/>
          </p:cNvGrpSpPr>
          <p:nvPr/>
        </p:nvGrpSpPr>
        <p:grpSpPr bwMode="auto">
          <a:xfrm>
            <a:off x="1524001" y="4068366"/>
            <a:ext cx="1079897" cy="257175"/>
            <a:chOff x="288" y="2016"/>
            <a:chExt cx="816" cy="192"/>
          </a:xfrm>
        </p:grpSpPr>
        <p:sp>
          <p:nvSpPr>
            <p:cNvPr id="44200"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4201"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404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404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4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4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4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4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5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5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5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4053" name="Group 54"/>
          <p:cNvGrpSpPr>
            <a:grpSpLocks/>
          </p:cNvGrpSpPr>
          <p:nvPr/>
        </p:nvGrpSpPr>
        <p:grpSpPr bwMode="auto">
          <a:xfrm>
            <a:off x="2857500" y="3612357"/>
            <a:ext cx="1428750" cy="159544"/>
            <a:chOff x="1440" y="2064"/>
            <a:chExt cx="1200" cy="192"/>
          </a:xfrm>
        </p:grpSpPr>
        <p:grpSp>
          <p:nvGrpSpPr>
            <p:cNvPr id="44189" name="Group 55"/>
            <p:cNvGrpSpPr>
              <a:grpSpLocks/>
            </p:cNvGrpSpPr>
            <p:nvPr/>
          </p:nvGrpSpPr>
          <p:grpSpPr bwMode="auto">
            <a:xfrm>
              <a:off x="1440" y="2064"/>
              <a:ext cx="672" cy="192"/>
              <a:chOff x="2496" y="2160"/>
              <a:chExt cx="768" cy="144"/>
            </a:xfrm>
          </p:grpSpPr>
          <p:sp>
            <p:nvSpPr>
              <p:cNvPr id="44197"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4198"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99"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90" name="Group 59"/>
            <p:cNvGrpSpPr>
              <a:grpSpLocks/>
            </p:cNvGrpSpPr>
            <p:nvPr/>
          </p:nvGrpSpPr>
          <p:grpSpPr bwMode="auto">
            <a:xfrm>
              <a:off x="2112" y="2064"/>
              <a:ext cx="528" cy="192"/>
              <a:chOff x="2112" y="2064"/>
              <a:chExt cx="528" cy="192"/>
            </a:xfrm>
          </p:grpSpPr>
          <p:grpSp>
            <p:nvGrpSpPr>
              <p:cNvPr id="44191" name="Group 60"/>
              <p:cNvGrpSpPr>
                <a:grpSpLocks/>
              </p:cNvGrpSpPr>
              <p:nvPr/>
            </p:nvGrpSpPr>
            <p:grpSpPr bwMode="auto">
              <a:xfrm>
                <a:off x="2112" y="2064"/>
                <a:ext cx="528" cy="192"/>
                <a:chOff x="2208" y="2112"/>
                <a:chExt cx="528" cy="144"/>
              </a:xfrm>
            </p:grpSpPr>
            <p:sp>
              <p:nvSpPr>
                <p:cNvPr id="44195"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4196"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92" name="Group 63"/>
              <p:cNvGrpSpPr>
                <a:grpSpLocks/>
              </p:cNvGrpSpPr>
              <p:nvPr/>
            </p:nvGrpSpPr>
            <p:grpSpPr bwMode="auto">
              <a:xfrm>
                <a:off x="2448" y="2064"/>
                <a:ext cx="144" cy="144"/>
                <a:chOff x="2448" y="2064"/>
                <a:chExt cx="144" cy="144"/>
              </a:xfrm>
            </p:grpSpPr>
            <p:sp>
              <p:nvSpPr>
                <p:cNvPr id="44193"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94"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4054" name="Group 66"/>
          <p:cNvGrpSpPr>
            <a:grpSpLocks/>
          </p:cNvGrpSpPr>
          <p:nvPr/>
        </p:nvGrpSpPr>
        <p:grpSpPr bwMode="auto">
          <a:xfrm>
            <a:off x="2857500" y="2800350"/>
            <a:ext cx="2228850" cy="171450"/>
            <a:chOff x="1440" y="2256"/>
            <a:chExt cx="1872" cy="192"/>
          </a:xfrm>
        </p:grpSpPr>
        <p:grpSp>
          <p:nvGrpSpPr>
            <p:cNvPr id="44174" name="Group 67"/>
            <p:cNvGrpSpPr>
              <a:grpSpLocks/>
            </p:cNvGrpSpPr>
            <p:nvPr/>
          </p:nvGrpSpPr>
          <p:grpSpPr bwMode="auto">
            <a:xfrm>
              <a:off x="2784" y="2256"/>
              <a:ext cx="528" cy="192"/>
              <a:chOff x="2112" y="2064"/>
              <a:chExt cx="528" cy="192"/>
            </a:xfrm>
          </p:grpSpPr>
          <p:grpSp>
            <p:nvGrpSpPr>
              <p:cNvPr id="44183" name="Group 68"/>
              <p:cNvGrpSpPr>
                <a:grpSpLocks/>
              </p:cNvGrpSpPr>
              <p:nvPr/>
            </p:nvGrpSpPr>
            <p:grpSpPr bwMode="auto">
              <a:xfrm>
                <a:off x="2112" y="2064"/>
                <a:ext cx="528" cy="192"/>
                <a:chOff x="2208" y="2112"/>
                <a:chExt cx="528" cy="144"/>
              </a:xfrm>
            </p:grpSpPr>
            <p:sp>
              <p:nvSpPr>
                <p:cNvPr id="44187"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4188"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84" name="Group 71"/>
              <p:cNvGrpSpPr>
                <a:grpSpLocks/>
              </p:cNvGrpSpPr>
              <p:nvPr/>
            </p:nvGrpSpPr>
            <p:grpSpPr bwMode="auto">
              <a:xfrm>
                <a:off x="2448" y="2064"/>
                <a:ext cx="144" cy="144"/>
                <a:chOff x="2448" y="2064"/>
                <a:chExt cx="144" cy="144"/>
              </a:xfrm>
            </p:grpSpPr>
            <p:sp>
              <p:nvSpPr>
                <p:cNvPr id="44185"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86"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175" name="Group 74"/>
            <p:cNvGrpSpPr>
              <a:grpSpLocks/>
            </p:cNvGrpSpPr>
            <p:nvPr/>
          </p:nvGrpSpPr>
          <p:grpSpPr bwMode="auto">
            <a:xfrm>
              <a:off x="1440" y="2256"/>
              <a:ext cx="672" cy="192"/>
              <a:chOff x="2496" y="2160"/>
              <a:chExt cx="768" cy="144"/>
            </a:xfrm>
          </p:grpSpPr>
          <p:sp>
            <p:nvSpPr>
              <p:cNvPr id="44180"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4181"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82"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76" name="Group 78"/>
            <p:cNvGrpSpPr>
              <a:grpSpLocks/>
            </p:cNvGrpSpPr>
            <p:nvPr/>
          </p:nvGrpSpPr>
          <p:grpSpPr bwMode="auto">
            <a:xfrm>
              <a:off x="2112" y="2256"/>
              <a:ext cx="672" cy="192"/>
              <a:chOff x="2496" y="2160"/>
              <a:chExt cx="768" cy="144"/>
            </a:xfrm>
          </p:grpSpPr>
          <p:sp>
            <p:nvSpPr>
              <p:cNvPr id="44177"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4178"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79"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055" name="Group 82"/>
          <p:cNvGrpSpPr>
            <a:grpSpLocks/>
          </p:cNvGrpSpPr>
          <p:nvPr/>
        </p:nvGrpSpPr>
        <p:grpSpPr bwMode="auto">
          <a:xfrm>
            <a:off x="2857500" y="3326607"/>
            <a:ext cx="800100" cy="159544"/>
            <a:chOff x="2496" y="2160"/>
            <a:chExt cx="768" cy="144"/>
          </a:xfrm>
        </p:grpSpPr>
        <p:sp>
          <p:nvSpPr>
            <p:cNvPr id="44171"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4172"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73"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056" name="Group 86"/>
          <p:cNvGrpSpPr>
            <a:grpSpLocks/>
          </p:cNvGrpSpPr>
          <p:nvPr/>
        </p:nvGrpSpPr>
        <p:grpSpPr bwMode="auto">
          <a:xfrm>
            <a:off x="3657600" y="3326607"/>
            <a:ext cx="628650" cy="159544"/>
            <a:chOff x="2112" y="2064"/>
            <a:chExt cx="528" cy="192"/>
          </a:xfrm>
        </p:grpSpPr>
        <p:grpSp>
          <p:nvGrpSpPr>
            <p:cNvPr id="44165" name="Group 87"/>
            <p:cNvGrpSpPr>
              <a:grpSpLocks/>
            </p:cNvGrpSpPr>
            <p:nvPr/>
          </p:nvGrpSpPr>
          <p:grpSpPr bwMode="auto">
            <a:xfrm>
              <a:off x="2112" y="2064"/>
              <a:ext cx="528" cy="192"/>
              <a:chOff x="2208" y="2112"/>
              <a:chExt cx="528" cy="144"/>
            </a:xfrm>
          </p:grpSpPr>
          <p:sp>
            <p:nvSpPr>
              <p:cNvPr id="44169"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4170"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66" name="Group 90"/>
            <p:cNvGrpSpPr>
              <a:grpSpLocks/>
            </p:cNvGrpSpPr>
            <p:nvPr/>
          </p:nvGrpSpPr>
          <p:grpSpPr bwMode="auto">
            <a:xfrm>
              <a:off x="2448" y="2064"/>
              <a:ext cx="144" cy="144"/>
              <a:chOff x="2448" y="2064"/>
              <a:chExt cx="144" cy="144"/>
            </a:xfrm>
          </p:grpSpPr>
          <p:sp>
            <p:nvSpPr>
              <p:cNvPr id="44167"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68"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057" name="Group 93"/>
          <p:cNvGrpSpPr>
            <a:grpSpLocks/>
          </p:cNvGrpSpPr>
          <p:nvPr/>
        </p:nvGrpSpPr>
        <p:grpSpPr bwMode="auto">
          <a:xfrm>
            <a:off x="2857500" y="2571750"/>
            <a:ext cx="1428750" cy="171450"/>
            <a:chOff x="1440" y="2064"/>
            <a:chExt cx="1200" cy="192"/>
          </a:xfrm>
        </p:grpSpPr>
        <p:grpSp>
          <p:nvGrpSpPr>
            <p:cNvPr id="44154" name="Group 94"/>
            <p:cNvGrpSpPr>
              <a:grpSpLocks/>
            </p:cNvGrpSpPr>
            <p:nvPr/>
          </p:nvGrpSpPr>
          <p:grpSpPr bwMode="auto">
            <a:xfrm>
              <a:off x="1440" y="2064"/>
              <a:ext cx="672" cy="192"/>
              <a:chOff x="2496" y="2160"/>
              <a:chExt cx="768" cy="144"/>
            </a:xfrm>
          </p:grpSpPr>
          <p:sp>
            <p:nvSpPr>
              <p:cNvPr id="44162"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4163"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64"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55" name="Group 98"/>
            <p:cNvGrpSpPr>
              <a:grpSpLocks/>
            </p:cNvGrpSpPr>
            <p:nvPr/>
          </p:nvGrpSpPr>
          <p:grpSpPr bwMode="auto">
            <a:xfrm>
              <a:off x="2112" y="2064"/>
              <a:ext cx="528" cy="192"/>
              <a:chOff x="2112" y="2064"/>
              <a:chExt cx="528" cy="192"/>
            </a:xfrm>
          </p:grpSpPr>
          <p:grpSp>
            <p:nvGrpSpPr>
              <p:cNvPr id="44156" name="Group 99"/>
              <p:cNvGrpSpPr>
                <a:grpSpLocks/>
              </p:cNvGrpSpPr>
              <p:nvPr/>
            </p:nvGrpSpPr>
            <p:grpSpPr bwMode="auto">
              <a:xfrm>
                <a:off x="2112" y="2064"/>
                <a:ext cx="528" cy="192"/>
                <a:chOff x="2208" y="2112"/>
                <a:chExt cx="528" cy="144"/>
              </a:xfrm>
            </p:grpSpPr>
            <p:sp>
              <p:nvSpPr>
                <p:cNvPr id="44160"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4161"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57" name="Group 102"/>
              <p:cNvGrpSpPr>
                <a:grpSpLocks/>
              </p:cNvGrpSpPr>
              <p:nvPr/>
            </p:nvGrpSpPr>
            <p:grpSpPr bwMode="auto">
              <a:xfrm>
                <a:off x="2448" y="2064"/>
                <a:ext cx="144" cy="144"/>
                <a:chOff x="2448" y="2064"/>
                <a:chExt cx="144" cy="144"/>
              </a:xfrm>
            </p:grpSpPr>
            <p:sp>
              <p:nvSpPr>
                <p:cNvPr id="44158"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59"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4058" name="Group 105"/>
          <p:cNvGrpSpPr>
            <a:grpSpLocks/>
          </p:cNvGrpSpPr>
          <p:nvPr/>
        </p:nvGrpSpPr>
        <p:grpSpPr bwMode="auto">
          <a:xfrm>
            <a:off x="2857500" y="3886200"/>
            <a:ext cx="1428750" cy="171450"/>
            <a:chOff x="1440" y="2064"/>
            <a:chExt cx="1200" cy="192"/>
          </a:xfrm>
        </p:grpSpPr>
        <p:grpSp>
          <p:nvGrpSpPr>
            <p:cNvPr id="44143" name="Group 106"/>
            <p:cNvGrpSpPr>
              <a:grpSpLocks/>
            </p:cNvGrpSpPr>
            <p:nvPr/>
          </p:nvGrpSpPr>
          <p:grpSpPr bwMode="auto">
            <a:xfrm>
              <a:off x="1440" y="2064"/>
              <a:ext cx="672" cy="192"/>
              <a:chOff x="2496" y="2160"/>
              <a:chExt cx="768" cy="144"/>
            </a:xfrm>
          </p:grpSpPr>
          <p:sp>
            <p:nvSpPr>
              <p:cNvPr id="44151"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4152"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53"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44" name="Group 110"/>
            <p:cNvGrpSpPr>
              <a:grpSpLocks/>
            </p:cNvGrpSpPr>
            <p:nvPr/>
          </p:nvGrpSpPr>
          <p:grpSpPr bwMode="auto">
            <a:xfrm>
              <a:off x="2112" y="2064"/>
              <a:ext cx="528" cy="192"/>
              <a:chOff x="2112" y="2064"/>
              <a:chExt cx="528" cy="192"/>
            </a:xfrm>
          </p:grpSpPr>
          <p:grpSp>
            <p:nvGrpSpPr>
              <p:cNvPr id="44145" name="Group 111"/>
              <p:cNvGrpSpPr>
                <a:grpSpLocks/>
              </p:cNvGrpSpPr>
              <p:nvPr/>
            </p:nvGrpSpPr>
            <p:grpSpPr bwMode="auto">
              <a:xfrm>
                <a:off x="2112" y="2064"/>
                <a:ext cx="528" cy="192"/>
                <a:chOff x="2208" y="2112"/>
                <a:chExt cx="528" cy="144"/>
              </a:xfrm>
            </p:grpSpPr>
            <p:sp>
              <p:nvSpPr>
                <p:cNvPr id="44149"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4150"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46" name="Group 114"/>
              <p:cNvGrpSpPr>
                <a:grpSpLocks/>
              </p:cNvGrpSpPr>
              <p:nvPr/>
            </p:nvGrpSpPr>
            <p:grpSpPr bwMode="auto">
              <a:xfrm>
                <a:off x="2448" y="2064"/>
                <a:ext cx="144" cy="144"/>
                <a:chOff x="2448" y="2064"/>
                <a:chExt cx="144" cy="144"/>
              </a:xfrm>
            </p:grpSpPr>
            <p:sp>
              <p:nvSpPr>
                <p:cNvPr id="44147"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48"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4059" name="Group 117"/>
          <p:cNvGrpSpPr>
            <a:grpSpLocks/>
          </p:cNvGrpSpPr>
          <p:nvPr/>
        </p:nvGrpSpPr>
        <p:grpSpPr bwMode="auto">
          <a:xfrm>
            <a:off x="2857500" y="4126707"/>
            <a:ext cx="800100" cy="159544"/>
            <a:chOff x="2496" y="2160"/>
            <a:chExt cx="768" cy="144"/>
          </a:xfrm>
        </p:grpSpPr>
        <p:sp>
          <p:nvSpPr>
            <p:cNvPr id="44140"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4141"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42"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060" name="Group 121"/>
          <p:cNvGrpSpPr>
            <a:grpSpLocks/>
          </p:cNvGrpSpPr>
          <p:nvPr/>
        </p:nvGrpSpPr>
        <p:grpSpPr bwMode="auto">
          <a:xfrm>
            <a:off x="3657600" y="4126707"/>
            <a:ext cx="628650" cy="159544"/>
            <a:chOff x="2112" y="2064"/>
            <a:chExt cx="528" cy="192"/>
          </a:xfrm>
        </p:grpSpPr>
        <p:grpSp>
          <p:nvGrpSpPr>
            <p:cNvPr id="44134" name="Group 122"/>
            <p:cNvGrpSpPr>
              <a:grpSpLocks/>
            </p:cNvGrpSpPr>
            <p:nvPr/>
          </p:nvGrpSpPr>
          <p:grpSpPr bwMode="auto">
            <a:xfrm>
              <a:off x="2112" y="2064"/>
              <a:ext cx="528" cy="192"/>
              <a:chOff x="2208" y="2112"/>
              <a:chExt cx="528" cy="144"/>
            </a:xfrm>
          </p:grpSpPr>
          <p:sp>
            <p:nvSpPr>
              <p:cNvPr id="44138"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4139"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35" name="Group 125"/>
            <p:cNvGrpSpPr>
              <a:grpSpLocks/>
            </p:cNvGrpSpPr>
            <p:nvPr/>
          </p:nvGrpSpPr>
          <p:grpSpPr bwMode="auto">
            <a:xfrm>
              <a:off x="2448" y="2064"/>
              <a:ext cx="144" cy="144"/>
              <a:chOff x="2448" y="2064"/>
              <a:chExt cx="144" cy="144"/>
            </a:xfrm>
          </p:grpSpPr>
          <p:sp>
            <p:nvSpPr>
              <p:cNvPr id="44136"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37"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061" name="Group 128"/>
          <p:cNvGrpSpPr>
            <a:grpSpLocks/>
          </p:cNvGrpSpPr>
          <p:nvPr/>
        </p:nvGrpSpPr>
        <p:grpSpPr bwMode="auto">
          <a:xfrm>
            <a:off x="2857500" y="3040857"/>
            <a:ext cx="2228850" cy="159544"/>
            <a:chOff x="1440" y="2256"/>
            <a:chExt cx="1872" cy="192"/>
          </a:xfrm>
        </p:grpSpPr>
        <p:grpSp>
          <p:nvGrpSpPr>
            <p:cNvPr id="44119" name="Group 129"/>
            <p:cNvGrpSpPr>
              <a:grpSpLocks/>
            </p:cNvGrpSpPr>
            <p:nvPr/>
          </p:nvGrpSpPr>
          <p:grpSpPr bwMode="auto">
            <a:xfrm>
              <a:off x="2784" y="2256"/>
              <a:ext cx="528" cy="192"/>
              <a:chOff x="2112" y="2064"/>
              <a:chExt cx="528" cy="192"/>
            </a:xfrm>
          </p:grpSpPr>
          <p:grpSp>
            <p:nvGrpSpPr>
              <p:cNvPr id="44128" name="Group 130"/>
              <p:cNvGrpSpPr>
                <a:grpSpLocks/>
              </p:cNvGrpSpPr>
              <p:nvPr/>
            </p:nvGrpSpPr>
            <p:grpSpPr bwMode="auto">
              <a:xfrm>
                <a:off x="2112" y="2064"/>
                <a:ext cx="528" cy="192"/>
                <a:chOff x="2208" y="2112"/>
                <a:chExt cx="528" cy="144"/>
              </a:xfrm>
            </p:grpSpPr>
            <p:sp>
              <p:nvSpPr>
                <p:cNvPr id="44132"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4133"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29" name="Group 133"/>
              <p:cNvGrpSpPr>
                <a:grpSpLocks/>
              </p:cNvGrpSpPr>
              <p:nvPr/>
            </p:nvGrpSpPr>
            <p:grpSpPr bwMode="auto">
              <a:xfrm>
                <a:off x="2448" y="2064"/>
                <a:ext cx="144" cy="144"/>
                <a:chOff x="2448" y="2064"/>
                <a:chExt cx="144" cy="144"/>
              </a:xfrm>
            </p:grpSpPr>
            <p:sp>
              <p:nvSpPr>
                <p:cNvPr id="44130"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31"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120" name="Group 136"/>
            <p:cNvGrpSpPr>
              <a:grpSpLocks/>
            </p:cNvGrpSpPr>
            <p:nvPr/>
          </p:nvGrpSpPr>
          <p:grpSpPr bwMode="auto">
            <a:xfrm>
              <a:off x="1440" y="2256"/>
              <a:ext cx="672" cy="192"/>
              <a:chOff x="2496" y="2160"/>
              <a:chExt cx="768" cy="144"/>
            </a:xfrm>
          </p:grpSpPr>
          <p:sp>
            <p:nvSpPr>
              <p:cNvPr id="44125"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4126"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27"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21" name="Group 140"/>
            <p:cNvGrpSpPr>
              <a:grpSpLocks/>
            </p:cNvGrpSpPr>
            <p:nvPr/>
          </p:nvGrpSpPr>
          <p:grpSpPr bwMode="auto">
            <a:xfrm>
              <a:off x="2112" y="2256"/>
              <a:ext cx="672" cy="192"/>
              <a:chOff x="2496" y="2160"/>
              <a:chExt cx="768" cy="144"/>
            </a:xfrm>
          </p:grpSpPr>
          <p:sp>
            <p:nvSpPr>
              <p:cNvPr id="44122"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4123"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24"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062" name="Group 144"/>
          <p:cNvGrpSpPr>
            <a:grpSpLocks/>
          </p:cNvGrpSpPr>
          <p:nvPr/>
        </p:nvGrpSpPr>
        <p:grpSpPr bwMode="auto">
          <a:xfrm>
            <a:off x="3657600" y="4400550"/>
            <a:ext cx="2228850" cy="171450"/>
            <a:chOff x="1440" y="2256"/>
            <a:chExt cx="1872" cy="192"/>
          </a:xfrm>
        </p:grpSpPr>
        <p:grpSp>
          <p:nvGrpSpPr>
            <p:cNvPr id="44104" name="Group 145"/>
            <p:cNvGrpSpPr>
              <a:grpSpLocks/>
            </p:cNvGrpSpPr>
            <p:nvPr/>
          </p:nvGrpSpPr>
          <p:grpSpPr bwMode="auto">
            <a:xfrm>
              <a:off x="2784" y="2256"/>
              <a:ext cx="528" cy="192"/>
              <a:chOff x="2112" y="2064"/>
              <a:chExt cx="528" cy="192"/>
            </a:xfrm>
          </p:grpSpPr>
          <p:grpSp>
            <p:nvGrpSpPr>
              <p:cNvPr id="44113" name="Group 146"/>
              <p:cNvGrpSpPr>
                <a:grpSpLocks/>
              </p:cNvGrpSpPr>
              <p:nvPr/>
            </p:nvGrpSpPr>
            <p:grpSpPr bwMode="auto">
              <a:xfrm>
                <a:off x="2112" y="2064"/>
                <a:ext cx="528" cy="192"/>
                <a:chOff x="2208" y="2112"/>
                <a:chExt cx="528" cy="144"/>
              </a:xfrm>
            </p:grpSpPr>
            <p:sp>
              <p:nvSpPr>
                <p:cNvPr id="44117"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4118"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4114" name="Group 149"/>
              <p:cNvGrpSpPr>
                <a:grpSpLocks/>
              </p:cNvGrpSpPr>
              <p:nvPr/>
            </p:nvGrpSpPr>
            <p:grpSpPr bwMode="auto">
              <a:xfrm>
                <a:off x="2448" y="2064"/>
                <a:ext cx="144" cy="144"/>
                <a:chOff x="2448" y="2064"/>
                <a:chExt cx="144" cy="144"/>
              </a:xfrm>
            </p:grpSpPr>
            <p:sp>
              <p:nvSpPr>
                <p:cNvPr id="44115"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16"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105" name="Group 152"/>
            <p:cNvGrpSpPr>
              <a:grpSpLocks/>
            </p:cNvGrpSpPr>
            <p:nvPr/>
          </p:nvGrpSpPr>
          <p:grpSpPr bwMode="auto">
            <a:xfrm>
              <a:off x="1440" y="2256"/>
              <a:ext cx="672" cy="192"/>
              <a:chOff x="2496" y="2160"/>
              <a:chExt cx="768" cy="144"/>
            </a:xfrm>
          </p:grpSpPr>
          <p:sp>
            <p:nvSpPr>
              <p:cNvPr id="44110"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4111"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12"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4106" name="Group 156"/>
            <p:cNvGrpSpPr>
              <a:grpSpLocks/>
            </p:cNvGrpSpPr>
            <p:nvPr/>
          </p:nvGrpSpPr>
          <p:grpSpPr bwMode="auto">
            <a:xfrm>
              <a:off x="2112" y="2256"/>
              <a:ext cx="672" cy="192"/>
              <a:chOff x="2496" y="2160"/>
              <a:chExt cx="768" cy="144"/>
            </a:xfrm>
          </p:grpSpPr>
          <p:sp>
            <p:nvSpPr>
              <p:cNvPr id="44107"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4108"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09"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4063" name="Group 160"/>
          <p:cNvGrpSpPr>
            <a:grpSpLocks/>
          </p:cNvGrpSpPr>
          <p:nvPr/>
        </p:nvGrpSpPr>
        <p:grpSpPr bwMode="auto">
          <a:xfrm>
            <a:off x="2857500" y="4400550"/>
            <a:ext cx="800100" cy="171450"/>
            <a:chOff x="2496" y="2160"/>
            <a:chExt cx="768" cy="144"/>
          </a:xfrm>
        </p:grpSpPr>
        <p:sp>
          <p:nvSpPr>
            <p:cNvPr id="44101"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4102"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103"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406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406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406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067"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406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6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407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071"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407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7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407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075"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407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7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4078"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4079"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4080"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4081" name="Group 184"/>
          <p:cNvGrpSpPr>
            <a:grpSpLocks/>
          </p:cNvGrpSpPr>
          <p:nvPr/>
        </p:nvGrpSpPr>
        <p:grpSpPr bwMode="auto">
          <a:xfrm>
            <a:off x="6053138" y="342900"/>
            <a:ext cx="1943100" cy="1943100"/>
            <a:chOff x="2784" y="96"/>
            <a:chExt cx="1632" cy="1680"/>
          </a:xfrm>
        </p:grpSpPr>
        <p:sp>
          <p:nvSpPr>
            <p:cNvPr id="44083" name="Oval 185"/>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4084" name="Oval 186"/>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4085" name="Oval 187"/>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4086" name="Oval 188"/>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4087" name="Oval 189"/>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4088" name="Oval 190"/>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4089" name="Oval 191"/>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4090" name="Line 192"/>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1" name="Line 193"/>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2" name="Line 194"/>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3" name="Line 195"/>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4" name="Line 196"/>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5" name="Line 197"/>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6" name="Oval 198"/>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4097" name="Line 199"/>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8" name="Line 200"/>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099" name="Line 201"/>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4100" name="Line 202"/>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2"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1807585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7171EAE-BA63-3AC1-5899-1721D050C94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7171EAE-BA63-3AC1-5899-1721D050C94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5058" name="Group 21"/>
          <p:cNvGrpSpPr>
            <a:grpSpLocks/>
          </p:cNvGrpSpPr>
          <p:nvPr/>
        </p:nvGrpSpPr>
        <p:grpSpPr bwMode="auto">
          <a:xfrm>
            <a:off x="1524001" y="2520554"/>
            <a:ext cx="1079897" cy="258365"/>
            <a:chOff x="288" y="2016"/>
            <a:chExt cx="816" cy="192"/>
          </a:xfrm>
        </p:grpSpPr>
        <p:sp>
          <p:nvSpPr>
            <p:cNvPr id="45237"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5238"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505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506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5061" name="Group 26"/>
          <p:cNvGrpSpPr>
            <a:grpSpLocks/>
          </p:cNvGrpSpPr>
          <p:nvPr/>
        </p:nvGrpSpPr>
        <p:grpSpPr bwMode="auto">
          <a:xfrm>
            <a:off x="1524001" y="3036094"/>
            <a:ext cx="1079897" cy="258366"/>
            <a:chOff x="288" y="2016"/>
            <a:chExt cx="816" cy="192"/>
          </a:xfrm>
        </p:grpSpPr>
        <p:sp>
          <p:nvSpPr>
            <p:cNvPr id="45235"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5236"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062" name="Group 29"/>
          <p:cNvGrpSpPr>
            <a:grpSpLocks/>
          </p:cNvGrpSpPr>
          <p:nvPr/>
        </p:nvGrpSpPr>
        <p:grpSpPr bwMode="auto">
          <a:xfrm>
            <a:off x="1524001" y="3294460"/>
            <a:ext cx="1079897" cy="258365"/>
            <a:chOff x="288" y="2016"/>
            <a:chExt cx="816" cy="192"/>
          </a:xfrm>
        </p:grpSpPr>
        <p:sp>
          <p:nvSpPr>
            <p:cNvPr id="45233"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5234"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063" name="Group 32"/>
          <p:cNvGrpSpPr>
            <a:grpSpLocks/>
          </p:cNvGrpSpPr>
          <p:nvPr/>
        </p:nvGrpSpPr>
        <p:grpSpPr bwMode="auto">
          <a:xfrm>
            <a:off x="1524001" y="3552825"/>
            <a:ext cx="1079897" cy="257175"/>
            <a:chOff x="288" y="2016"/>
            <a:chExt cx="816" cy="192"/>
          </a:xfrm>
        </p:grpSpPr>
        <p:sp>
          <p:nvSpPr>
            <p:cNvPr id="45231"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5232"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064" name="Group 35"/>
          <p:cNvGrpSpPr>
            <a:grpSpLocks/>
          </p:cNvGrpSpPr>
          <p:nvPr/>
        </p:nvGrpSpPr>
        <p:grpSpPr bwMode="auto">
          <a:xfrm>
            <a:off x="1524001" y="3810000"/>
            <a:ext cx="1079897" cy="258366"/>
            <a:chOff x="288" y="2016"/>
            <a:chExt cx="816" cy="192"/>
          </a:xfrm>
        </p:grpSpPr>
        <p:sp>
          <p:nvSpPr>
            <p:cNvPr id="45229"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5230"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065" name="Group 38"/>
          <p:cNvGrpSpPr>
            <a:grpSpLocks/>
          </p:cNvGrpSpPr>
          <p:nvPr/>
        </p:nvGrpSpPr>
        <p:grpSpPr bwMode="auto">
          <a:xfrm>
            <a:off x="1524001" y="4325542"/>
            <a:ext cx="1079897" cy="258365"/>
            <a:chOff x="288" y="2016"/>
            <a:chExt cx="816" cy="192"/>
          </a:xfrm>
        </p:grpSpPr>
        <p:sp>
          <p:nvSpPr>
            <p:cNvPr id="45227"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5228"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066" name="Group 41"/>
          <p:cNvGrpSpPr>
            <a:grpSpLocks/>
          </p:cNvGrpSpPr>
          <p:nvPr/>
        </p:nvGrpSpPr>
        <p:grpSpPr bwMode="auto">
          <a:xfrm>
            <a:off x="1524001" y="4068366"/>
            <a:ext cx="1079897" cy="257175"/>
            <a:chOff x="288" y="2016"/>
            <a:chExt cx="816" cy="192"/>
          </a:xfrm>
        </p:grpSpPr>
        <p:sp>
          <p:nvSpPr>
            <p:cNvPr id="45225"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5226"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506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506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7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5077" name="Group 54"/>
          <p:cNvGrpSpPr>
            <a:grpSpLocks/>
          </p:cNvGrpSpPr>
          <p:nvPr/>
        </p:nvGrpSpPr>
        <p:grpSpPr bwMode="auto">
          <a:xfrm>
            <a:off x="2857500" y="3612357"/>
            <a:ext cx="1428750" cy="159544"/>
            <a:chOff x="1440" y="2064"/>
            <a:chExt cx="1200" cy="192"/>
          </a:xfrm>
        </p:grpSpPr>
        <p:grpSp>
          <p:nvGrpSpPr>
            <p:cNvPr id="45214" name="Group 55"/>
            <p:cNvGrpSpPr>
              <a:grpSpLocks/>
            </p:cNvGrpSpPr>
            <p:nvPr/>
          </p:nvGrpSpPr>
          <p:grpSpPr bwMode="auto">
            <a:xfrm>
              <a:off x="1440" y="2064"/>
              <a:ext cx="672" cy="192"/>
              <a:chOff x="2496" y="2160"/>
              <a:chExt cx="768" cy="144"/>
            </a:xfrm>
          </p:grpSpPr>
          <p:sp>
            <p:nvSpPr>
              <p:cNvPr id="45222"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5223"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224"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215" name="Group 59"/>
            <p:cNvGrpSpPr>
              <a:grpSpLocks/>
            </p:cNvGrpSpPr>
            <p:nvPr/>
          </p:nvGrpSpPr>
          <p:grpSpPr bwMode="auto">
            <a:xfrm>
              <a:off x="2112" y="2064"/>
              <a:ext cx="528" cy="192"/>
              <a:chOff x="2112" y="2064"/>
              <a:chExt cx="528" cy="192"/>
            </a:xfrm>
          </p:grpSpPr>
          <p:grpSp>
            <p:nvGrpSpPr>
              <p:cNvPr id="45216" name="Group 60"/>
              <p:cNvGrpSpPr>
                <a:grpSpLocks/>
              </p:cNvGrpSpPr>
              <p:nvPr/>
            </p:nvGrpSpPr>
            <p:grpSpPr bwMode="auto">
              <a:xfrm>
                <a:off x="2112" y="2064"/>
                <a:ext cx="528" cy="192"/>
                <a:chOff x="2208" y="2112"/>
                <a:chExt cx="528" cy="144"/>
              </a:xfrm>
            </p:grpSpPr>
            <p:sp>
              <p:nvSpPr>
                <p:cNvPr id="45220"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5221"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217" name="Group 63"/>
              <p:cNvGrpSpPr>
                <a:grpSpLocks/>
              </p:cNvGrpSpPr>
              <p:nvPr/>
            </p:nvGrpSpPr>
            <p:grpSpPr bwMode="auto">
              <a:xfrm>
                <a:off x="2448" y="2064"/>
                <a:ext cx="144" cy="144"/>
                <a:chOff x="2448" y="2064"/>
                <a:chExt cx="144" cy="144"/>
              </a:xfrm>
            </p:grpSpPr>
            <p:sp>
              <p:nvSpPr>
                <p:cNvPr id="45218"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219"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5078" name="Group 66"/>
          <p:cNvGrpSpPr>
            <a:grpSpLocks/>
          </p:cNvGrpSpPr>
          <p:nvPr/>
        </p:nvGrpSpPr>
        <p:grpSpPr bwMode="auto">
          <a:xfrm>
            <a:off x="2857500" y="2800350"/>
            <a:ext cx="2228850" cy="171450"/>
            <a:chOff x="1440" y="2256"/>
            <a:chExt cx="1872" cy="192"/>
          </a:xfrm>
        </p:grpSpPr>
        <p:grpSp>
          <p:nvGrpSpPr>
            <p:cNvPr id="45199" name="Group 67"/>
            <p:cNvGrpSpPr>
              <a:grpSpLocks/>
            </p:cNvGrpSpPr>
            <p:nvPr/>
          </p:nvGrpSpPr>
          <p:grpSpPr bwMode="auto">
            <a:xfrm>
              <a:off x="2784" y="2256"/>
              <a:ext cx="528" cy="192"/>
              <a:chOff x="2112" y="2064"/>
              <a:chExt cx="528" cy="192"/>
            </a:xfrm>
          </p:grpSpPr>
          <p:grpSp>
            <p:nvGrpSpPr>
              <p:cNvPr id="45208" name="Group 68"/>
              <p:cNvGrpSpPr>
                <a:grpSpLocks/>
              </p:cNvGrpSpPr>
              <p:nvPr/>
            </p:nvGrpSpPr>
            <p:grpSpPr bwMode="auto">
              <a:xfrm>
                <a:off x="2112" y="2064"/>
                <a:ext cx="528" cy="192"/>
                <a:chOff x="2208" y="2112"/>
                <a:chExt cx="528" cy="144"/>
              </a:xfrm>
            </p:grpSpPr>
            <p:sp>
              <p:nvSpPr>
                <p:cNvPr id="45212"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5213"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209" name="Group 71"/>
              <p:cNvGrpSpPr>
                <a:grpSpLocks/>
              </p:cNvGrpSpPr>
              <p:nvPr/>
            </p:nvGrpSpPr>
            <p:grpSpPr bwMode="auto">
              <a:xfrm>
                <a:off x="2448" y="2064"/>
                <a:ext cx="144" cy="144"/>
                <a:chOff x="2448" y="2064"/>
                <a:chExt cx="144" cy="144"/>
              </a:xfrm>
            </p:grpSpPr>
            <p:sp>
              <p:nvSpPr>
                <p:cNvPr id="45210"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211"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200" name="Group 74"/>
            <p:cNvGrpSpPr>
              <a:grpSpLocks/>
            </p:cNvGrpSpPr>
            <p:nvPr/>
          </p:nvGrpSpPr>
          <p:grpSpPr bwMode="auto">
            <a:xfrm>
              <a:off x="1440" y="2256"/>
              <a:ext cx="672" cy="192"/>
              <a:chOff x="2496" y="2160"/>
              <a:chExt cx="768" cy="144"/>
            </a:xfrm>
          </p:grpSpPr>
          <p:sp>
            <p:nvSpPr>
              <p:cNvPr id="45205"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5206"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207"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201" name="Group 78"/>
            <p:cNvGrpSpPr>
              <a:grpSpLocks/>
            </p:cNvGrpSpPr>
            <p:nvPr/>
          </p:nvGrpSpPr>
          <p:grpSpPr bwMode="auto">
            <a:xfrm>
              <a:off x="2112" y="2256"/>
              <a:ext cx="672" cy="192"/>
              <a:chOff x="2496" y="2160"/>
              <a:chExt cx="768" cy="144"/>
            </a:xfrm>
          </p:grpSpPr>
          <p:sp>
            <p:nvSpPr>
              <p:cNvPr id="45202"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5203"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204"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079" name="Group 82"/>
          <p:cNvGrpSpPr>
            <a:grpSpLocks/>
          </p:cNvGrpSpPr>
          <p:nvPr/>
        </p:nvGrpSpPr>
        <p:grpSpPr bwMode="auto">
          <a:xfrm>
            <a:off x="2857500" y="3326607"/>
            <a:ext cx="800100" cy="159544"/>
            <a:chOff x="2496" y="2160"/>
            <a:chExt cx="768" cy="144"/>
          </a:xfrm>
        </p:grpSpPr>
        <p:sp>
          <p:nvSpPr>
            <p:cNvPr id="45196"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5197"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98"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080" name="Group 86"/>
          <p:cNvGrpSpPr>
            <a:grpSpLocks/>
          </p:cNvGrpSpPr>
          <p:nvPr/>
        </p:nvGrpSpPr>
        <p:grpSpPr bwMode="auto">
          <a:xfrm>
            <a:off x="3657600" y="3326607"/>
            <a:ext cx="628650" cy="159544"/>
            <a:chOff x="2112" y="2064"/>
            <a:chExt cx="528" cy="192"/>
          </a:xfrm>
        </p:grpSpPr>
        <p:grpSp>
          <p:nvGrpSpPr>
            <p:cNvPr id="45190" name="Group 87"/>
            <p:cNvGrpSpPr>
              <a:grpSpLocks/>
            </p:cNvGrpSpPr>
            <p:nvPr/>
          </p:nvGrpSpPr>
          <p:grpSpPr bwMode="auto">
            <a:xfrm>
              <a:off x="2112" y="2064"/>
              <a:ext cx="528" cy="192"/>
              <a:chOff x="2208" y="2112"/>
              <a:chExt cx="528" cy="144"/>
            </a:xfrm>
          </p:grpSpPr>
          <p:sp>
            <p:nvSpPr>
              <p:cNvPr id="45194"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5195"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91" name="Group 90"/>
            <p:cNvGrpSpPr>
              <a:grpSpLocks/>
            </p:cNvGrpSpPr>
            <p:nvPr/>
          </p:nvGrpSpPr>
          <p:grpSpPr bwMode="auto">
            <a:xfrm>
              <a:off x="2448" y="2064"/>
              <a:ext cx="144" cy="144"/>
              <a:chOff x="2448" y="2064"/>
              <a:chExt cx="144" cy="144"/>
            </a:xfrm>
          </p:grpSpPr>
          <p:sp>
            <p:nvSpPr>
              <p:cNvPr id="45192"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93"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081" name="Group 93"/>
          <p:cNvGrpSpPr>
            <a:grpSpLocks/>
          </p:cNvGrpSpPr>
          <p:nvPr/>
        </p:nvGrpSpPr>
        <p:grpSpPr bwMode="auto">
          <a:xfrm>
            <a:off x="2857500" y="2571750"/>
            <a:ext cx="1428750" cy="171450"/>
            <a:chOff x="1440" y="2064"/>
            <a:chExt cx="1200" cy="192"/>
          </a:xfrm>
        </p:grpSpPr>
        <p:grpSp>
          <p:nvGrpSpPr>
            <p:cNvPr id="45179" name="Group 94"/>
            <p:cNvGrpSpPr>
              <a:grpSpLocks/>
            </p:cNvGrpSpPr>
            <p:nvPr/>
          </p:nvGrpSpPr>
          <p:grpSpPr bwMode="auto">
            <a:xfrm>
              <a:off x="1440" y="2064"/>
              <a:ext cx="672" cy="192"/>
              <a:chOff x="2496" y="2160"/>
              <a:chExt cx="768" cy="144"/>
            </a:xfrm>
          </p:grpSpPr>
          <p:sp>
            <p:nvSpPr>
              <p:cNvPr id="45187"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5188"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89"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180" name="Group 98"/>
            <p:cNvGrpSpPr>
              <a:grpSpLocks/>
            </p:cNvGrpSpPr>
            <p:nvPr/>
          </p:nvGrpSpPr>
          <p:grpSpPr bwMode="auto">
            <a:xfrm>
              <a:off x="2112" y="2064"/>
              <a:ext cx="528" cy="192"/>
              <a:chOff x="2112" y="2064"/>
              <a:chExt cx="528" cy="192"/>
            </a:xfrm>
          </p:grpSpPr>
          <p:grpSp>
            <p:nvGrpSpPr>
              <p:cNvPr id="45181" name="Group 99"/>
              <p:cNvGrpSpPr>
                <a:grpSpLocks/>
              </p:cNvGrpSpPr>
              <p:nvPr/>
            </p:nvGrpSpPr>
            <p:grpSpPr bwMode="auto">
              <a:xfrm>
                <a:off x="2112" y="2064"/>
                <a:ext cx="528" cy="192"/>
                <a:chOff x="2208" y="2112"/>
                <a:chExt cx="528" cy="144"/>
              </a:xfrm>
            </p:grpSpPr>
            <p:sp>
              <p:nvSpPr>
                <p:cNvPr id="45185"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5186"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82" name="Group 102"/>
              <p:cNvGrpSpPr>
                <a:grpSpLocks/>
              </p:cNvGrpSpPr>
              <p:nvPr/>
            </p:nvGrpSpPr>
            <p:grpSpPr bwMode="auto">
              <a:xfrm>
                <a:off x="2448" y="2064"/>
                <a:ext cx="144" cy="144"/>
                <a:chOff x="2448" y="2064"/>
                <a:chExt cx="144" cy="144"/>
              </a:xfrm>
            </p:grpSpPr>
            <p:sp>
              <p:nvSpPr>
                <p:cNvPr id="45183"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84"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5082" name="Group 105"/>
          <p:cNvGrpSpPr>
            <a:grpSpLocks/>
          </p:cNvGrpSpPr>
          <p:nvPr/>
        </p:nvGrpSpPr>
        <p:grpSpPr bwMode="auto">
          <a:xfrm>
            <a:off x="2857500" y="3886200"/>
            <a:ext cx="1428750" cy="171450"/>
            <a:chOff x="1440" y="2064"/>
            <a:chExt cx="1200" cy="192"/>
          </a:xfrm>
        </p:grpSpPr>
        <p:grpSp>
          <p:nvGrpSpPr>
            <p:cNvPr id="45168" name="Group 106"/>
            <p:cNvGrpSpPr>
              <a:grpSpLocks/>
            </p:cNvGrpSpPr>
            <p:nvPr/>
          </p:nvGrpSpPr>
          <p:grpSpPr bwMode="auto">
            <a:xfrm>
              <a:off x="1440" y="2064"/>
              <a:ext cx="672" cy="192"/>
              <a:chOff x="2496" y="2160"/>
              <a:chExt cx="768" cy="144"/>
            </a:xfrm>
          </p:grpSpPr>
          <p:sp>
            <p:nvSpPr>
              <p:cNvPr id="45176"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5177"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78"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169" name="Group 110"/>
            <p:cNvGrpSpPr>
              <a:grpSpLocks/>
            </p:cNvGrpSpPr>
            <p:nvPr/>
          </p:nvGrpSpPr>
          <p:grpSpPr bwMode="auto">
            <a:xfrm>
              <a:off x="2112" y="2064"/>
              <a:ext cx="528" cy="192"/>
              <a:chOff x="2112" y="2064"/>
              <a:chExt cx="528" cy="192"/>
            </a:xfrm>
          </p:grpSpPr>
          <p:grpSp>
            <p:nvGrpSpPr>
              <p:cNvPr id="45170" name="Group 111"/>
              <p:cNvGrpSpPr>
                <a:grpSpLocks/>
              </p:cNvGrpSpPr>
              <p:nvPr/>
            </p:nvGrpSpPr>
            <p:grpSpPr bwMode="auto">
              <a:xfrm>
                <a:off x="2112" y="2064"/>
                <a:ext cx="528" cy="192"/>
                <a:chOff x="2208" y="2112"/>
                <a:chExt cx="528" cy="144"/>
              </a:xfrm>
            </p:grpSpPr>
            <p:sp>
              <p:nvSpPr>
                <p:cNvPr id="45174"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5175"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71" name="Group 114"/>
              <p:cNvGrpSpPr>
                <a:grpSpLocks/>
              </p:cNvGrpSpPr>
              <p:nvPr/>
            </p:nvGrpSpPr>
            <p:grpSpPr bwMode="auto">
              <a:xfrm>
                <a:off x="2448" y="2064"/>
                <a:ext cx="144" cy="144"/>
                <a:chOff x="2448" y="2064"/>
                <a:chExt cx="144" cy="144"/>
              </a:xfrm>
            </p:grpSpPr>
            <p:sp>
              <p:nvSpPr>
                <p:cNvPr id="45172"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73"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5083" name="Group 117"/>
          <p:cNvGrpSpPr>
            <a:grpSpLocks/>
          </p:cNvGrpSpPr>
          <p:nvPr/>
        </p:nvGrpSpPr>
        <p:grpSpPr bwMode="auto">
          <a:xfrm>
            <a:off x="2857500" y="4126707"/>
            <a:ext cx="800100" cy="159544"/>
            <a:chOff x="2496" y="2160"/>
            <a:chExt cx="768" cy="144"/>
          </a:xfrm>
        </p:grpSpPr>
        <p:sp>
          <p:nvSpPr>
            <p:cNvPr id="45165"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5166"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67"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084" name="Group 121"/>
          <p:cNvGrpSpPr>
            <a:grpSpLocks/>
          </p:cNvGrpSpPr>
          <p:nvPr/>
        </p:nvGrpSpPr>
        <p:grpSpPr bwMode="auto">
          <a:xfrm>
            <a:off x="3657600" y="4126707"/>
            <a:ext cx="628650" cy="159544"/>
            <a:chOff x="2112" y="2064"/>
            <a:chExt cx="528" cy="192"/>
          </a:xfrm>
        </p:grpSpPr>
        <p:grpSp>
          <p:nvGrpSpPr>
            <p:cNvPr id="45159" name="Group 122"/>
            <p:cNvGrpSpPr>
              <a:grpSpLocks/>
            </p:cNvGrpSpPr>
            <p:nvPr/>
          </p:nvGrpSpPr>
          <p:grpSpPr bwMode="auto">
            <a:xfrm>
              <a:off x="2112" y="2064"/>
              <a:ext cx="528" cy="192"/>
              <a:chOff x="2208" y="2112"/>
              <a:chExt cx="528" cy="144"/>
            </a:xfrm>
          </p:grpSpPr>
          <p:sp>
            <p:nvSpPr>
              <p:cNvPr id="45163"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5164"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60" name="Group 125"/>
            <p:cNvGrpSpPr>
              <a:grpSpLocks/>
            </p:cNvGrpSpPr>
            <p:nvPr/>
          </p:nvGrpSpPr>
          <p:grpSpPr bwMode="auto">
            <a:xfrm>
              <a:off x="2448" y="2064"/>
              <a:ext cx="144" cy="144"/>
              <a:chOff x="2448" y="2064"/>
              <a:chExt cx="144" cy="144"/>
            </a:xfrm>
          </p:grpSpPr>
          <p:sp>
            <p:nvSpPr>
              <p:cNvPr id="45161"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62"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085" name="Group 128"/>
          <p:cNvGrpSpPr>
            <a:grpSpLocks/>
          </p:cNvGrpSpPr>
          <p:nvPr/>
        </p:nvGrpSpPr>
        <p:grpSpPr bwMode="auto">
          <a:xfrm>
            <a:off x="2857500" y="3040857"/>
            <a:ext cx="2228850" cy="159544"/>
            <a:chOff x="1440" y="2256"/>
            <a:chExt cx="1872" cy="192"/>
          </a:xfrm>
        </p:grpSpPr>
        <p:grpSp>
          <p:nvGrpSpPr>
            <p:cNvPr id="45144" name="Group 129"/>
            <p:cNvGrpSpPr>
              <a:grpSpLocks/>
            </p:cNvGrpSpPr>
            <p:nvPr/>
          </p:nvGrpSpPr>
          <p:grpSpPr bwMode="auto">
            <a:xfrm>
              <a:off x="2784" y="2256"/>
              <a:ext cx="528" cy="192"/>
              <a:chOff x="2112" y="2064"/>
              <a:chExt cx="528" cy="192"/>
            </a:xfrm>
          </p:grpSpPr>
          <p:grpSp>
            <p:nvGrpSpPr>
              <p:cNvPr id="45153" name="Group 130"/>
              <p:cNvGrpSpPr>
                <a:grpSpLocks/>
              </p:cNvGrpSpPr>
              <p:nvPr/>
            </p:nvGrpSpPr>
            <p:grpSpPr bwMode="auto">
              <a:xfrm>
                <a:off x="2112" y="2064"/>
                <a:ext cx="528" cy="192"/>
                <a:chOff x="2208" y="2112"/>
                <a:chExt cx="528" cy="144"/>
              </a:xfrm>
            </p:grpSpPr>
            <p:sp>
              <p:nvSpPr>
                <p:cNvPr id="45157"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5158"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54" name="Group 133"/>
              <p:cNvGrpSpPr>
                <a:grpSpLocks/>
              </p:cNvGrpSpPr>
              <p:nvPr/>
            </p:nvGrpSpPr>
            <p:grpSpPr bwMode="auto">
              <a:xfrm>
                <a:off x="2448" y="2064"/>
                <a:ext cx="144" cy="144"/>
                <a:chOff x="2448" y="2064"/>
                <a:chExt cx="144" cy="144"/>
              </a:xfrm>
            </p:grpSpPr>
            <p:sp>
              <p:nvSpPr>
                <p:cNvPr id="45155"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56"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145" name="Group 136"/>
            <p:cNvGrpSpPr>
              <a:grpSpLocks/>
            </p:cNvGrpSpPr>
            <p:nvPr/>
          </p:nvGrpSpPr>
          <p:grpSpPr bwMode="auto">
            <a:xfrm>
              <a:off x="1440" y="2256"/>
              <a:ext cx="672" cy="192"/>
              <a:chOff x="2496" y="2160"/>
              <a:chExt cx="768" cy="144"/>
            </a:xfrm>
          </p:grpSpPr>
          <p:sp>
            <p:nvSpPr>
              <p:cNvPr id="45150"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5151"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52"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146" name="Group 140"/>
            <p:cNvGrpSpPr>
              <a:grpSpLocks/>
            </p:cNvGrpSpPr>
            <p:nvPr/>
          </p:nvGrpSpPr>
          <p:grpSpPr bwMode="auto">
            <a:xfrm>
              <a:off x="2112" y="2256"/>
              <a:ext cx="672" cy="192"/>
              <a:chOff x="2496" y="2160"/>
              <a:chExt cx="768" cy="144"/>
            </a:xfrm>
          </p:grpSpPr>
          <p:sp>
            <p:nvSpPr>
              <p:cNvPr id="45147"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5148"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49"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086" name="Group 144"/>
          <p:cNvGrpSpPr>
            <a:grpSpLocks/>
          </p:cNvGrpSpPr>
          <p:nvPr/>
        </p:nvGrpSpPr>
        <p:grpSpPr bwMode="auto">
          <a:xfrm>
            <a:off x="3657600" y="4400550"/>
            <a:ext cx="2228850" cy="171450"/>
            <a:chOff x="1440" y="2256"/>
            <a:chExt cx="1872" cy="192"/>
          </a:xfrm>
        </p:grpSpPr>
        <p:grpSp>
          <p:nvGrpSpPr>
            <p:cNvPr id="45129" name="Group 145"/>
            <p:cNvGrpSpPr>
              <a:grpSpLocks/>
            </p:cNvGrpSpPr>
            <p:nvPr/>
          </p:nvGrpSpPr>
          <p:grpSpPr bwMode="auto">
            <a:xfrm>
              <a:off x="2784" y="2256"/>
              <a:ext cx="528" cy="192"/>
              <a:chOff x="2112" y="2064"/>
              <a:chExt cx="528" cy="192"/>
            </a:xfrm>
          </p:grpSpPr>
          <p:grpSp>
            <p:nvGrpSpPr>
              <p:cNvPr id="45138" name="Group 146"/>
              <p:cNvGrpSpPr>
                <a:grpSpLocks/>
              </p:cNvGrpSpPr>
              <p:nvPr/>
            </p:nvGrpSpPr>
            <p:grpSpPr bwMode="auto">
              <a:xfrm>
                <a:off x="2112" y="2064"/>
                <a:ext cx="528" cy="192"/>
                <a:chOff x="2208" y="2112"/>
                <a:chExt cx="528" cy="144"/>
              </a:xfrm>
            </p:grpSpPr>
            <p:sp>
              <p:nvSpPr>
                <p:cNvPr id="45142"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5143"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5139" name="Group 149"/>
              <p:cNvGrpSpPr>
                <a:grpSpLocks/>
              </p:cNvGrpSpPr>
              <p:nvPr/>
            </p:nvGrpSpPr>
            <p:grpSpPr bwMode="auto">
              <a:xfrm>
                <a:off x="2448" y="2064"/>
                <a:ext cx="144" cy="144"/>
                <a:chOff x="2448" y="2064"/>
                <a:chExt cx="144" cy="144"/>
              </a:xfrm>
            </p:grpSpPr>
            <p:sp>
              <p:nvSpPr>
                <p:cNvPr id="45140"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41"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130" name="Group 152"/>
            <p:cNvGrpSpPr>
              <a:grpSpLocks/>
            </p:cNvGrpSpPr>
            <p:nvPr/>
          </p:nvGrpSpPr>
          <p:grpSpPr bwMode="auto">
            <a:xfrm>
              <a:off x="1440" y="2256"/>
              <a:ext cx="672" cy="192"/>
              <a:chOff x="2496" y="2160"/>
              <a:chExt cx="768" cy="144"/>
            </a:xfrm>
          </p:grpSpPr>
          <p:sp>
            <p:nvSpPr>
              <p:cNvPr id="45135"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5136"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37"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5131" name="Group 156"/>
            <p:cNvGrpSpPr>
              <a:grpSpLocks/>
            </p:cNvGrpSpPr>
            <p:nvPr/>
          </p:nvGrpSpPr>
          <p:grpSpPr bwMode="auto">
            <a:xfrm>
              <a:off x="2112" y="2256"/>
              <a:ext cx="672" cy="192"/>
              <a:chOff x="2496" y="2160"/>
              <a:chExt cx="768" cy="144"/>
            </a:xfrm>
          </p:grpSpPr>
          <p:sp>
            <p:nvSpPr>
              <p:cNvPr id="45132"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5133"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34"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5087" name="Group 160"/>
          <p:cNvGrpSpPr>
            <a:grpSpLocks/>
          </p:cNvGrpSpPr>
          <p:nvPr/>
        </p:nvGrpSpPr>
        <p:grpSpPr bwMode="auto">
          <a:xfrm>
            <a:off x="2857500" y="4400550"/>
            <a:ext cx="800100" cy="171450"/>
            <a:chOff x="2496" y="2160"/>
            <a:chExt cx="768" cy="144"/>
          </a:xfrm>
        </p:grpSpPr>
        <p:sp>
          <p:nvSpPr>
            <p:cNvPr id="45126"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5127"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28"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508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508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509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091"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509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9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509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095"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509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09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509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099"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510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0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5102"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5103"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5104"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05" name="Text Box 181"/>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grpSp>
        <p:nvGrpSpPr>
          <p:cNvPr id="45106" name="Group 185"/>
          <p:cNvGrpSpPr>
            <a:grpSpLocks/>
          </p:cNvGrpSpPr>
          <p:nvPr/>
        </p:nvGrpSpPr>
        <p:grpSpPr bwMode="auto">
          <a:xfrm>
            <a:off x="6053138" y="342900"/>
            <a:ext cx="1943100" cy="1943100"/>
            <a:chOff x="2784" y="96"/>
            <a:chExt cx="1632" cy="1680"/>
          </a:xfrm>
        </p:grpSpPr>
        <p:sp>
          <p:nvSpPr>
            <p:cNvPr id="45108" name="Oval 18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5109" name="Oval 18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5110" name="Oval 18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5111" name="Oval 18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5112" name="Oval 19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5113" name="Oval 19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5114" name="Oval 19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5115" name="Line 19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16" name="Line 19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17" name="Line 19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18" name="Line 19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19" name="Line 19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20" name="Line 19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21" name="Oval 19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5122" name="Line 20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23" name="Line 20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24" name="Line 20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5125" name="Line 20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3826816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195F93F8-8339-FB60-DB0A-C09C0AC5A5E3}"/>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195F93F8-8339-FB60-DB0A-C09C0AC5A5E3}"/>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6082" name="Group 21"/>
          <p:cNvGrpSpPr>
            <a:grpSpLocks/>
          </p:cNvGrpSpPr>
          <p:nvPr/>
        </p:nvGrpSpPr>
        <p:grpSpPr bwMode="auto">
          <a:xfrm>
            <a:off x="1524001" y="2520554"/>
            <a:ext cx="1079897" cy="258365"/>
            <a:chOff x="288" y="2016"/>
            <a:chExt cx="816" cy="192"/>
          </a:xfrm>
        </p:grpSpPr>
        <p:sp>
          <p:nvSpPr>
            <p:cNvPr id="46262"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6263"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608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608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6085" name="Group 26"/>
          <p:cNvGrpSpPr>
            <a:grpSpLocks/>
          </p:cNvGrpSpPr>
          <p:nvPr/>
        </p:nvGrpSpPr>
        <p:grpSpPr bwMode="auto">
          <a:xfrm>
            <a:off x="1524001" y="3036094"/>
            <a:ext cx="1079897" cy="258366"/>
            <a:chOff x="288" y="2016"/>
            <a:chExt cx="816" cy="192"/>
          </a:xfrm>
        </p:grpSpPr>
        <p:sp>
          <p:nvSpPr>
            <p:cNvPr id="46260"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6261"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086" name="Group 29"/>
          <p:cNvGrpSpPr>
            <a:grpSpLocks/>
          </p:cNvGrpSpPr>
          <p:nvPr/>
        </p:nvGrpSpPr>
        <p:grpSpPr bwMode="auto">
          <a:xfrm>
            <a:off x="1524001" y="3294460"/>
            <a:ext cx="1079897" cy="258365"/>
            <a:chOff x="288" y="2016"/>
            <a:chExt cx="816" cy="192"/>
          </a:xfrm>
        </p:grpSpPr>
        <p:sp>
          <p:nvSpPr>
            <p:cNvPr id="46258"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6259"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087" name="Group 32"/>
          <p:cNvGrpSpPr>
            <a:grpSpLocks/>
          </p:cNvGrpSpPr>
          <p:nvPr/>
        </p:nvGrpSpPr>
        <p:grpSpPr bwMode="auto">
          <a:xfrm>
            <a:off x="1524001" y="3552825"/>
            <a:ext cx="1079897" cy="257175"/>
            <a:chOff x="288" y="2016"/>
            <a:chExt cx="816" cy="192"/>
          </a:xfrm>
        </p:grpSpPr>
        <p:sp>
          <p:nvSpPr>
            <p:cNvPr id="46256"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6257"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088" name="Group 35"/>
          <p:cNvGrpSpPr>
            <a:grpSpLocks/>
          </p:cNvGrpSpPr>
          <p:nvPr/>
        </p:nvGrpSpPr>
        <p:grpSpPr bwMode="auto">
          <a:xfrm>
            <a:off x="1524001" y="3810000"/>
            <a:ext cx="1079897" cy="258366"/>
            <a:chOff x="288" y="2016"/>
            <a:chExt cx="816" cy="192"/>
          </a:xfrm>
        </p:grpSpPr>
        <p:sp>
          <p:nvSpPr>
            <p:cNvPr id="46254"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6255"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089" name="Group 38"/>
          <p:cNvGrpSpPr>
            <a:grpSpLocks/>
          </p:cNvGrpSpPr>
          <p:nvPr/>
        </p:nvGrpSpPr>
        <p:grpSpPr bwMode="auto">
          <a:xfrm>
            <a:off x="1524001" y="4325542"/>
            <a:ext cx="1079897" cy="258365"/>
            <a:chOff x="288" y="2016"/>
            <a:chExt cx="816" cy="192"/>
          </a:xfrm>
        </p:grpSpPr>
        <p:sp>
          <p:nvSpPr>
            <p:cNvPr id="46252"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6253"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090" name="Group 41"/>
          <p:cNvGrpSpPr>
            <a:grpSpLocks/>
          </p:cNvGrpSpPr>
          <p:nvPr/>
        </p:nvGrpSpPr>
        <p:grpSpPr bwMode="auto">
          <a:xfrm>
            <a:off x="1524001" y="4068366"/>
            <a:ext cx="1079897" cy="257175"/>
            <a:chOff x="288" y="2016"/>
            <a:chExt cx="816" cy="192"/>
          </a:xfrm>
        </p:grpSpPr>
        <p:sp>
          <p:nvSpPr>
            <p:cNvPr id="46250"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6251"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609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609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09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0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6101" name="Group 54"/>
          <p:cNvGrpSpPr>
            <a:grpSpLocks/>
          </p:cNvGrpSpPr>
          <p:nvPr/>
        </p:nvGrpSpPr>
        <p:grpSpPr bwMode="auto">
          <a:xfrm>
            <a:off x="2857500" y="3612357"/>
            <a:ext cx="1428750" cy="159544"/>
            <a:chOff x="1440" y="2064"/>
            <a:chExt cx="1200" cy="192"/>
          </a:xfrm>
        </p:grpSpPr>
        <p:grpSp>
          <p:nvGrpSpPr>
            <p:cNvPr id="46239" name="Group 55"/>
            <p:cNvGrpSpPr>
              <a:grpSpLocks/>
            </p:cNvGrpSpPr>
            <p:nvPr/>
          </p:nvGrpSpPr>
          <p:grpSpPr bwMode="auto">
            <a:xfrm>
              <a:off x="1440" y="2064"/>
              <a:ext cx="672" cy="192"/>
              <a:chOff x="2496" y="2160"/>
              <a:chExt cx="768" cy="144"/>
            </a:xfrm>
          </p:grpSpPr>
          <p:sp>
            <p:nvSpPr>
              <p:cNvPr id="46247"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6248"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49"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240" name="Group 59"/>
            <p:cNvGrpSpPr>
              <a:grpSpLocks/>
            </p:cNvGrpSpPr>
            <p:nvPr/>
          </p:nvGrpSpPr>
          <p:grpSpPr bwMode="auto">
            <a:xfrm>
              <a:off x="2112" y="2064"/>
              <a:ext cx="528" cy="192"/>
              <a:chOff x="2112" y="2064"/>
              <a:chExt cx="528" cy="192"/>
            </a:xfrm>
          </p:grpSpPr>
          <p:grpSp>
            <p:nvGrpSpPr>
              <p:cNvPr id="46241" name="Group 60"/>
              <p:cNvGrpSpPr>
                <a:grpSpLocks/>
              </p:cNvGrpSpPr>
              <p:nvPr/>
            </p:nvGrpSpPr>
            <p:grpSpPr bwMode="auto">
              <a:xfrm>
                <a:off x="2112" y="2064"/>
                <a:ext cx="528" cy="192"/>
                <a:chOff x="2208" y="2112"/>
                <a:chExt cx="528" cy="144"/>
              </a:xfrm>
            </p:grpSpPr>
            <p:sp>
              <p:nvSpPr>
                <p:cNvPr id="46245"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6246"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242" name="Group 63"/>
              <p:cNvGrpSpPr>
                <a:grpSpLocks/>
              </p:cNvGrpSpPr>
              <p:nvPr/>
            </p:nvGrpSpPr>
            <p:grpSpPr bwMode="auto">
              <a:xfrm>
                <a:off x="2448" y="2064"/>
                <a:ext cx="144" cy="144"/>
                <a:chOff x="2448" y="2064"/>
                <a:chExt cx="144" cy="144"/>
              </a:xfrm>
            </p:grpSpPr>
            <p:sp>
              <p:nvSpPr>
                <p:cNvPr id="46243"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244"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6102" name="Group 66"/>
          <p:cNvGrpSpPr>
            <a:grpSpLocks/>
          </p:cNvGrpSpPr>
          <p:nvPr/>
        </p:nvGrpSpPr>
        <p:grpSpPr bwMode="auto">
          <a:xfrm>
            <a:off x="2857500" y="2800350"/>
            <a:ext cx="2228850" cy="171450"/>
            <a:chOff x="1440" y="2256"/>
            <a:chExt cx="1872" cy="192"/>
          </a:xfrm>
        </p:grpSpPr>
        <p:grpSp>
          <p:nvGrpSpPr>
            <p:cNvPr id="46224" name="Group 67"/>
            <p:cNvGrpSpPr>
              <a:grpSpLocks/>
            </p:cNvGrpSpPr>
            <p:nvPr/>
          </p:nvGrpSpPr>
          <p:grpSpPr bwMode="auto">
            <a:xfrm>
              <a:off x="2784" y="2256"/>
              <a:ext cx="528" cy="192"/>
              <a:chOff x="2112" y="2064"/>
              <a:chExt cx="528" cy="192"/>
            </a:xfrm>
          </p:grpSpPr>
          <p:grpSp>
            <p:nvGrpSpPr>
              <p:cNvPr id="46233" name="Group 68"/>
              <p:cNvGrpSpPr>
                <a:grpSpLocks/>
              </p:cNvGrpSpPr>
              <p:nvPr/>
            </p:nvGrpSpPr>
            <p:grpSpPr bwMode="auto">
              <a:xfrm>
                <a:off x="2112" y="2064"/>
                <a:ext cx="528" cy="192"/>
                <a:chOff x="2208" y="2112"/>
                <a:chExt cx="528" cy="144"/>
              </a:xfrm>
            </p:grpSpPr>
            <p:sp>
              <p:nvSpPr>
                <p:cNvPr id="46237"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6238"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234" name="Group 71"/>
              <p:cNvGrpSpPr>
                <a:grpSpLocks/>
              </p:cNvGrpSpPr>
              <p:nvPr/>
            </p:nvGrpSpPr>
            <p:grpSpPr bwMode="auto">
              <a:xfrm>
                <a:off x="2448" y="2064"/>
                <a:ext cx="144" cy="144"/>
                <a:chOff x="2448" y="2064"/>
                <a:chExt cx="144" cy="144"/>
              </a:xfrm>
            </p:grpSpPr>
            <p:sp>
              <p:nvSpPr>
                <p:cNvPr id="46235"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236"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225" name="Group 74"/>
            <p:cNvGrpSpPr>
              <a:grpSpLocks/>
            </p:cNvGrpSpPr>
            <p:nvPr/>
          </p:nvGrpSpPr>
          <p:grpSpPr bwMode="auto">
            <a:xfrm>
              <a:off x="1440" y="2256"/>
              <a:ext cx="672" cy="192"/>
              <a:chOff x="2496" y="2160"/>
              <a:chExt cx="768" cy="144"/>
            </a:xfrm>
          </p:grpSpPr>
          <p:sp>
            <p:nvSpPr>
              <p:cNvPr id="46230"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6231"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32"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226" name="Group 78"/>
            <p:cNvGrpSpPr>
              <a:grpSpLocks/>
            </p:cNvGrpSpPr>
            <p:nvPr/>
          </p:nvGrpSpPr>
          <p:grpSpPr bwMode="auto">
            <a:xfrm>
              <a:off x="2112" y="2256"/>
              <a:ext cx="672" cy="192"/>
              <a:chOff x="2496" y="2160"/>
              <a:chExt cx="768" cy="144"/>
            </a:xfrm>
          </p:grpSpPr>
          <p:sp>
            <p:nvSpPr>
              <p:cNvPr id="46227"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6228"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29"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03" name="Group 82"/>
          <p:cNvGrpSpPr>
            <a:grpSpLocks/>
          </p:cNvGrpSpPr>
          <p:nvPr/>
        </p:nvGrpSpPr>
        <p:grpSpPr bwMode="auto">
          <a:xfrm>
            <a:off x="2857500" y="3326607"/>
            <a:ext cx="800100" cy="159544"/>
            <a:chOff x="2496" y="2160"/>
            <a:chExt cx="768" cy="144"/>
          </a:xfrm>
        </p:grpSpPr>
        <p:sp>
          <p:nvSpPr>
            <p:cNvPr id="46221"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6222"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23"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104" name="Group 86"/>
          <p:cNvGrpSpPr>
            <a:grpSpLocks/>
          </p:cNvGrpSpPr>
          <p:nvPr/>
        </p:nvGrpSpPr>
        <p:grpSpPr bwMode="auto">
          <a:xfrm>
            <a:off x="3657600" y="3326607"/>
            <a:ext cx="628650" cy="159544"/>
            <a:chOff x="2112" y="2064"/>
            <a:chExt cx="528" cy="192"/>
          </a:xfrm>
        </p:grpSpPr>
        <p:grpSp>
          <p:nvGrpSpPr>
            <p:cNvPr id="46215" name="Group 87"/>
            <p:cNvGrpSpPr>
              <a:grpSpLocks/>
            </p:cNvGrpSpPr>
            <p:nvPr/>
          </p:nvGrpSpPr>
          <p:grpSpPr bwMode="auto">
            <a:xfrm>
              <a:off x="2112" y="2064"/>
              <a:ext cx="528" cy="192"/>
              <a:chOff x="2208" y="2112"/>
              <a:chExt cx="528" cy="144"/>
            </a:xfrm>
          </p:grpSpPr>
          <p:sp>
            <p:nvSpPr>
              <p:cNvPr id="46219"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6220"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216" name="Group 90"/>
            <p:cNvGrpSpPr>
              <a:grpSpLocks/>
            </p:cNvGrpSpPr>
            <p:nvPr/>
          </p:nvGrpSpPr>
          <p:grpSpPr bwMode="auto">
            <a:xfrm>
              <a:off x="2448" y="2064"/>
              <a:ext cx="144" cy="144"/>
              <a:chOff x="2448" y="2064"/>
              <a:chExt cx="144" cy="144"/>
            </a:xfrm>
          </p:grpSpPr>
          <p:sp>
            <p:nvSpPr>
              <p:cNvPr id="46217"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218"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05" name="Group 93"/>
          <p:cNvGrpSpPr>
            <a:grpSpLocks/>
          </p:cNvGrpSpPr>
          <p:nvPr/>
        </p:nvGrpSpPr>
        <p:grpSpPr bwMode="auto">
          <a:xfrm>
            <a:off x="2857500" y="2571750"/>
            <a:ext cx="1428750" cy="171450"/>
            <a:chOff x="1440" y="2064"/>
            <a:chExt cx="1200" cy="192"/>
          </a:xfrm>
        </p:grpSpPr>
        <p:grpSp>
          <p:nvGrpSpPr>
            <p:cNvPr id="46204" name="Group 94"/>
            <p:cNvGrpSpPr>
              <a:grpSpLocks/>
            </p:cNvGrpSpPr>
            <p:nvPr/>
          </p:nvGrpSpPr>
          <p:grpSpPr bwMode="auto">
            <a:xfrm>
              <a:off x="1440" y="2064"/>
              <a:ext cx="672" cy="192"/>
              <a:chOff x="2496" y="2160"/>
              <a:chExt cx="768" cy="144"/>
            </a:xfrm>
          </p:grpSpPr>
          <p:sp>
            <p:nvSpPr>
              <p:cNvPr id="46212"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6213"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14"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205" name="Group 98"/>
            <p:cNvGrpSpPr>
              <a:grpSpLocks/>
            </p:cNvGrpSpPr>
            <p:nvPr/>
          </p:nvGrpSpPr>
          <p:grpSpPr bwMode="auto">
            <a:xfrm>
              <a:off x="2112" y="2064"/>
              <a:ext cx="528" cy="192"/>
              <a:chOff x="2112" y="2064"/>
              <a:chExt cx="528" cy="192"/>
            </a:xfrm>
          </p:grpSpPr>
          <p:grpSp>
            <p:nvGrpSpPr>
              <p:cNvPr id="46206" name="Group 99"/>
              <p:cNvGrpSpPr>
                <a:grpSpLocks/>
              </p:cNvGrpSpPr>
              <p:nvPr/>
            </p:nvGrpSpPr>
            <p:grpSpPr bwMode="auto">
              <a:xfrm>
                <a:off x="2112" y="2064"/>
                <a:ext cx="528" cy="192"/>
                <a:chOff x="2208" y="2112"/>
                <a:chExt cx="528" cy="144"/>
              </a:xfrm>
            </p:grpSpPr>
            <p:sp>
              <p:nvSpPr>
                <p:cNvPr id="46210"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6211"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207" name="Group 102"/>
              <p:cNvGrpSpPr>
                <a:grpSpLocks/>
              </p:cNvGrpSpPr>
              <p:nvPr/>
            </p:nvGrpSpPr>
            <p:grpSpPr bwMode="auto">
              <a:xfrm>
                <a:off x="2448" y="2064"/>
                <a:ext cx="144" cy="144"/>
                <a:chOff x="2448" y="2064"/>
                <a:chExt cx="144" cy="144"/>
              </a:xfrm>
            </p:grpSpPr>
            <p:sp>
              <p:nvSpPr>
                <p:cNvPr id="46208"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209"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6106" name="Group 105"/>
          <p:cNvGrpSpPr>
            <a:grpSpLocks/>
          </p:cNvGrpSpPr>
          <p:nvPr/>
        </p:nvGrpSpPr>
        <p:grpSpPr bwMode="auto">
          <a:xfrm>
            <a:off x="2857500" y="3886200"/>
            <a:ext cx="1428750" cy="171450"/>
            <a:chOff x="1440" y="2064"/>
            <a:chExt cx="1200" cy="192"/>
          </a:xfrm>
        </p:grpSpPr>
        <p:grpSp>
          <p:nvGrpSpPr>
            <p:cNvPr id="46193" name="Group 106"/>
            <p:cNvGrpSpPr>
              <a:grpSpLocks/>
            </p:cNvGrpSpPr>
            <p:nvPr/>
          </p:nvGrpSpPr>
          <p:grpSpPr bwMode="auto">
            <a:xfrm>
              <a:off x="1440" y="2064"/>
              <a:ext cx="672" cy="192"/>
              <a:chOff x="2496" y="2160"/>
              <a:chExt cx="768" cy="144"/>
            </a:xfrm>
          </p:grpSpPr>
          <p:sp>
            <p:nvSpPr>
              <p:cNvPr id="46201"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6202"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203"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194" name="Group 110"/>
            <p:cNvGrpSpPr>
              <a:grpSpLocks/>
            </p:cNvGrpSpPr>
            <p:nvPr/>
          </p:nvGrpSpPr>
          <p:grpSpPr bwMode="auto">
            <a:xfrm>
              <a:off x="2112" y="2064"/>
              <a:ext cx="528" cy="192"/>
              <a:chOff x="2112" y="2064"/>
              <a:chExt cx="528" cy="192"/>
            </a:xfrm>
          </p:grpSpPr>
          <p:grpSp>
            <p:nvGrpSpPr>
              <p:cNvPr id="46195" name="Group 111"/>
              <p:cNvGrpSpPr>
                <a:grpSpLocks/>
              </p:cNvGrpSpPr>
              <p:nvPr/>
            </p:nvGrpSpPr>
            <p:grpSpPr bwMode="auto">
              <a:xfrm>
                <a:off x="2112" y="2064"/>
                <a:ext cx="528" cy="192"/>
                <a:chOff x="2208" y="2112"/>
                <a:chExt cx="528" cy="144"/>
              </a:xfrm>
            </p:grpSpPr>
            <p:sp>
              <p:nvSpPr>
                <p:cNvPr id="46199"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6200"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196" name="Group 114"/>
              <p:cNvGrpSpPr>
                <a:grpSpLocks/>
              </p:cNvGrpSpPr>
              <p:nvPr/>
            </p:nvGrpSpPr>
            <p:grpSpPr bwMode="auto">
              <a:xfrm>
                <a:off x="2448" y="2064"/>
                <a:ext cx="144" cy="144"/>
                <a:chOff x="2448" y="2064"/>
                <a:chExt cx="144" cy="144"/>
              </a:xfrm>
            </p:grpSpPr>
            <p:sp>
              <p:nvSpPr>
                <p:cNvPr id="46197"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98"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6107" name="Group 117"/>
          <p:cNvGrpSpPr>
            <a:grpSpLocks/>
          </p:cNvGrpSpPr>
          <p:nvPr/>
        </p:nvGrpSpPr>
        <p:grpSpPr bwMode="auto">
          <a:xfrm>
            <a:off x="2857500" y="4126707"/>
            <a:ext cx="800100" cy="159544"/>
            <a:chOff x="2496" y="2160"/>
            <a:chExt cx="768" cy="144"/>
          </a:xfrm>
        </p:grpSpPr>
        <p:sp>
          <p:nvSpPr>
            <p:cNvPr id="46190"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6191"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92"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108" name="Group 121"/>
          <p:cNvGrpSpPr>
            <a:grpSpLocks/>
          </p:cNvGrpSpPr>
          <p:nvPr/>
        </p:nvGrpSpPr>
        <p:grpSpPr bwMode="auto">
          <a:xfrm>
            <a:off x="3657600" y="4126707"/>
            <a:ext cx="628650" cy="159544"/>
            <a:chOff x="2112" y="2064"/>
            <a:chExt cx="528" cy="192"/>
          </a:xfrm>
        </p:grpSpPr>
        <p:grpSp>
          <p:nvGrpSpPr>
            <p:cNvPr id="46184" name="Group 122"/>
            <p:cNvGrpSpPr>
              <a:grpSpLocks/>
            </p:cNvGrpSpPr>
            <p:nvPr/>
          </p:nvGrpSpPr>
          <p:grpSpPr bwMode="auto">
            <a:xfrm>
              <a:off x="2112" y="2064"/>
              <a:ext cx="528" cy="192"/>
              <a:chOff x="2208" y="2112"/>
              <a:chExt cx="528" cy="144"/>
            </a:xfrm>
          </p:grpSpPr>
          <p:sp>
            <p:nvSpPr>
              <p:cNvPr id="46188"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6189"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185" name="Group 125"/>
            <p:cNvGrpSpPr>
              <a:grpSpLocks/>
            </p:cNvGrpSpPr>
            <p:nvPr/>
          </p:nvGrpSpPr>
          <p:grpSpPr bwMode="auto">
            <a:xfrm>
              <a:off x="2448" y="2064"/>
              <a:ext cx="144" cy="144"/>
              <a:chOff x="2448" y="2064"/>
              <a:chExt cx="144" cy="144"/>
            </a:xfrm>
          </p:grpSpPr>
          <p:sp>
            <p:nvSpPr>
              <p:cNvPr id="46186"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87"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09" name="Group 128"/>
          <p:cNvGrpSpPr>
            <a:grpSpLocks/>
          </p:cNvGrpSpPr>
          <p:nvPr/>
        </p:nvGrpSpPr>
        <p:grpSpPr bwMode="auto">
          <a:xfrm>
            <a:off x="2857500" y="3040857"/>
            <a:ext cx="2228850" cy="159544"/>
            <a:chOff x="1440" y="2256"/>
            <a:chExt cx="1872" cy="192"/>
          </a:xfrm>
        </p:grpSpPr>
        <p:grpSp>
          <p:nvGrpSpPr>
            <p:cNvPr id="46169" name="Group 129"/>
            <p:cNvGrpSpPr>
              <a:grpSpLocks/>
            </p:cNvGrpSpPr>
            <p:nvPr/>
          </p:nvGrpSpPr>
          <p:grpSpPr bwMode="auto">
            <a:xfrm>
              <a:off x="2784" y="2256"/>
              <a:ext cx="528" cy="192"/>
              <a:chOff x="2112" y="2064"/>
              <a:chExt cx="528" cy="192"/>
            </a:xfrm>
          </p:grpSpPr>
          <p:grpSp>
            <p:nvGrpSpPr>
              <p:cNvPr id="46178" name="Group 130"/>
              <p:cNvGrpSpPr>
                <a:grpSpLocks/>
              </p:cNvGrpSpPr>
              <p:nvPr/>
            </p:nvGrpSpPr>
            <p:grpSpPr bwMode="auto">
              <a:xfrm>
                <a:off x="2112" y="2064"/>
                <a:ext cx="528" cy="192"/>
                <a:chOff x="2208" y="2112"/>
                <a:chExt cx="528" cy="144"/>
              </a:xfrm>
            </p:grpSpPr>
            <p:sp>
              <p:nvSpPr>
                <p:cNvPr id="46182"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6183"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179" name="Group 133"/>
              <p:cNvGrpSpPr>
                <a:grpSpLocks/>
              </p:cNvGrpSpPr>
              <p:nvPr/>
            </p:nvGrpSpPr>
            <p:grpSpPr bwMode="auto">
              <a:xfrm>
                <a:off x="2448" y="2064"/>
                <a:ext cx="144" cy="144"/>
                <a:chOff x="2448" y="2064"/>
                <a:chExt cx="144" cy="144"/>
              </a:xfrm>
            </p:grpSpPr>
            <p:sp>
              <p:nvSpPr>
                <p:cNvPr id="46180"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81"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70" name="Group 136"/>
            <p:cNvGrpSpPr>
              <a:grpSpLocks/>
            </p:cNvGrpSpPr>
            <p:nvPr/>
          </p:nvGrpSpPr>
          <p:grpSpPr bwMode="auto">
            <a:xfrm>
              <a:off x="1440" y="2256"/>
              <a:ext cx="672" cy="192"/>
              <a:chOff x="2496" y="2160"/>
              <a:chExt cx="768" cy="144"/>
            </a:xfrm>
          </p:grpSpPr>
          <p:sp>
            <p:nvSpPr>
              <p:cNvPr id="46175"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6176"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77"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171" name="Group 140"/>
            <p:cNvGrpSpPr>
              <a:grpSpLocks/>
            </p:cNvGrpSpPr>
            <p:nvPr/>
          </p:nvGrpSpPr>
          <p:grpSpPr bwMode="auto">
            <a:xfrm>
              <a:off x="2112" y="2256"/>
              <a:ext cx="672" cy="192"/>
              <a:chOff x="2496" y="2160"/>
              <a:chExt cx="768" cy="144"/>
            </a:xfrm>
          </p:grpSpPr>
          <p:sp>
            <p:nvSpPr>
              <p:cNvPr id="46172"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6173"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74"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10" name="Group 144"/>
          <p:cNvGrpSpPr>
            <a:grpSpLocks/>
          </p:cNvGrpSpPr>
          <p:nvPr/>
        </p:nvGrpSpPr>
        <p:grpSpPr bwMode="auto">
          <a:xfrm>
            <a:off x="3657600" y="4400550"/>
            <a:ext cx="2228850" cy="171450"/>
            <a:chOff x="1440" y="2256"/>
            <a:chExt cx="1872" cy="192"/>
          </a:xfrm>
        </p:grpSpPr>
        <p:grpSp>
          <p:nvGrpSpPr>
            <p:cNvPr id="46154" name="Group 145"/>
            <p:cNvGrpSpPr>
              <a:grpSpLocks/>
            </p:cNvGrpSpPr>
            <p:nvPr/>
          </p:nvGrpSpPr>
          <p:grpSpPr bwMode="auto">
            <a:xfrm>
              <a:off x="2784" y="2256"/>
              <a:ext cx="528" cy="192"/>
              <a:chOff x="2112" y="2064"/>
              <a:chExt cx="528" cy="192"/>
            </a:xfrm>
          </p:grpSpPr>
          <p:grpSp>
            <p:nvGrpSpPr>
              <p:cNvPr id="46163" name="Group 146"/>
              <p:cNvGrpSpPr>
                <a:grpSpLocks/>
              </p:cNvGrpSpPr>
              <p:nvPr/>
            </p:nvGrpSpPr>
            <p:grpSpPr bwMode="auto">
              <a:xfrm>
                <a:off x="2112" y="2064"/>
                <a:ext cx="528" cy="192"/>
                <a:chOff x="2208" y="2112"/>
                <a:chExt cx="528" cy="144"/>
              </a:xfrm>
            </p:grpSpPr>
            <p:sp>
              <p:nvSpPr>
                <p:cNvPr id="46167"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6168"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6164" name="Group 149"/>
              <p:cNvGrpSpPr>
                <a:grpSpLocks/>
              </p:cNvGrpSpPr>
              <p:nvPr/>
            </p:nvGrpSpPr>
            <p:grpSpPr bwMode="auto">
              <a:xfrm>
                <a:off x="2448" y="2064"/>
                <a:ext cx="144" cy="144"/>
                <a:chOff x="2448" y="2064"/>
                <a:chExt cx="144" cy="144"/>
              </a:xfrm>
            </p:grpSpPr>
            <p:sp>
              <p:nvSpPr>
                <p:cNvPr id="46165"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66"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55" name="Group 152"/>
            <p:cNvGrpSpPr>
              <a:grpSpLocks/>
            </p:cNvGrpSpPr>
            <p:nvPr/>
          </p:nvGrpSpPr>
          <p:grpSpPr bwMode="auto">
            <a:xfrm>
              <a:off x="1440" y="2256"/>
              <a:ext cx="672" cy="192"/>
              <a:chOff x="2496" y="2160"/>
              <a:chExt cx="768" cy="144"/>
            </a:xfrm>
          </p:grpSpPr>
          <p:sp>
            <p:nvSpPr>
              <p:cNvPr id="46160"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6161"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62"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6156" name="Group 156"/>
            <p:cNvGrpSpPr>
              <a:grpSpLocks/>
            </p:cNvGrpSpPr>
            <p:nvPr/>
          </p:nvGrpSpPr>
          <p:grpSpPr bwMode="auto">
            <a:xfrm>
              <a:off x="2112" y="2256"/>
              <a:ext cx="672" cy="192"/>
              <a:chOff x="2496" y="2160"/>
              <a:chExt cx="768" cy="144"/>
            </a:xfrm>
          </p:grpSpPr>
          <p:sp>
            <p:nvSpPr>
              <p:cNvPr id="46157"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6158"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59"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6111" name="Group 160"/>
          <p:cNvGrpSpPr>
            <a:grpSpLocks/>
          </p:cNvGrpSpPr>
          <p:nvPr/>
        </p:nvGrpSpPr>
        <p:grpSpPr bwMode="auto">
          <a:xfrm>
            <a:off x="2857500" y="4400550"/>
            <a:ext cx="800100" cy="171450"/>
            <a:chOff x="2496" y="2160"/>
            <a:chExt cx="768" cy="144"/>
          </a:xfrm>
        </p:grpSpPr>
        <p:sp>
          <p:nvSpPr>
            <p:cNvPr id="46151"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6152"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53"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611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611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611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1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611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1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611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19"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612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2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612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23" name="Rectangle 175"/>
          <p:cNvSpPr>
            <a:spLocks noChangeArrowheads="1"/>
          </p:cNvSpPr>
          <p:nvPr/>
        </p:nvSpPr>
        <p:spPr bwMode="auto">
          <a:xfrm>
            <a:off x="6144646" y="3745468"/>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612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2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6126"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6127"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6128"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29" name="Text Box 181"/>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46130" name="AutoShape 182"/>
          <p:cNvSpPr>
            <a:spLocks noChangeArrowheads="1"/>
          </p:cNvSpPr>
          <p:nvPr/>
        </p:nvSpPr>
        <p:spPr bwMode="auto">
          <a:xfrm>
            <a:off x="2971800" y="30861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6131" name="Group 186"/>
          <p:cNvGrpSpPr>
            <a:grpSpLocks/>
          </p:cNvGrpSpPr>
          <p:nvPr/>
        </p:nvGrpSpPr>
        <p:grpSpPr bwMode="auto">
          <a:xfrm>
            <a:off x="6053138" y="342900"/>
            <a:ext cx="1943100" cy="1943100"/>
            <a:chOff x="2784" y="96"/>
            <a:chExt cx="1632" cy="1680"/>
          </a:xfrm>
        </p:grpSpPr>
        <p:sp>
          <p:nvSpPr>
            <p:cNvPr id="46133"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6134"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6135"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6136"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6137"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6138"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6139"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6140"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1"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2"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3"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4"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5"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6"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6147"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8"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49"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6150"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5705933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5B9B710D-9488-0AB3-A680-74E1EACEA87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5B9B710D-9488-0AB3-A680-74E1EACEA87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7106" name="Group 21"/>
          <p:cNvGrpSpPr>
            <a:grpSpLocks/>
          </p:cNvGrpSpPr>
          <p:nvPr/>
        </p:nvGrpSpPr>
        <p:grpSpPr bwMode="auto">
          <a:xfrm>
            <a:off x="1524001" y="2520554"/>
            <a:ext cx="1079897" cy="258365"/>
            <a:chOff x="288" y="2016"/>
            <a:chExt cx="816" cy="192"/>
          </a:xfrm>
        </p:grpSpPr>
        <p:sp>
          <p:nvSpPr>
            <p:cNvPr id="47286"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7287"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710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710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7109" name="Group 26"/>
          <p:cNvGrpSpPr>
            <a:grpSpLocks/>
          </p:cNvGrpSpPr>
          <p:nvPr/>
        </p:nvGrpSpPr>
        <p:grpSpPr bwMode="auto">
          <a:xfrm>
            <a:off x="1524001" y="3036094"/>
            <a:ext cx="1079897" cy="258366"/>
            <a:chOff x="288" y="2016"/>
            <a:chExt cx="816" cy="192"/>
          </a:xfrm>
        </p:grpSpPr>
        <p:sp>
          <p:nvSpPr>
            <p:cNvPr id="47284"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7285"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10" name="Group 29"/>
          <p:cNvGrpSpPr>
            <a:grpSpLocks/>
          </p:cNvGrpSpPr>
          <p:nvPr/>
        </p:nvGrpSpPr>
        <p:grpSpPr bwMode="auto">
          <a:xfrm>
            <a:off x="1524001" y="3294460"/>
            <a:ext cx="1079897" cy="258365"/>
            <a:chOff x="288" y="2016"/>
            <a:chExt cx="816" cy="192"/>
          </a:xfrm>
        </p:grpSpPr>
        <p:sp>
          <p:nvSpPr>
            <p:cNvPr id="47282"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7283"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11" name="Group 32"/>
          <p:cNvGrpSpPr>
            <a:grpSpLocks/>
          </p:cNvGrpSpPr>
          <p:nvPr/>
        </p:nvGrpSpPr>
        <p:grpSpPr bwMode="auto">
          <a:xfrm>
            <a:off x="1524001" y="3552825"/>
            <a:ext cx="1079897" cy="257175"/>
            <a:chOff x="288" y="2016"/>
            <a:chExt cx="816" cy="192"/>
          </a:xfrm>
        </p:grpSpPr>
        <p:sp>
          <p:nvSpPr>
            <p:cNvPr id="47280"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7281"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12" name="Group 35"/>
          <p:cNvGrpSpPr>
            <a:grpSpLocks/>
          </p:cNvGrpSpPr>
          <p:nvPr/>
        </p:nvGrpSpPr>
        <p:grpSpPr bwMode="auto">
          <a:xfrm>
            <a:off x="1524001" y="3810000"/>
            <a:ext cx="1079897" cy="258366"/>
            <a:chOff x="288" y="2016"/>
            <a:chExt cx="816" cy="192"/>
          </a:xfrm>
        </p:grpSpPr>
        <p:sp>
          <p:nvSpPr>
            <p:cNvPr id="47278"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7279"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13" name="Group 38"/>
          <p:cNvGrpSpPr>
            <a:grpSpLocks/>
          </p:cNvGrpSpPr>
          <p:nvPr/>
        </p:nvGrpSpPr>
        <p:grpSpPr bwMode="auto">
          <a:xfrm>
            <a:off x="1524001" y="4325542"/>
            <a:ext cx="1079897" cy="258365"/>
            <a:chOff x="288" y="2016"/>
            <a:chExt cx="816" cy="192"/>
          </a:xfrm>
        </p:grpSpPr>
        <p:sp>
          <p:nvSpPr>
            <p:cNvPr id="47276"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7277"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14" name="Group 41"/>
          <p:cNvGrpSpPr>
            <a:grpSpLocks/>
          </p:cNvGrpSpPr>
          <p:nvPr/>
        </p:nvGrpSpPr>
        <p:grpSpPr bwMode="auto">
          <a:xfrm>
            <a:off x="1524001" y="4068366"/>
            <a:ext cx="1079897" cy="257175"/>
            <a:chOff x="288" y="2016"/>
            <a:chExt cx="816" cy="192"/>
          </a:xfrm>
        </p:grpSpPr>
        <p:sp>
          <p:nvSpPr>
            <p:cNvPr id="47274"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7275"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711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711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1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1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2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2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2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2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2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7125" name="Group 54"/>
          <p:cNvGrpSpPr>
            <a:grpSpLocks/>
          </p:cNvGrpSpPr>
          <p:nvPr/>
        </p:nvGrpSpPr>
        <p:grpSpPr bwMode="auto">
          <a:xfrm>
            <a:off x="2857500" y="3612357"/>
            <a:ext cx="1428750" cy="159544"/>
            <a:chOff x="1440" y="2064"/>
            <a:chExt cx="1200" cy="192"/>
          </a:xfrm>
        </p:grpSpPr>
        <p:grpSp>
          <p:nvGrpSpPr>
            <p:cNvPr id="47263" name="Group 55"/>
            <p:cNvGrpSpPr>
              <a:grpSpLocks/>
            </p:cNvGrpSpPr>
            <p:nvPr/>
          </p:nvGrpSpPr>
          <p:grpSpPr bwMode="auto">
            <a:xfrm>
              <a:off x="1440" y="2064"/>
              <a:ext cx="672" cy="192"/>
              <a:chOff x="2496" y="2160"/>
              <a:chExt cx="768" cy="144"/>
            </a:xfrm>
          </p:grpSpPr>
          <p:sp>
            <p:nvSpPr>
              <p:cNvPr id="47271"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7272"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73"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264" name="Group 59"/>
            <p:cNvGrpSpPr>
              <a:grpSpLocks/>
            </p:cNvGrpSpPr>
            <p:nvPr/>
          </p:nvGrpSpPr>
          <p:grpSpPr bwMode="auto">
            <a:xfrm>
              <a:off x="2112" y="2064"/>
              <a:ext cx="528" cy="192"/>
              <a:chOff x="2112" y="2064"/>
              <a:chExt cx="528" cy="192"/>
            </a:xfrm>
          </p:grpSpPr>
          <p:grpSp>
            <p:nvGrpSpPr>
              <p:cNvPr id="47265" name="Group 60"/>
              <p:cNvGrpSpPr>
                <a:grpSpLocks/>
              </p:cNvGrpSpPr>
              <p:nvPr/>
            </p:nvGrpSpPr>
            <p:grpSpPr bwMode="auto">
              <a:xfrm>
                <a:off x="2112" y="2064"/>
                <a:ext cx="528" cy="192"/>
                <a:chOff x="2208" y="2112"/>
                <a:chExt cx="528" cy="144"/>
              </a:xfrm>
            </p:grpSpPr>
            <p:sp>
              <p:nvSpPr>
                <p:cNvPr id="47269"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7270"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66" name="Group 63"/>
              <p:cNvGrpSpPr>
                <a:grpSpLocks/>
              </p:cNvGrpSpPr>
              <p:nvPr/>
            </p:nvGrpSpPr>
            <p:grpSpPr bwMode="auto">
              <a:xfrm>
                <a:off x="2448" y="2064"/>
                <a:ext cx="144" cy="144"/>
                <a:chOff x="2448" y="2064"/>
                <a:chExt cx="144" cy="144"/>
              </a:xfrm>
            </p:grpSpPr>
            <p:sp>
              <p:nvSpPr>
                <p:cNvPr id="47267"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68"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7126" name="Group 66"/>
          <p:cNvGrpSpPr>
            <a:grpSpLocks/>
          </p:cNvGrpSpPr>
          <p:nvPr/>
        </p:nvGrpSpPr>
        <p:grpSpPr bwMode="auto">
          <a:xfrm>
            <a:off x="2857500" y="2800350"/>
            <a:ext cx="2228850" cy="171450"/>
            <a:chOff x="1440" y="2256"/>
            <a:chExt cx="1872" cy="192"/>
          </a:xfrm>
        </p:grpSpPr>
        <p:grpSp>
          <p:nvGrpSpPr>
            <p:cNvPr id="47248" name="Group 67"/>
            <p:cNvGrpSpPr>
              <a:grpSpLocks/>
            </p:cNvGrpSpPr>
            <p:nvPr/>
          </p:nvGrpSpPr>
          <p:grpSpPr bwMode="auto">
            <a:xfrm>
              <a:off x="2784" y="2256"/>
              <a:ext cx="528" cy="192"/>
              <a:chOff x="2112" y="2064"/>
              <a:chExt cx="528" cy="192"/>
            </a:xfrm>
          </p:grpSpPr>
          <p:grpSp>
            <p:nvGrpSpPr>
              <p:cNvPr id="47257" name="Group 68"/>
              <p:cNvGrpSpPr>
                <a:grpSpLocks/>
              </p:cNvGrpSpPr>
              <p:nvPr/>
            </p:nvGrpSpPr>
            <p:grpSpPr bwMode="auto">
              <a:xfrm>
                <a:off x="2112" y="2064"/>
                <a:ext cx="528" cy="192"/>
                <a:chOff x="2208" y="2112"/>
                <a:chExt cx="528" cy="144"/>
              </a:xfrm>
            </p:grpSpPr>
            <p:sp>
              <p:nvSpPr>
                <p:cNvPr id="47261"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7262"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58" name="Group 71"/>
              <p:cNvGrpSpPr>
                <a:grpSpLocks/>
              </p:cNvGrpSpPr>
              <p:nvPr/>
            </p:nvGrpSpPr>
            <p:grpSpPr bwMode="auto">
              <a:xfrm>
                <a:off x="2448" y="2064"/>
                <a:ext cx="144" cy="144"/>
                <a:chOff x="2448" y="2064"/>
                <a:chExt cx="144" cy="144"/>
              </a:xfrm>
            </p:grpSpPr>
            <p:sp>
              <p:nvSpPr>
                <p:cNvPr id="47259"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60"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249" name="Group 74"/>
            <p:cNvGrpSpPr>
              <a:grpSpLocks/>
            </p:cNvGrpSpPr>
            <p:nvPr/>
          </p:nvGrpSpPr>
          <p:grpSpPr bwMode="auto">
            <a:xfrm>
              <a:off x="1440" y="2256"/>
              <a:ext cx="672" cy="192"/>
              <a:chOff x="2496" y="2160"/>
              <a:chExt cx="768" cy="144"/>
            </a:xfrm>
          </p:grpSpPr>
          <p:sp>
            <p:nvSpPr>
              <p:cNvPr id="47254"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7255"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56"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250" name="Group 78"/>
            <p:cNvGrpSpPr>
              <a:grpSpLocks/>
            </p:cNvGrpSpPr>
            <p:nvPr/>
          </p:nvGrpSpPr>
          <p:grpSpPr bwMode="auto">
            <a:xfrm>
              <a:off x="2112" y="2256"/>
              <a:ext cx="672" cy="192"/>
              <a:chOff x="2496" y="2160"/>
              <a:chExt cx="768" cy="144"/>
            </a:xfrm>
          </p:grpSpPr>
          <p:sp>
            <p:nvSpPr>
              <p:cNvPr id="47251"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7252"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53"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27" name="Group 82"/>
          <p:cNvGrpSpPr>
            <a:grpSpLocks/>
          </p:cNvGrpSpPr>
          <p:nvPr/>
        </p:nvGrpSpPr>
        <p:grpSpPr bwMode="auto">
          <a:xfrm>
            <a:off x="2857500" y="3326607"/>
            <a:ext cx="800100" cy="159544"/>
            <a:chOff x="2496" y="2160"/>
            <a:chExt cx="768" cy="144"/>
          </a:xfrm>
        </p:grpSpPr>
        <p:sp>
          <p:nvSpPr>
            <p:cNvPr id="47245"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7246"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47"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128" name="Group 86"/>
          <p:cNvGrpSpPr>
            <a:grpSpLocks/>
          </p:cNvGrpSpPr>
          <p:nvPr/>
        </p:nvGrpSpPr>
        <p:grpSpPr bwMode="auto">
          <a:xfrm>
            <a:off x="3657600" y="3326607"/>
            <a:ext cx="628650" cy="159544"/>
            <a:chOff x="2112" y="2064"/>
            <a:chExt cx="528" cy="192"/>
          </a:xfrm>
        </p:grpSpPr>
        <p:grpSp>
          <p:nvGrpSpPr>
            <p:cNvPr id="47239" name="Group 87"/>
            <p:cNvGrpSpPr>
              <a:grpSpLocks/>
            </p:cNvGrpSpPr>
            <p:nvPr/>
          </p:nvGrpSpPr>
          <p:grpSpPr bwMode="auto">
            <a:xfrm>
              <a:off x="2112" y="2064"/>
              <a:ext cx="528" cy="192"/>
              <a:chOff x="2208" y="2112"/>
              <a:chExt cx="528" cy="144"/>
            </a:xfrm>
          </p:grpSpPr>
          <p:sp>
            <p:nvSpPr>
              <p:cNvPr id="47243"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7244"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40" name="Group 90"/>
            <p:cNvGrpSpPr>
              <a:grpSpLocks/>
            </p:cNvGrpSpPr>
            <p:nvPr/>
          </p:nvGrpSpPr>
          <p:grpSpPr bwMode="auto">
            <a:xfrm>
              <a:off x="2448" y="2064"/>
              <a:ext cx="144" cy="144"/>
              <a:chOff x="2448" y="2064"/>
              <a:chExt cx="144" cy="144"/>
            </a:xfrm>
          </p:grpSpPr>
          <p:sp>
            <p:nvSpPr>
              <p:cNvPr id="47241"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42"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29" name="Group 93"/>
          <p:cNvGrpSpPr>
            <a:grpSpLocks/>
          </p:cNvGrpSpPr>
          <p:nvPr/>
        </p:nvGrpSpPr>
        <p:grpSpPr bwMode="auto">
          <a:xfrm>
            <a:off x="2857500" y="2571750"/>
            <a:ext cx="1428750" cy="171450"/>
            <a:chOff x="1440" y="2064"/>
            <a:chExt cx="1200" cy="192"/>
          </a:xfrm>
        </p:grpSpPr>
        <p:grpSp>
          <p:nvGrpSpPr>
            <p:cNvPr id="47228" name="Group 94"/>
            <p:cNvGrpSpPr>
              <a:grpSpLocks/>
            </p:cNvGrpSpPr>
            <p:nvPr/>
          </p:nvGrpSpPr>
          <p:grpSpPr bwMode="auto">
            <a:xfrm>
              <a:off x="1440" y="2064"/>
              <a:ext cx="672" cy="192"/>
              <a:chOff x="2496" y="2160"/>
              <a:chExt cx="768" cy="144"/>
            </a:xfrm>
          </p:grpSpPr>
          <p:sp>
            <p:nvSpPr>
              <p:cNvPr id="47236"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7237"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38"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229" name="Group 98"/>
            <p:cNvGrpSpPr>
              <a:grpSpLocks/>
            </p:cNvGrpSpPr>
            <p:nvPr/>
          </p:nvGrpSpPr>
          <p:grpSpPr bwMode="auto">
            <a:xfrm>
              <a:off x="2112" y="2064"/>
              <a:ext cx="528" cy="192"/>
              <a:chOff x="2112" y="2064"/>
              <a:chExt cx="528" cy="192"/>
            </a:xfrm>
          </p:grpSpPr>
          <p:grpSp>
            <p:nvGrpSpPr>
              <p:cNvPr id="47230" name="Group 99"/>
              <p:cNvGrpSpPr>
                <a:grpSpLocks/>
              </p:cNvGrpSpPr>
              <p:nvPr/>
            </p:nvGrpSpPr>
            <p:grpSpPr bwMode="auto">
              <a:xfrm>
                <a:off x="2112" y="2064"/>
                <a:ext cx="528" cy="192"/>
                <a:chOff x="2208" y="2112"/>
                <a:chExt cx="528" cy="144"/>
              </a:xfrm>
            </p:grpSpPr>
            <p:sp>
              <p:nvSpPr>
                <p:cNvPr id="47234"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7235"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31" name="Group 102"/>
              <p:cNvGrpSpPr>
                <a:grpSpLocks/>
              </p:cNvGrpSpPr>
              <p:nvPr/>
            </p:nvGrpSpPr>
            <p:grpSpPr bwMode="auto">
              <a:xfrm>
                <a:off x="2448" y="2064"/>
                <a:ext cx="144" cy="144"/>
                <a:chOff x="2448" y="2064"/>
                <a:chExt cx="144" cy="144"/>
              </a:xfrm>
            </p:grpSpPr>
            <p:sp>
              <p:nvSpPr>
                <p:cNvPr id="47232"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33"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7130" name="Group 105"/>
          <p:cNvGrpSpPr>
            <a:grpSpLocks/>
          </p:cNvGrpSpPr>
          <p:nvPr/>
        </p:nvGrpSpPr>
        <p:grpSpPr bwMode="auto">
          <a:xfrm>
            <a:off x="2857500" y="3886200"/>
            <a:ext cx="1428750" cy="171450"/>
            <a:chOff x="1440" y="2064"/>
            <a:chExt cx="1200" cy="192"/>
          </a:xfrm>
        </p:grpSpPr>
        <p:grpSp>
          <p:nvGrpSpPr>
            <p:cNvPr id="47217" name="Group 106"/>
            <p:cNvGrpSpPr>
              <a:grpSpLocks/>
            </p:cNvGrpSpPr>
            <p:nvPr/>
          </p:nvGrpSpPr>
          <p:grpSpPr bwMode="auto">
            <a:xfrm>
              <a:off x="1440" y="2064"/>
              <a:ext cx="672" cy="192"/>
              <a:chOff x="2496" y="2160"/>
              <a:chExt cx="768" cy="144"/>
            </a:xfrm>
          </p:grpSpPr>
          <p:sp>
            <p:nvSpPr>
              <p:cNvPr id="47225"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7226"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27"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218" name="Group 110"/>
            <p:cNvGrpSpPr>
              <a:grpSpLocks/>
            </p:cNvGrpSpPr>
            <p:nvPr/>
          </p:nvGrpSpPr>
          <p:grpSpPr bwMode="auto">
            <a:xfrm>
              <a:off x="2112" y="2064"/>
              <a:ext cx="528" cy="192"/>
              <a:chOff x="2112" y="2064"/>
              <a:chExt cx="528" cy="192"/>
            </a:xfrm>
          </p:grpSpPr>
          <p:grpSp>
            <p:nvGrpSpPr>
              <p:cNvPr id="47219" name="Group 111"/>
              <p:cNvGrpSpPr>
                <a:grpSpLocks/>
              </p:cNvGrpSpPr>
              <p:nvPr/>
            </p:nvGrpSpPr>
            <p:grpSpPr bwMode="auto">
              <a:xfrm>
                <a:off x="2112" y="2064"/>
                <a:ext cx="528" cy="192"/>
                <a:chOff x="2208" y="2112"/>
                <a:chExt cx="528" cy="144"/>
              </a:xfrm>
            </p:grpSpPr>
            <p:sp>
              <p:nvSpPr>
                <p:cNvPr id="47223"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7224"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20" name="Group 114"/>
              <p:cNvGrpSpPr>
                <a:grpSpLocks/>
              </p:cNvGrpSpPr>
              <p:nvPr/>
            </p:nvGrpSpPr>
            <p:grpSpPr bwMode="auto">
              <a:xfrm>
                <a:off x="2448" y="2064"/>
                <a:ext cx="144" cy="144"/>
                <a:chOff x="2448" y="2064"/>
                <a:chExt cx="144" cy="144"/>
              </a:xfrm>
            </p:grpSpPr>
            <p:sp>
              <p:nvSpPr>
                <p:cNvPr id="47221"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22"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7131" name="Group 117"/>
          <p:cNvGrpSpPr>
            <a:grpSpLocks/>
          </p:cNvGrpSpPr>
          <p:nvPr/>
        </p:nvGrpSpPr>
        <p:grpSpPr bwMode="auto">
          <a:xfrm>
            <a:off x="2857500" y="4126707"/>
            <a:ext cx="800100" cy="159544"/>
            <a:chOff x="2496" y="2160"/>
            <a:chExt cx="768" cy="144"/>
          </a:xfrm>
        </p:grpSpPr>
        <p:sp>
          <p:nvSpPr>
            <p:cNvPr id="47214"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7215"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16"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132" name="Group 121"/>
          <p:cNvGrpSpPr>
            <a:grpSpLocks/>
          </p:cNvGrpSpPr>
          <p:nvPr/>
        </p:nvGrpSpPr>
        <p:grpSpPr bwMode="auto">
          <a:xfrm>
            <a:off x="3657600" y="4126707"/>
            <a:ext cx="628650" cy="159544"/>
            <a:chOff x="2112" y="2064"/>
            <a:chExt cx="528" cy="192"/>
          </a:xfrm>
        </p:grpSpPr>
        <p:grpSp>
          <p:nvGrpSpPr>
            <p:cNvPr id="47208" name="Group 122"/>
            <p:cNvGrpSpPr>
              <a:grpSpLocks/>
            </p:cNvGrpSpPr>
            <p:nvPr/>
          </p:nvGrpSpPr>
          <p:grpSpPr bwMode="auto">
            <a:xfrm>
              <a:off x="2112" y="2064"/>
              <a:ext cx="528" cy="192"/>
              <a:chOff x="2208" y="2112"/>
              <a:chExt cx="528" cy="144"/>
            </a:xfrm>
          </p:grpSpPr>
          <p:sp>
            <p:nvSpPr>
              <p:cNvPr id="47212"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7213"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09" name="Group 125"/>
            <p:cNvGrpSpPr>
              <a:grpSpLocks/>
            </p:cNvGrpSpPr>
            <p:nvPr/>
          </p:nvGrpSpPr>
          <p:grpSpPr bwMode="auto">
            <a:xfrm>
              <a:off x="2448" y="2064"/>
              <a:ext cx="144" cy="144"/>
              <a:chOff x="2448" y="2064"/>
              <a:chExt cx="144" cy="144"/>
            </a:xfrm>
          </p:grpSpPr>
          <p:sp>
            <p:nvSpPr>
              <p:cNvPr id="47210"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11"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33" name="Group 128"/>
          <p:cNvGrpSpPr>
            <a:grpSpLocks/>
          </p:cNvGrpSpPr>
          <p:nvPr/>
        </p:nvGrpSpPr>
        <p:grpSpPr bwMode="auto">
          <a:xfrm>
            <a:off x="2857500" y="3040857"/>
            <a:ext cx="2228850" cy="159544"/>
            <a:chOff x="1440" y="2256"/>
            <a:chExt cx="1872" cy="192"/>
          </a:xfrm>
        </p:grpSpPr>
        <p:grpSp>
          <p:nvGrpSpPr>
            <p:cNvPr id="47193" name="Group 129"/>
            <p:cNvGrpSpPr>
              <a:grpSpLocks/>
            </p:cNvGrpSpPr>
            <p:nvPr/>
          </p:nvGrpSpPr>
          <p:grpSpPr bwMode="auto">
            <a:xfrm>
              <a:off x="2784" y="2256"/>
              <a:ext cx="528" cy="192"/>
              <a:chOff x="2112" y="2064"/>
              <a:chExt cx="528" cy="192"/>
            </a:xfrm>
          </p:grpSpPr>
          <p:grpSp>
            <p:nvGrpSpPr>
              <p:cNvPr id="47202" name="Group 130"/>
              <p:cNvGrpSpPr>
                <a:grpSpLocks/>
              </p:cNvGrpSpPr>
              <p:nvPr/>
            </p:nvGrpSpPr>
            <p:grpSpPr bwMode="auto">
              <a:xfrm>
                <a:off x="2112" y="2064"/>
                <a:ext cx="528" cy="192"/>
                <a:chOff x="2208" y="2112"/>
                <a:chExt cx="528" cy="144"/>
              </a:xfrm>
            </p:grpSpPr>
            <p:sp>
              <p:nvSpPr>
                <p:cNvPr id="47206"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7207"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203" name="Group 133"/>
              <p:cNvGrpSpPr>
                <a:grpSpLocks/>
              </p:cNvGrpSpPr>
              <p:nvPr/>
            </p:nvGrpSpPr>
            <p:grpSpPr bwMode="auto">
              <a:xfrm>
                <a:off x="2448" y="2064"/>
                <a:ext cx="144" cy="144"/>
                <a:chOff x="2448" y="2064"/>
                <a:chExt cx="144" cy="144"/>
              </a:xfrm>
            </p:grpSpPr>
            <p:sp>
              <p:nvSpPr>
                <p:cNvPr id="47204"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205"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94" name="Group 136"/>
            <p:cNvGrpSpPr>
              <a:grpSpLocks/>
            </p:cNvGrpSpPr>
            <p:nvPr/>
          </p:nvGrpSpPr>
          <p:grpSpPr bwMode="auto">
            <a:xfrm>
              <a:off x="1440" y="2256"/>
              <a:ext cx="672" cy="192"/>
              <a:chOff x="2496" y="2160"/>
              <a:chExt cx="768" cy="144"/>
            </a:xfrm>
          </p:grpSpPr>
          <p:sp>
            <p:nvSpPr>
              <p:cNvPr id="47199"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7200"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201"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195" name="Group 140"/>
            <p:cNvGrpSpPr>
              <a:grpSpLocks/>
            </p:cNvGrpSpPr>
            <p:nvPr/>
          </p:nvGrpSpPr>
          <p:grpSpPr bwMode="auto">
            <a:xfrm>
              <a:off x="2112" y="2256"/>
              <a:ext cx="672" cy="192"/>
              <a:chOff x="2496" y="2160"/>
              <a:chExt cx="768" cy="144"/>
            </a:xfrm>
          </p:grpSpPr>
          <p:sp>
            <p:nvSpPr>
              <p:cNvPr id="47196"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7197"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98"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34" name="Group 144"/>
          <p:cNvGrpSpPr>
            <a:grpSpLocks/>
          </p:cNvGrpSpPr>
          <p:nvPr/>
        </p:nvGrpSpPr>
        <p:grpSpPr bwMode="auto">
          <a:xfrm>
            <a:off x="3657600" y="4400550"/>
            <a:ext cx="2228850" cy="171450"/>
            <a:chOff x="1440" y="2256"/>
            <a:chExt cx="1872" cy="192"/>
          </a:xfrm>
        </p:grpSpPr>
        <p:grpSp>
          <p:nvGrpSpPr>
            <p:cNvPr id="47178" name="Group 145"/>
            <p:cNvGrpSpPr>
              <a:grpSpLocks/>
            </p:cNvGrpSpPr>
            <p:nvPr/>
          </p:nvGrpSpPr>
          <p:grpSpPr bwMode="auto">
            <a:xfrm>
              <a:off x="2784" y="2256"/>
              <a:ext cx="528" cy="192"/>
              <a:chOff x="2112" y="2064"/>
              <a:chExt cx="528" cy="192"/>
            </a:xfrm>
          </p:grpSpPr>
          <p:grpSp>
            <p:nvGrpSpPr>
              <p:cNvPr id="47187" name="Group 146"/>
              <p:cNvGrpSpPr>
                <a:grpSpLocks/>
              </p:cNvGrpSpPr>
              <p:nvPr/>
            </p:nvGrpSpPr>
            <p:grpSpPr bwMode="auto">
              <a:xfrm>
                <a:off x="2112" y="2064"/>
                <a:ext cx="528" cy="192"/>
                <a:chOff x="2208" y="2112"/>
                <a:chExt cx="528" cy="144"/>
              </a:xfrm>
            </p:grpSpPr>
            <p:sp>
              <p:nvSpPr>
                <p:cNvPr id="47191"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7192"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7188" name="Group 149"/>
              <p:cNvGrpSpPr>
                <a:grpSpLocks/>
              </p:cNvGrpSpPr>
              <p:nvPr/>
            </p:nvGrpSpPr>
            <p:grpSpPr bwMode="auto">
              <a:xfrm>
                <a:off x="2448" y="2064"/>
                <a:ext cx="144" cy="144"/>
                <a:chOff x="2448" y="2064"/>
                <a:chExt cx="144" cy="144"/>
              </a:xfrm>
            </p:grpSpPr>
            <p:sp>
              <p:nvSpPr>
                <p:cNvPr id="47189"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90"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79" name="Group 152"/>
            <p:cNvGrpSpPr>
              <a:grpSpLocks/>
            </p:cNvGrpSpPr>
            <p:nvPr/>
          </p:nvGrpSpPr>
          <p:grpSpPr bwMode="auto">
            <a:xfrm>
              <a:off x="1440" y="2256"/>
              <a:ext cx="672" cy="192"/>
              <a:chOff x="2496" y="2160"/>
              <a:chExt cx="768" cy="144"/>
            </a:xfrm>
          </p:grpSpPr>
          <p:sp>
            <p:nvSpPr>
              <p:cNvPr id="47184"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7185"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86"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7180" name="Group 156"/>
            <p:cNvGrpSpPr>
              <a:grpSpLocks/>
            </p:cNvGrpSpPr>
            <p:nvPr/>
          </p:nvGrpSpPr>
          <p:grpSpPr bwMode="auto">
            <a:xfrm>
              <a:off x="2112" y="2256"/>
              <a:ext cx="672" cy="192"/>
              <a:chOff x="2496" y="2160"/>
              <a:chExt cx="768" cy="144"/>
            </a:xfrm>
          </p:grpSpPr>
          <p:sp>
            <p:nvSpPr>
              <p:cNvPr id="47181"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7182"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83"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7135" name="Group 160"/>
          <p:cNvGrpSpPr>
            <a:grpSpLocks/>
          </p:cNvGrpSpPr>
          <p:nvPr/>
        </p:nvGrpSpPr>
        <p:grpSpPr bwMode="auto">
          <a:xfrm>
            <a:off x="2857500" y="4400550"/>
            <a:ext cx="800100" cy="171450"/>
            <a:chOff x="2496" y="2160"/>
            <a:chExt cx="768" cy="144"/>
          </a:xfrm>
        </p:grpSpPr>
        <p:sp>
          <p:nvSpPr>
            <p:cNvPr id="47175"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7176"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77"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713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713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713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3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714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4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714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43"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714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4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714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47"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714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4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7150"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7151"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7152"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53" name="Text Box 181"/>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47154" name="AutoShape 182"/>
          <p:cNvSpPr>
            <a:spLocks noChangeArrowheads="1"/>
          </p:cNvSpPr>
          <p:nvPr/>
        </p:nvSpPr>
        <p:spPr bwMode="auto">
          <a:xfrm>
            <a:off x="3771900" y="30861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7155" name="Group 186"/>
          <p:cNvGrpSpPr>
            <a:grpSpLocks/>
          </p:cNvGrpSpPr>
          <p:nvPr/>
        </p:nvGrpSpPr>
        <p:grpSpPr bwMode="auto">
          <a:xfrm>
            <a:off x="6053138" y="342900"/>
            <a:ext cx="1943100" cy="1943100"/>
            <a:chOff x="2784" y="96"/>
            <a:chExt cx="1632" cy="1680"/>
          </a:xfrm>
        </p:grpSpPr>
        <p:sp>
          <p:nvSpPr>
            <p:cNvPr id="47157"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7158"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7159"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7160"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7161"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7162"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7163"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7164"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65"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66"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67"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68"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69"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70"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7171"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72"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73"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7174"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3" name="Text Box 3">
            <a:extLst>
              <a:ext uri="{FF2B5EF4-FFF2-40B4-BE49-F238E27FC236}">
                <a16:creationId xmlns:a16="http://schemas.microsoft.com/office/drawing/2014/main" id="{5129ECB0-D70E-5DC1-AC83-4A6F104D0F40}"/>
              </a:ext>
            </a:extLst>
          </p:cNvPr>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613353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C73E05FF-05F8-AB38-848C-73263DE3CB9F}"/>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C73E05FF-05F8-AB38-848C-73263DE3CB9F}"/>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8130" name="Group 21"/>
          <p:cNvGrpSpPr>
            <a:grpSpLocks/>
          </p:cNvGrpSpPr>
          <p:nvPr/>
        </p:nvGrpSpPr>
        <p:grpSpPr bwMode="auto">
          <a:xfrm>
            <a:off x="1524001" y="2520554"/>
            <a:ext cx="1079897" cy="258365"/>
            <a:chOff x="288" y="2016"/>
            <a:chExt cx="816" cy="192"/>
          </a:xfrm>
        </p:grpSpPr>
        <p:sp>
          <p:nvSpPr>
            <p:cNvPr id="4831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831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813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813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8133" name="Group 26"/>
          <p:cNvGrpSpPr>
            <a:grpSpLocks/>
          </p:cNvGrpSpPr>
          <p:nvPr/>
        </p:nvGrpSpPr>
        <p:grpSpPr bwMode="auto">
          <a:xfrm>
            <a:off x="1524001" y="3036094"/>
            <a:ext cx="1079897" cy="258366"/>
            <a:chOff x="288" y="2016"/>
            <a:chExt cx="816" cy="192"/>
          </a:xfrm>
        </p:grpSpPr>
        <p:sp>
          <p:nvSpPr>
            <p:cNvPr id="4830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830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134" name="Group 29"/>
          <p:cNvGrpSpPr>
            <a:grpSpLocks/>
          </p:cNvGrpSpPr>
          <p:nvPr/>
        </p:nvGrpSpPr>
        <p:grpSpPr bwMode="auto">
          <a:xfrm>
            <a:off x="1524001" y="3294460"/>
            <a:ext cx="1079897" cy="258365"/>
            <a:chOff x="288" y="2016"/>
            <a:chExt cx="816" cy="192"/>
          </a:xfrm>
        </p:grpSpPr>
        <p:sp>
          <p:nvSpPr>
            <p:cNvPr id="4830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830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135" name="Group 32"/>
          <p:cNvGrpSpPr>
            <a:grpSpLocks/>
          </p:cNvGrpSpPr>
          <p:nvPr/>
        </p:nvGrpSpPr>
        <p:grpSpPr bwMode="auto">
          <a:xfrm>
            <a:off x="1524001" y="3552825"/>
            <a:ext cx="1079897" cy="257175"/>
            <a:chOff x="288" y="2016"/>
            <a:chExt cx="816" cy="192"/>
          </a:xfrm>
        </p:grpSpPr>
        <p:sp>
          <p:nvSpPr>
            <p:cNvPr id="4830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830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136" name="Group 35"/>
          <p:cNvGrpSpPr>
            <a:grpSpLocks/>
          </p:cNvGrpSpPr>
          <p:nvPr/>
        </p:nvGrpSpPr>
        <p:grpSpPr bwMode="auto">
          <a:xfrm>
            <a:off x="1524001" y="3810000"/>
            <a:ext cx="1079897" cy="258366"/>
            <a:chOff x="288" y="2016"/>
            <a:chExt cx="816" cy="192"/>
          </a:xfrm>
        </p:grpSpPr>
        <p:sp>
          <p:nvSpPr>
            <p:cNvPr id="4830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830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137" name="Group 38"/>
          <p:cNvGrpSpPr>
            <a:grpSpLocks/>
          </p:cNvGrpSpPr>
          <p:nvPr/>
        </p:nvGrpSpPr>
        <p:grpSpPr bwMode="auto">
          <a:xfrm>
            <a:off x="1524001" y="4325542"/>
            <a:ext cx="1079897" cy="258365"/>
            <a:chOff x="288" y="2016"/>
            <a:chExt cx="816" cy="192"/>
          </a:xfrm>
        </p:grpSpPr>
        <p:sp>
          <p:nvSpPr>
            <p:cNvPr id="4830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830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138" name="Group 41"/>
          <p:cNvGrpSpPr>
            <a:grpSpLocks/>
          </p:cNvGrpSpPr>
          <p:nvPr/>
        </p:nvGrpSpPr>
        <p:grpSpPr bwMode="auto">
          <a:xfrm>
            <a:off x="1524001" y="4068366"/>
            <a:ext cx="1079897" cy="257175"/>
            <a:chOff x="288" y="2016"/>
            <a:chExt cx="816" cy="192"/>
          </a:xfrm>
        </p:grpSpPr>
        <p:sp>
          <p:nvSpPr>
            <p:cNvPr id="4829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829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813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814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4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8149" name="Group 54"/>
          <p:cNvGrpSpPr>
            <a:grpSpLocks/>
          </p:cNvGrpSpPr>
          <p:nvPr/>
        </p:nvGrpSpPr>
        <p:grpSpPr bwMode="auto">
          <a:xfrm>
            <a:off x="2857500" y="3612357"/>
            <a:ext cx="1428750" cy="159544"/>
            <a:chOff x="1440" y="2064"/>
            <a:chExt cx="1200" cy="192"/>
          </a:xfrm>
        </p:grpSpPr>
        <p:grpSp>
          <p:nvGrpSpPr>
            <p:cNvPr id="48287" name="Group 55"/>
            <p:cNvGrpSpPr>
              <a:grpSpLocks/>
            </p:cNvGrpSpPr>
            <p:nvPr/>
          </p:nvGrpSpPr>
          <p:grpSpPr bwMode="auto">
            <a:xfrm>
              <a:off x="1440" y="2064"/>
              <a:ext cx="672" cy="192"/>
              <a:chOff x="2496" y="2160"/>
              <a:chExt cx="768" cy="144"/>
            </a:xfrm>
          </p:grpSpPr>
          <p:sp>
            <p:nvSpPr>
              <p:cNvPr id="4829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829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9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88" name="Group 59"/>
            <p:cNvGrpSpPr>
              <a:grpSpLocks/>
            </p:cNvGrpSpPr>
            <p:nvPr/>
          </p:nvGrpSpPr>
          <p:grpSpPr bwMode="auto">
            <a:xfrm>
              <a:off x="2112" y="2064"/>
              <a:ext cx="528" cy="192"/>
              <a:chOff x="2112" y="2064"/>
              <a:chExt cx="528" cy="192"/>
            </a:xfrm>
          </p:grpSpPr>
          <p:grpSp>
            <p:nvGrpSpPr>
              <p:cNvPr id="48289" name="Group 60"/>
              <p:cNvGrpSpPr>
                <a:grpSpLocks/>
              </p:cNvGrpSpPr>
              <p:nvPr/>
            </p:nvGrpSpPr>
            <p:grpSpPr bwMode="auto">
              <a:xfrm>
                <a:off x="2112" y="2064"/>
                <a:ext cx="528" cy="192"/>
                <a:chOff x="2208" y="2112"/>
                <a:chExt cx="528" cy="144"/>
              </a:xfrm>
            </p:grpSpPr>
            <p:sp>
              <p:nvSpPr>
                <p:cNvPr id="4829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829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90" name="Group 63"/>
              <p:cNvGrpSpPr>
                <a:grpSpLocks/>
              </p:cNvGrpSpPr>
              <p:nvPr/>
            </p:nvGrpSpPr>
            <p:grpSpPr bwMode="auto">
              <a:xfrm>
                <a:off x="2448" y="2064"/>
                <a:ext cx="144" cy="144"/>
                <a:chOff x="2448" y="2064"/>
                <a:chExt cx="144" cy="144"/>
              </a:xfrm>
            </p:grpSpPr>
            <p:sp>
              <p:nvSpPr>
                <p:cNvPr id="4829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9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8150" name="Group 66"/>
          <p:cNvGrpSpPr>
            <a:grpSpLocks/>
          </p:cNvGrpSpPr>
          <p:nvPr/>
        </p:nvGrpSpPr>
        <p:grpSpPr bwMode="auto">
          <a:xfrm>
            <a:off x="2857500" y="2800350"/>
            <a:ext cx="2228850" cy="171450"/>
            <a:chOff x="1440" y="2256"/>
            <a:chExt cx="1872" cy="192"/>
          </a:xfrm>
        </p:grpSpPr>
        <p:grpSp>
          <p:nvGrpSpPr>
            <p:cNvPr id="48272" name="Group 67"/>
            <p:cNvGrpSpPr>
              <a:grpSpLocks/>
            </p:cNvGrpSpPr>
            <p:nvPr/>
          </p:nvGrpSpPr>
          <p:grpSpPr bwMode="auto">
            <a:xfrm>
              <a:off x="2784" y="2256"/>
              <a:ext cx="528" cy="192"/>
              <a:chOff x="2112" y="2064"/>
              <a:chExt cx="528" cy="192"/>
            </a:xfrm>
          </p:grpSpPr>
          <p:grpSp>
            <p:nvGrpSpPr>
              <p:cNvPr id="48281" name="Group 68"/>
              <p:cNvGrpSpPr>
                <a:grpSpLocks/>
              </p:cNvGrpSpPr>
              <p:nvPr/>
            </p:nvGrpSpPr>
            <p:grpSpPr bwMode="auto">
              <a:xfrm>
                <a:off x="2112" y="2064"/>
                <a:ext cx="528" cy="192"/>
                <a:chOff x="2208" y="2112"/>
                <a:chExt cx="528" cy="144"/>
              </a:xfrm>
            </p:grpSpPr>
            <p:sp>
              <p:nvSpPr>
                <p:cNvPr id="4828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828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82" name="Group 71"/>
              <p:cNvGrpSpPr>
                <a:grpSpLocks/>
              </p:cNvGrpSpPr>
              <p:nvPr/>
            </p:nvGrpSpPr>
            <p:grpSpPr bwMode="auto">
              <a:xfrm>
                <a:off x="2448" y="2064"/>
                <a:ext cx="144" cy="144"/>
                <a:chOff x="2448" y="2064"/>
                <a:chExt cx="144" cy="144"/>
              </a:xfrm>
            </p:grpSpPr>
            <p:sp>
              <p:nvSpPr>
                <p:cNvPr id="4828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8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273" name="Group 74"/>
            <p:cNvGrpSpPr>
              <a:grpSpLocks/>
            </p:cNvGrpSpPr>
            <p:nvPr/>
          </p:nvGrpSpPr>
          <p:grpSpPr bwMode="auto">
            <a:xfrm>
              <a:off x="1440" y="2256"/>
              <a:ext cx="672" cy="192"/>
              <a:chOff x="2496" y="2160"/>
              <a:chExt cx="768" cy="144"/>
            </a:xfrm>
          </p:grpSpPr>
          <p:sp>
            <p:nvSpPr>
              <p:cNvPr id="4827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827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8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74" name="Group 78"/>
            <p:cNvGrpSpPr>
              <a:grpSpLocks/>
            </p:cNvGrpSpPr>
            <p:nvPr/>
          </p:nvGrpSpPr>
          <p:grpSpPr bwMode="auto">
            <a:xfrm>
              <a:off x="2112" y="2256"/>
              <a:ext cx="672" cy="192"/>
              <a:chOff x="2496" y="2160"/>
              <a:chExt cx="768" cy="144"/>
            </a:xfrm>
          </p:grpSpPr>
          <p:sp>
            <p:nvSpPr>
              <p:cNvPr id="4827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827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7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151" name="Group 82"/>
          <p:cNvGrpSpPr>
            <a:grpSpLocks/>
          </p:cNvGrpSpPr>
          <p:nvPr/>
        </p:nvGrpSpPr>
        <p:grpSpPr bwMode="auto">
          <a:xfrm>
            <a:off x="2857500" y="3326607"/>
            <a:ext cx="800100" cy="159544"/>
            <a:chOff x="2496" y="2160"/>
            <a:chExt cx="768" cy="144"/>
          </a:xfrm>
        </p:grpSpPr>
        <p:sp>
          <p:nvSpPr>
            <p:cNvPr id="4826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827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7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152" name="Group 86"/>
          <p:cNvGrpSpPr>
            <a:grpSpLocks/>
          </p:cNvGrpSpPr>
          <p:nvPr/>
        </p:nvGrpSpPr>
        <p:grpSpPr bwMode="auto">
          <a:xfrm>
            <a:off x="3657600" y="3326607"/>
            <a:ext cx="628650" cy="159544"/>
            <a:chOff x="2112" y="2064"/>
            <a:chExt cx="528" cy="192"/>
          </a:xfrm>
        </p:grpSpPr>
        <p:grpSp>
          <p:nvGrpSpPr>
            <p:cNvPr id="48263" name="Group 87"/>
            <p:cNvGrpSpPr>
              <a:grpSpLocks/>
            </p:cNvGrpSpPr>
            <p:nvPr/>
          </p:nvGrpSpPr>
          <p:grpSpPr bwMode="auto">
            <a:xfrm>
              <a:off x="2112" y="2064"/>
              <a:ext cx="528" cy="192"/>
              <a:chOff x="2208" y="2112"/>
              <a:chExt cx="528" cy="144"/>
            </a:xfrm>
          </p:grpSpPr>
          <p:sp>
            <p:nvSpPr>
              <p:cNvPr id="4826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826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64" name="Group 90"/>
            <p:cNvGrpSpPr>
              <a:grpSpLocks/>
            </p:cNvGrpSpPr>
            <p:nvPr/>
          </p:nvGrpSpPr>
          <p:grpSpPr bwMode="auto">
            <a:xfrm>
              <a:off x="2448" y="2064"/>
              <a:ext cx="144" cy="144"/>
              <a:chOff x="2448" y="2064"/>
              <a:chExt cx="144" cy="144"/>
            </a:xfrm>
          </p:grpSpPr>
          <p:sp>
            <p:nvSpPr>
              <p:cNvPr id="4826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6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153" name="Group 93"/>
          <p:cNvGrpSpPr>
            <a:grpSpLocks/>
          </p:cNvGrpSpPr>
          <p:nvPr/>
        </p:nvGrpSpPr>
        <p:grpSpPr bwMode="auto">
          <a:xfrm>
            <a:off x="2857500" y="2571750"/>
            <a:ext cx="1428750" cy="171450"/>
            <a:chOff x="1440" y="2064"/>
            <a:chExt cx="1200" cy="192"/>
          </a:xfrm>
        </p:grpSpPr>
        <p:grpSp>
          <p:nvGrpSpPr>
            <p:cNvPr id="48252" name="Group 94"/>
            <p:cNvGrpSpPr>
              <a:grpSpLocks/>
            </p:cNvGrpSpPr>
            <p:nvPr/>
          </p:nvGrpSpPr>
          <p:grpSpPr bwMode="auto">
            <a:xfrm>
              <a:off x="1440" y="2064"/>
              <a:ext cx="672" cy="192"/>
              <a:chOff x="2496" y="2160"/>
              <a:chExt cx="768" cy="144"/>
            </a:xfrm>
          </p:grpSpPr>
          <p:sp>
            <p:nvSpPr>
              <p:cNvPr id="4826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826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6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53" name="Group 98"/>
            <p:cNvGrpSpPr>
              <a:grpSpLocks/>
            </p:cNvGrpSpPr>
            <p:nvPr/>
          </p:nvGrpSpPr>
          <p:grpSpPr bwMode="auto">
            <a:xfrm>
              <a:off x="2112" y="2064"/>
              <a:ext cx="528" cy="192"/>
              <a:chOff x="2112" y="2064"/>
              <a:chExt cx="528" cy="192"/>
            </a:xfrm>
          </p:grpSpPr>
          <p:grpSp>
            <p:nvGrpSpPr>
              <p:cNvPr id="48254" name="Group 99"/>
              <p:cNvGrpSpPr>
                <a:grpSpLocks/>
              </p:cNvGrpSpPr>
              <p:nvPr/>
            </p:nvGrpSpPr>
            <p:grpSpPr bwMode="auto">
              <a:xfrm>
                <a:off x="2112" y="2064"/>
                <a:ext cx="528" cy="192"/>
                <a:chOff x="2208" y="2112"/>
                <a:chExt cx="528" cy="144"/>
              </a:xfrm>
            </p:grpSpPr>
            <p:sp>
              <p:nvSpPr>
                <p:cNvPr id="4825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825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55" name="Group 102"/>
              <p:cNvGrpSpPr>
                <a:grpSpLocks/>
              </p:cNvGrpSpPr>
              <p:nvPr/>
            </p:nvGrpSpPr>
            <p:grpSpPr bwMode="auto">
              <a:xfrm>
                <a:off x="2448" y="2064"/>
                <a:ext cx="144" cy="144"/>
                <a:chOff x="2448" y="2064"/>
                <a:chExt cx="144" cy="144"/>
              </a:xfrm>
            </p:grpSpPr>
            <p:sp>
              <p:nvSpPr>
                <p:cNvPr id="4825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5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8154" name="Group 105"/>
          <p:cNvGrpSpPr>
            <a:grpSpLocks/>
          </p:cNvGrpSpPr>
          <p:nvPr/>
        </p:nvGrpSpPr>
        <p:grpSpPr bwMode="auto">
          <a:xfrm>
            <a:off x="2857500" y="3886200"/>
            <a:ext cx="1428750" cy="171450"/>
            <a:chOff x="1440" y="2064"/>
            <a:chExt cx="1200" cy="192"/>
          </a:xfrm>
        </p:grpSpPr>
        <p:grpSp>
          <p:nvGrpSpPr>
            <p:cNvPr id="48241" name="Group 106"/>
            <p:cNvGrpSpPr>
              <a:grpSpLocks/>
            </p:cNvGrpSpPr>
            <p:nvPr/>
          </p:nvGrpSpPr>
          <p:grpSpPr bwMode="auto">
            <a:xfrm>
              <a:off x="1440" y="2064"/>
              <a:ext cx="672" cy="192"/>
              <a:chOff x="2496" y="2160"/>
              <a:chExt cx="768" cy="144"/>
            </a:xfrm>
          </p:grpSpPr>
          <p:sp>
            <p:nvSpPr>
              <p:cNvPr id="4824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825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5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42" name="Group 110"/>
            <p:cNvGrpSpPr>
              <a:grpSpLocks/>
            </p:cNvGrpSpPr>
            <p:nvPr/>
          </p:nvGrpSpPr>
          <p:grpSpPr bwMode="auto">
            <a:xfrm>
              <a:off x="2112" y="2064"/>
              <a:ext cx="528" cy="192"/>
              <a:chOff x="2112" y="2064"/>
              <a:chExt cx="528" cy="192"/>
            </a:xfrm>
          </p:grpSpPr>
          <p:grpSp>
            <p:nvGrpSpPr>
              <p:cNvPr id="48243" name="Group 111"/>
              <p:cNvGrpSpPr>
                <a:grpSpLocks/>
              </p:cNvGrpSpPr>
              <p:nvPr/>
            </p:nvGrpSpPr>
            <p:grpSpPr bwMode="auto">
              <a:xfrm>
                <a:off x="2112" y="2064"/>
                <a:ext cx="528" cy="192"/>
                <a:chOff x="2208" y="2112"/>
                <a:chExt cx="528" cy="144"/>
              </a:xfrm>
            </p:grpSpPr>
            <p:sp>
              <p:nvSpPr>
                <p:cNvPr id="4824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824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44" name="Group 114"/>
              <p:cNvGrpSpPr>
                <a:grpSpLocks/>
              </p:cNvGrpSpPr>
              <p:nvPr/>
            </p:nvGrpSpPr>
            <p:grpSpPr bwMode="auto">
              <a:xfrm>
                <a:off x="2448" y="2064"/>
                <a:ext cx="144" cy="144"/>
                <a:chOff x="2448" y="2064"/>
                <a:chExt cx="144" cy="144"/>
              </a:xfrm>
            </p:grpSpPr>
            <p:sp>
              <p:nvSpPr>
                <p:cNvPr id="4824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4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8155" name="Group 117"/>
          <p:cNvGrpSpPr>
            <a:grpSpLocks/>
          </p:cNvGrpSpPr>
          <p:nvPr/>
        </p:nvGrpSpPr>
        <p:grpSpPr bwMode="auto">
          <a:xfrm>
            <a:off x="2857500" y="4126707"/>
            <a:ext cx="800100" cy="159544"/>
            <a:chOff x="2496" y="2160"/>
            <a:chExt cx="768" cy="144"/>
          </a:xfrm>
        </p:grpSpPr>
        <p:sp>
          <p:nvSpPr>
            <p:cNvPr id="4823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823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4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156" name="Group 121"/>
          <p:cNvGrpSpPr>
            <a:grpSpLocks/>
          </p:cNvGrpSpPr>
          <p:nvPr/>
        </p:nvGrpSpPr>
        <p:grpSpPr bwMode="auto">
          <a:xfrm>
            <a:off x="3657600" y="4126707"/>
            <a:ext cx="628650" cy="159544"/>
            <a:chOff x="2112" y="2064"/>
            <a:chExt cx="528" cy="192"/>
          </a:xfrm>
        </p:grpSpPr>
        <p:grpSp>
          <p:nvGrpSpPr>
            <p:cNvPr id="48232" name="Group 122"/>
            <p:cNvGrpSpPr>
              <a:grpSpLocks/>
            </p:cNvGrpSpPr>
            <p:nvPr/>
          </p:nvGrpSpPr>
          <p:grpSpPr bwMode="auto">
            <a:xfrm>
              <a:off x="2112" y="2064"/>
              <a:ext cx="528" cy="192"/>
              <a:chOff x="2208" y="2112"/>
              <a:chExt cx="528" cy="144"/>
            </a:xfrm>
          </p:grpSpPr>
          <p:sp>
            <p:nvSpPr>
              <p:cNvPr id="4823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823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33" name="Group 125"/>
            <p:cNvGrpSpPr>
              <a:grpSpLocks/>
            </p:cNvGrpSpPr>
            <p:nvPr/>
          </p:nvGrpSpPr>
          <p:grpSpPr bwMode="auto">
            <a:xfrm>
              <a:off x="2448" y="2064"/>
              <a:ext cx="144" cy="144"/>
              <a:chOff x="2448" y="2064"/>
              <a:chExt cx="144" cy="144"/>
            </a:xfrm>
          </p:grpSpPr>
          <p:sp>
            <p:nvSpPr>
              <p:cNvPr id="4823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3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157" name="Group 128"/>
          <p:cNvGrpSpPr>
            <a:grpSpLocks/>
          </p:cNvGrpSpPr>
          <p:nvPr/>
        </p:nvGrpSpPr>
        <p:grpSpPr bwMode="auto">
          <a:xfrm>
            <a:off x="2857500" y="3040857"/>
            <a:ext cx="2228850" cy="159544"/>
            <a:chOff x="1440" y="2256"/>
            <a:chExt cx="1872" cy="192"/>
          </a:xfrm>
        </p:grpSpPr>
        <p:grpSp>
          <p:nvGrpSpPr>
            <p:cNvPr id="48217" name="Group 129"/>
            <p:cNvGrpSpPr>
              <a:grpSpLocks/>
            </p:cNvGrpSpPr>
            <p:nvPr/>
          </p:nvGrpSpPr>
          <p:grpSpPr bwMode="auto">
            <a:xfrm>
              <a:off x="2784" y="2256"/>
              <a:ext cx="528" cy="192"/>
              <a:chOff x="2112" y="2064"/>
              <a:chExt cx="528" cy="192"/>
            </a:xfrm>
          </p:grpSpPr>
          <p:grpSp>
            <p:nvGrpSpPr>
              <p:cNvPr id="48226" name="Group 130"/>
              <p:cNvGrpSpPr>
                <a:grpSpLocks/>
              </p:cNvGrpSpPr>
              <p:nvPr/>
            </p:nvGrpSpPr>
            <p:grpSpPr bwMode="auto">
              <a:xfrm>
                <a:off x="2112" y="2064"/>
                <a:ext cx="528" cy="192"/>
                <a:chOff x="2208" y="2112"/>
                <a:chExt cx="528" cy="144"/>
              </a:xfrm>
            </p:grpSpPr>
            <p:sp>
              <p:nvSpPr>
                <p:cNvPr id="4823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823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27" name="Group 133"/>
              <p:cNvGrpSpPr>
                <a:grpSpLocks/>
              </p:cNvGrpSpPr>
              <p:nvPr/>
            </p:nvGrpSpPr>
            <p:grpSpPr bwMode="auto">
              <a:xfrm>
                <a:off x="2448" y="2064"/>
                <a:ext cx="144" cy="144"/>
                <a:chOff x="2448" y="2064"/>
                <a:chExt cx="144" cy="144"/>
              </a:xfrm>
            </p:grpSpPr>
            <p:sp>
              <p:nvSpPr>
                <p:cNvPr id="4822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2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218" name="Group 136"/>
            <p:cNvGrpSpPr>
              <a:grpSpLocks/>
            </p:cNvGrpSpPr>
            <p:nvPr/>
          </p:nvGrpSpPr>
          <p:grpSpPr bwMode="auto">
            <a:xfrm>
              <a:off x="1440" y="2256"/>
              <a:ext cx="672" cy="192"/>
              <a:chOff x="2496" y="2160"/>
              <a:chExt cx="768" cy="144"/>
            </a:xfrm>
          </p:grpSpPr>
          <p:sp>
            <p:nvSpPr>
              <p:cNvPr id="4822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822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2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19" name="Group 140"/>
            <p:cNvGrpSpPr>
              <a:grpSpLocks/>
            </p:cNvGrpSpPr>
            <p:nvPr/>
          </p:nvGrpSpPr>
          <p:grpSpPr bwMode="auto">
            <a:xfrm>
              <a:off x="2112" y="2256"/>
              <a:ext cx="672" cy="192"/>
              <a:chOff x="2496" y="2160"/>
              <a:chExt cx="768" cy="144"/>
            </a:xfrm>
          </p:grpSpPr>
          <p:sp>
            <p:nvSpPr>
              <p:cNvPr id="4822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822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2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158" name="Group 144"/>
          <p:cNvGrpSpPr>
            <a:grpSpLocks/>
          </p:cNvGrpSpPr>
          <p:nvPr/>
        </p:nvGrpSpPr>
        <p:grpSpPr bwMode="auto">
          <a:xfrm>
            <a:off x="3657600" y="4400550"/>
            <a:ext cx="2228850" cy="171450"/>
            <a:chOff x="1440" y="2256"/>
            <a:chExt cx="1872" cy="192"/>
          </a:xfrm>
        </p:grpSpPr>
        <p:grpSp>
          <p:nvGrpSpPr>
            <p:cNvPr id="48202" name="Group 145"/>
            <p:cNvGrpSpPr>
              <a:grpSpLocks/>
            </p:cNvGrpSpPr>
            <p:nvPr/>
          </p:nvGrpSpPr>
          <p:grpSpPr bwMode="auto">
            <a:xfrm>
              <a:off x="2784" y="2256"/>
              <a:ext cx="528" cy="192"/>
              <a:chOff x="2112" y="2064"/>
              <a:chExt cx="528" cy="192"/>
            </a:xfrm>
          </p:grpSpPr>
          <p:grpSp>
            <p:nvGrpSpPr>
              <p:cNvPr id="48211" name="Group 146"/>
              <p:cNvGrpSpPr>
                <a:grpSpLocks/>
              </p:cNvGrpSpPr>
              <p:nvPr/>
            </p:nvGrpSpPr>
            <p:grpSpPr bwMode="auto">
              <a:xfrm>
                <a:off x="2112" y="2064"/>
                <a:ext cx="528" cy="192"/>
                <a:chOff x="2208" y="2112"/>
                <a:chExt cx="528" cy="144"/>
              </a:xfrm>
            </p:grpSpPr>
            <p:sp>
              <p:nvSpPr>
                <p:cNvPr id="4821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821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8212" name="Group 149"/>
              <p:cNvGrpSpPr>
                <a:grpSpLocks/>
              </p:cNvGrpSpPr>
              <p:nvPr/>
            </p:nvGrpSpPr>
            <p:grpSpPr bwMode="auto">
              <a:xfrm>
                <a:off x="2448" y="2064"/>
                <a:ext cx="144" cy="144"/>
                <a:chOff x="2448" y="2064"/>
                <a:chExt cx="144" cy="144"/>
              </a:xfrm>
            </p:grpSpPr>
            <p:sp>
              <p:nvSpPr>
                <p:cNvPr id="4821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21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203" name="Group 152"/>
            <p:cNvGrpSpPr>
              <a:grpSpLocks/>
            </p:cNvGrpSpPr>
            <p:nvPr/>
          </p:nvGrpSpPr>
          <p:grpSpPr bwMode="auto">
            <a:xfrm>
              <a:off x="1440" y="2256"/>
              <a:ext cx="672" cy="192"/>
              <a:chOff x="2496" y="2160"/>
              <a:chExt cx="768" cy="144"/>
            </a:xfrm>
          </p:grpSpPr>
          <p:sp>
            <p:nvSpPr>
              <p:cNvPr id="4820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820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1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8204" name="Group 156"/>
            <p:cNvGrpSpPr>
              <a:grpSpLocks/>
            </p:cNvGrpSpPr>
            <p:nvPr/>
          </p:nvGrpSpPr>
          <p:grpSpPr bwMode="auto">
            <a:xfrm>
              <a:off x="2112" y="2256"/>
              <a:ext cx="672" cy="192"/>
              <a:chOff x="2496" y="2160"/>
              <a:chExt cx="768" cy="144"/>
            </a:xfrm>
          </p:grpSpPr>
          <p:sp>
            <p:nvSpPr>
              <p:cNvPr id="4820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820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0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8159" name="Group 160"/>
          <p:cNvGrpSpPr>
            <a:grpSpLocks/>
          </p:cNvGrpSpPr>
          <p:nvPr/>
        </p:nvGrpSpPr>
        <p:grpSpPr bwMode="auto">
          <a:xfrm>
            <a:off x="2857500" y="4400550"/>
            <a:ext cx="800100" cy="171450"/>
            <a:chOff x="2496" y="2160"/>
            <a:chExt cx="768" cy="144"/>
          </a:xfrm>
        </p:grpSpPr>
        <p:sp>
          <p:nvSpPr>
            <p:cNvPr id="4819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820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20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816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816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816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163"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816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6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816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16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816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6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817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171"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817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7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8174"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8175" name="Rectangle 179"/>
          <p:cNvSpPr>
            <a:spLocks noChangeArrowheads="1"/>
          </p:cNvSpPr>
          <p:nvPr/>
        </p:nvSpPr>
        <p:spPr bwMode="auto">
          <a:xfrm>
            <a:off x="6144646" y="42291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DFS(5)</a:t>
            </a:r>
            <a:endParaRPr lang="zh-CN" altLang="en-US" sz="1800" dirty="0">
              <a:solidFill>
                <a:schemeClr val="tx1"/>
              </a:solidFill>
              <a:latin typeface="+mn-lt"/>
              <a:ea typeface="宋体" panose="02010600030101010101" pitchFamily="2" charset="-122"/>
            </a:endParaRPr>
          </a:p>
        </p:txBody>
      </p:sp>
      <p:sp>
        <p:nvSpPr>
          <p:cNvPr id="48176" name="Line 180"/>
          <p:cNvSpPr>
            <a:spLocks noChangeShapeType="1"/>
          </p:cNvSpPr>
          <p:nvPr/>
        </p:nvSpPr>
        <p:spPr bwMode="auto">
          <a:xfrm>
            <a:off x="6515100" y="41148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77" name="Text Box 181"/>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48178" name="AutoShape 182"/>
          <p:cNvSpPr>
            <a:spLocks noChangeArrowheads="1"/>
          </p:cNvSpPr>
          <p:nvPr/>
        </p:nvSpPr>
        <p:spPr bwMode="auto">
          <a:xfrm>
            <a:off x="4343400" y="30861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8179" name="Group 186"/>
          <p:cNvGrpSpPr>
            <a:grpSpLocks/>
          </p:cNvGrpSpPr>
          <p:nvPr/>
        </p:nvGrpSpPr>
        <p:grpSpPr bwMode="auto">
          <a:xfrm>
            <a:off x="6053138" y="342900"/>
            <a:ext cx="1943100" cy="1943100"/>
            <a:chOff x="2784" y="96"/>
            <a:chExt cx="1632" cy="1680"/>
          </a:xfrm>
        </p:grpSpPr>
        <p:sp>
          <p:nvSpPr>
            <p:cNvPr id="48181"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8182"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8183"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8184"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8185"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8186"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8187"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8188"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89"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0"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1"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2"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3"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4"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8195"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6"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7"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8198"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622857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5AD721CF-53A3-3A91-935A-E0CF21808FC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5AD721CF-53A3-3A91-935A-E0CF21808FC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49154" name="Group 21"/>
          <p:cNvGrpSpPr>
            <a:grpSpLocks/>
          </p:cNvGrpSpPr>
          <p:nvPr/>
        </p:nvGrpSpPr>
        <p:grpSpPr bwMode="auto">
          <a:xfrm>
            <a:off x="1524001" y="2520554"/>
            <a:ext cx="1079897" cy="258365"/>
            <a:chOff x="288" y="2016"/>
            <a:chExt cx="816" cy="192"/>
          </a:xfrm>
        </p:grpSpPr>
        <p:sp>
          <p:nvSpPr>
            <p:cNvPr id="49331"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9332"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915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915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49157" name="Group 26"/>
          <p:cNvGrpSpPr>
            <a:grpSpLocks/>
          </p:cNvGrpSpPr>
          <p:nvPr/>
        </p:nvGrpSpPr>
        <p:grpSpPr bwMode="auto">
          <a:xfrm>
            <a:off x="1524001" y="3036094"/>
            <a:ext cx="1079897" cy="258366"/>
            <a:chOff x="288" y="2016"/>
            <a:chExt cx="816" cy="192"/>
          </a:xfrm>
        </p:grpSpPr>
        <p:sp>
          <p:nvSpPr>
            <p:cNvPr id="49329"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9330"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158" name="Group 29"/>
          <p:cNvGrpSpPr>
            <a:grpSpLocks/>
          </p:cNvGrpSpPr>
          <p:nvPr/>
        </p:nvGrpSpPr>
        <p:grpSpPr bwMode="auto">
          <a:xfrm>
            <a:off x="1524001" y="3294460"/>
            <a:ext cx="1079897" cy="258365"/>
            <a:chOff x="288" y="2016"/>
            <a:chExt cx="816" cy="192"/>
          </a:xfrm>
        </p:grpSpPr>
        <p:sp>
          <p:nvSpPr>
            <p:cNvPr id="49327"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9328"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159" name="Group 32"/>
          <p:cNvGrpSpPr>
            <a:grpSpLocks/>
          </p:cNvGrpSpPr>
          <p:nvPr/>
        </p:nvGrpSpPr>
        <p:grpSpPr bwMode="auto">
          <a:xfrm>
            <a:off x="1524001" y="3552825"/>
            <a:ext cx="1079897" cy="257175"/>
            <a:chOff x="288" y="2016"/>
            <a:chExt cx="816" cy="192"/>
          </a:xfrm>
        </p:grpSpPr>
        <p:sp>
          <p:nvSpPr>
            <p:cNvPr id="49325"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9326"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160" name="Group 35"/>
          <p:cNvGrpSpPr>
            <a:grpSpLocks/>
          </p:cNvGrpSpPr>
          <p:nvPr/>
        </p:nvGrpSpPr>
        <p:grpSpPr bwMode="auto">
          <a:xfrm>
            <a:off x="1524001" y="3810000"/>
            <a:ext cx="1079897" cy="258366"/>
            <a:chOff x="288" y="2016"/>
            <a:chExt cx="816" cy="192"/>
          </a:xfrm>
        </p:grpSpPr>
        <p:sp>
          <p:nvSpPr>
            <p:cNvPr id="49323"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9324"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161" name="Group 38"/>
          <p:cNvGrpSpPr>
            <a:grpSpLocks/>
          </p:cNvGrpSpPr>
          <p:nvPr/>
        </p:nvGrpSpPr>
        <p:grpSpPr bwMode="auto">
          <a:xfrm>
            <a:off x="1524001" y="4325542"/>
            <a:ext cx="1079897" cy="258365"/>
            <a:chOff x="288" y="2016"/>
            <a:chExt cx="816" cy="192"/>
          </a:xfrm>
        </p:grpSpPr>
        <p:sp>
          <p:nvSpPr>
            <p:cNvPr id="49321"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9322"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162" name="Group 41"/>
          <p:cNvGrpSpPr>
            <a:grpSpLocks/>
          </p:cNvGrpSpPr>
          <p:nvPr/>
        </p:nvGrpSpPr>
        <p:grpSpPr bwMode="auto">
          <a:xfrm>
            <a:off x="1524001" y="4068366"/>
            <a:ext cx="1079897" cy="257175"/>
            <a:chOff x="288" y="2016"/>
            <a:chExt cx="816" cy="192"/>
          </a:xfrm>
        </p:grpSpPr>
        <p:sp>
          <p:nvSpPr>
            <p:cNvPr id="49319"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9320"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4916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4916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6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6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6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6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7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7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7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49173" name="Group 54"/>
          <p:cNvGrpSpPr>
            <a:grpSpLocks/>
          </p:cNvGrpSpPr>
          <p:nvPr/>
        </p:nvGrpSpPr>
        <p:grpSpPr bwMode="auto">
          <a:xfrm>
            <a:off x="2857500" y="3612357"/>
            <a:ext cx="1428750" cy="159544"/>
            <a:chOff x="1440" y="2064"/>
            <a:chExt cx="1200" cy="192"/>
          </a:xfrm>
        </p:grpSpPr>
        <p:grpSp>
          <p:nvGrpSpPr>
            <p:cNvPr id="49308" name="Group 55"/>
            <p:cNvGrpSpPr>
              <a:grpSpLocks/>
            </p:cNvGrpSpPr>
            <p:nvPr/>
          </p:nvGrpSpPr>
          <p:grpSpPr bwMode="auto">
            <a:xfrm>
              <a:off x="1440" y="2064"/>
              <a:ext cx="672" cy="192"/>
              <a:chOff x="2496" y="2160"/>
              <a:chExt cx="768" cy="144"/>
            </a:xfrm>
          </p:grpSpPr>
          <p:sp>
            <p:nvSpPr>
              <p:cNvPr id="49316"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9317"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318"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309" name="Group 59"/>
            <p:cNvGrpSpPr>
              <a:grpSpLocks/>
            </p:cNvGrpSpPr>
            <p:nvPr/>
          </p:nvGrpSpPr>
          <p:grpSpPr bwMode="auto">
            <a:xfrm>
              <a:off x="2112" y="2064"/>
              <a:ext cx="528" cy="192"/>
              <a:chOff x="2112" y="2064"/>
              <a:chExt cx="528" cy="192"/>
            </a:xfrm>
          </p:grpSpPr>
          <p:grpSp>
            <p:nvGrpSpPr>
              <p:cNvPr id="49310" name="Group 60"/>
              <p:cNvGrpSpPr>
                <a:grpSpLocks/>
              </p:cNvGrpSpPr>
              <p:nvPr/>
            </p:nvGrpSpPr>
            <p:grpSpPr bwMode="auto">
              <a:xfrm>
                <a:off x="2112" y="2064"/>
                <a:ext cx="528" cy="192"/>
                <a:chOff x="2208" y="2112"/>
                <a:chExt cx="528" cy="144"/>
              </a:xfrm>
            </p:grpSpPr>
            <p:sp>
              <p:nvSpPr>
                <p:cNvPr id="49314"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9315"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311" name="Group 63"/>
              <p:cNvGrpSpPr>
                <a:grpSpLocks/>
              </p:cNvGrpSpPr>
              <p:nvPr/>
            </p:nvGrpSpPr>
            <p:grpSpPr bwMode="auto">
              <a:xfrm>
                <a:off x="2448" y="2064"/>
                <a:ext cx="144" cy="144"/>
                <a:chOff x="2448" y="2064"/>
                <a:chExt cx="144" cy="144"/>
              </a:xfrm>
            </p:grpSpPr>
            <p:sp>
              <p:nvSpPr>
                <p:cNvPr id="49312"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313"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9174" name="Group 66"/>
          <p:cNvGrpSpPr>
            <a:grpSpLocks/>
          </p:cNvGrpSpPr>
          <p:nvPr/>
        </p:nvGrpSpPr>
        <p:grpSpPr bwMode="auto">
          <a:xfrm>
            <a:off x="2857500" y="2800350"/>
            <a:ext cx="2228850" cy="171450"/>
            <a:chOff x="1440" y="2256"/>
            <a:chExt cx="1872" cy="192"/>
          </a:xfrm>
        </p:grpSpPr>
        <p:grpSp>
          <p:nvGrpSpPr>
            <p:cNvPr id="49293" name="Group 67"/>
            <p:cNvGrpSpPr>
              <a:grpSpLocks/>
            </p:cNvGrpSpPr>
            <p:nvPr/>
          </p:nvGrpSpPr>
          <p:grpSpPr bwMode="auto">
            <a:xfrm>
              <a:off x="2784" y="2256"/>
              <a:ext cx="528" cy="192"/>
              <a:chOff x="2112" y="2064"/>
              <a:chExt cx="528" cy="192"/>
            </a:xfrm>
          </p:grpSpPr>
          <p:grpSp>
            <p:nvGrpSpPr>
              <p:cNvPr id="49302" name="Group 68"/>
              <p:cNvGrpSpPr>
                <a:grpSpLocks/>
              </p:cNvGrpSpPr>
              <p:nvPr/>
            </p:nvGrpSpPr>
            <p:grpSpPr bwMode="auto">
              <a:xfrm>
                <a:off x="2112" y="2064"/>
                <a:ext cx="528" cy="192"/>
                <a:chOff x="2208" y="2112"/>
                <a:chExt cx="528" cy="144"/>
              </a:xfrm>
            </p:grpSpPr>
            <p:sp>
              <p:nvSpPr>
                <p:cNvPr id="49306"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9307"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303" name="Group 71"/>
              <p:cNvGrpSpPr>
                <a:grpSpLocks/>
              </p:cNvGrpSpPr>
              <p:nvPr/>
            </p:nvGrpSpPr>
            <p:grpSpPr bwMode="auto">
              <a:xfrm>
                <a:off x="2448" y="2064"/>
                <a:ext cx="144" cy="144"/>
                <a:chOff x="2448" y="2064"/>
                <a:chExt cx="144" cy="144"/>
              </a:xfrm>
            </p:grpSpPr>
            <p:sp>
              <p:nvSpPr>
                <p:cNvPr id="49304"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305"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294" name="Group 74"/>
            <p:cNvGrpSpPr>
              <a:grpSpLocks/>
            </p:cNvGrpSpPr>
            <p:nvPr/>
          </p:nvGrpSpPr>
          <p:grpSpPr bwMode="auto">
            <a:xfrm>
              <a:off x="1440" y="2256"/>
              <a:ext cx="672" cy="192"/>
              <a:chOff x="2496" y="2160"/>
              <a:chExt cx="768" cy="144"/>
            </a:xfrm>
          </p:grpSpPr>
          <p:sp>
            <p:nvSpPr>
              <p:cNvPr id="49299"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9300"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301"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295" name="Group 78"/>
            <p:cNvGrpSpPr>
              <a:grpSpLocks/>
            </p:cNvGrpSpPr>
            <p:nvPr/>
          </p:nvGrpSpPr>
          <p:grpSpPr bwMode="auto">
            <a:xfrm>
              <a:off x="2112" y="2256"/>
              <a:ext cx="672" cy="192"/>
              <a:chOff x="2496" y="2160"/>
              <a:chExt cx="768" cy="144"/>
            </a:xfrm>
          </p:grpSpPr>
          <p:sp>
            <p:nvSpPr>
              <p:cNvPr id="49296"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9297"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98"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175" name="Group 82"/>
          <p:cNvGrpSpPr>
            <a:grpSpLocks/>
          </p:cNvGrpSpPr>
          <p:nvPr/>
        </p:nvGrpSpPr>
        <p:grpSpPr bwMode="auto">
          <a:xfrm>
            <a:off x="2857500" y="3326607"/>
            <a:ext cx="800100" cy="159544"/>
            <a:chOff x="2496" y="2160"/>
            <a:chExt cx="768" cy="144"/>
          </a:xfrm>
        </p:grpSpPr>
        <p:sp>
          <p:nvSpPr>
            <p:cNvPr id="49290"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9291"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92"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176" name="Group 86"/>
          <p:cNvGrpSpPr>
            <a:grpSpLocks/>
          </p:cNvGrpSpPr>
          <p:nvPr/>
        </p:nvGrpSpPr>
        <p:grpSpPr bwMode="auto">
          <a:xfrm>
            <a:off x="3657600" y="3326607"/>
            <a:ext cx="628650" cy="159544"/>
            <a:chOff x="2112" y="2064"/>
            <a:chExt cx="528" cy="192"/>
          </a:xfrm>
        </p:grpSpPr>
        <p:grpSp>
          <p:nvGrpSpPr>
            <p:cNvPr id="49284" name="Group 87"/>
            <p:cNvGrpSpPr>
              <a:grpSpLocks/>
            </p:cNvGrpSpPr>
            <p:nvPr/>
          </p:nvGrpSpPr>
          <p:grpSpPr bwMode="auto">
            <a:xfrm>
              <a:off x="2112" y="2064"/>
              <a:ext cx="528" cy="192"/>
              <a:chOff x="2208" y="2112"/>
              <a:chExt cx="528" cy="144"/>
            </a:xfrm>
          </p:grpSpPr>
          <p:sp>
            <p:nvSpPr>
              <p:cNvPr id="49288"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9289"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85" name="Group 90"/>
            <p:cNvGrpSpPr>
              <a:grpSpLocks/>
            </p:cNvGrpSpPr>
            <p:nvPr/>
          </p:nvGrpSpPr>
          <p:grpSpPr bwMode="auto">
            <a:xfrm>
              <a:off x="2448" y="2064"/>
              <a:ext cx="144" cy="144"/>
              <a:chOff x="2448" y="2064"/>
              <a:chExt cx="144" cy="144"/>
            </a:xfrm>
          </p:grpSpPr>
          <p:sp>
            <p:nvSpPr>
              <p:cNvPr id="49286"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87"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177" name="Group 93"/>
          <p:cNvGrpSpPr>
            <a:grpSpLocks/>
          </p:cNvGrpSpPr>
          <p:nvPr/>
        </p:nvGrpSpPr>
        <p:grpSpPr bwMode="auto">
          <a:xfrm>
            <a:off x="2857500" y="2571750"/>
            <a:ext cx="1428750" cy="171450"/>
            <a:chOff x="1440" y="2064"/>
            <a:chExt cx="1200" cy="192"/>
          </a:xfrm>
        </p:grpSpPr>
        <p:grpSp>
          <p:nvGrpSpPr>
            <p:cNvPr id="49273" name="Group 94"/>
            <p:cNvGrpSpPr>
              <a:grpSpLocks/>
            </p:cNvGrpSpPr>
            <p:nvPr/>
          </p:nvGrpSpPr>
          <p:grpSpPr bwMode="auto">
            <a:xfrm>
              <a:off x="1440" y="2064"/>
              <a:ext cx="672" cy="192"/>
              <a:chOff x="2496" y="2160"/>
              <a:chExt cx="768" cy="144"/>
            </a:xfrm>
          </p:grpSpPr>
          <p:sp>
            <p:nvSpPr>
              <p:cNvPr id="49281"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49282"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83"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274" name="Group 98"/>
            <p:cNvGrpSpPr>
              <a:grpSpLocks/>
            </p:cNvGrpSpPr>
            <p:nvPr/>
          </p:nvGrpSpPr>
          <p:grpSpPr bwMode="auto">
            <a:xfrm>
              <a:off x="2112" y="2064"/>
              <a:ext cx="528" cy="192"/>
              <a:chOff x="2112" y="2064"/>
              <a:chExt cx="528" cy="192"/>
            </a:xfrm>
          </p:grpSpPr>
          <p:grpSp>
            <p:nvGrpSpPr>
              <p:cNvPr id="49275" name="Group 99"/>
              <p:cNvGrpSpPr>
                <a:grpSpLocks/>
              </p:cNvGrpSpPr>
              <p:nvPr/>
            </p:nvGrpSpPr>
            <p:grpSpPr bwMode="auto">
              <a:xfrm>
                <a:off x="2112" y="2064"/>
                <a:ext cx="528" cy="192"/>
                <a:chOff x="2208" y="2112"/>
                <a:chExt cx="528" cy="144"/>
              </a:xfrm>
            </p:grpSpPr>
            <p:sp>
              <p:nvSpPr>
                <p:cNvPr id="49279"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9280"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76" name="Group 102"/>
              <p:cNvGrpSpPr>
                <a:grpSpLocks/>
              </p:cNvGrpSpPr>
              <p:nvPr/>
            </p:nvGrpSpPr>
            <p:grpSpPr bwMode="auto">
              <a:xfrm>
                <a:off x="2448" y="2064"/>
                <a:ext cx="144" cy="144"/>
                <a:chOff x="2448" y="2064"/>
                <a:chExt cx="144" cy="144"/>
              </a:xfrm>
            </p:grpSpPr>
            <p:sp>
              <p:nvSpPr>
                <p:cNvPr id="49277"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78"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9178" name="Group 105"/>
          <p:cNvGrpSpPr>
            <a:grpSpLocks/>
          </p:cNvGrpSpPr>
          <p:nvPr/>
        </p:nvGrpSpPr>
        <p:grpSpPr bwMode="auto">
          <a:xfrm>
            <a:off x="2857500" y="3886200"/>
            <a:ext cx="1428750" cy="171450"/>
            <a:chOff x="1440" y="2064"/>
            <a:chExt cx="1200" cy="192"/>
          </a:xfrm>
        </p:grpSpPr>
        <p:grpSp>
          <p:nvGrpSpPr>
            <p:cNvPr id="49262" name="Group 106"/>
            <p:cNvGrpSpPr>
              <a:grpSpLocks/>
            </p:cNvGrpSpPr>
            <p:nvPr/>
          </p:nvGrpSpPr>
          <p:grpSpPr bwMode="auto">
            <a:xfrm>
              <a:off x="1440" y="2064"/>
              <a:ext cx="672" cy="192"/>
              <a:chOff x="2496" y="2160"/>
              <a:chExt cx="768" cy="144"/>
            </a:xfrm>
          </p:grpSpPr>
          <p:sp>
            <p:nvSpPr>
              <p:cNvPr id="49270"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9271"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72"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263" name="Group 110"/>
            <p:cNvGrpSpPr>
              <a:grpSpLocks/>
            </p:cNvGrpSpPr>
            <p:nvPr/>
          </p:nvGrpSpPr>
          <p:grpSpPr bwMode="auto">
            <a:xfrm>
              <a:off x="2112" y="2064"/>
              <a:ext cx="528" cy="192"/>
              <a:chOff x="2112" y="2064"/>
              <a:chExt cx="528" cy="192"/>
            </a:xfrm>
          </p:grpSpPr>
          <p:grpSp>
            <p:nvGrpSpPr>
              <p:cNvPr id="49264" name="Group 111"/>
              <p:cNvGrpSpPr>
                <a:grpSpLocks/>
              </p:cNvGrpSpPr>
              <p:nvPr/>
            </p:nvGrpSpPr>
            <p:grpSpPr bwMode="auto">
              <a:xfrm>
                <a:off x="2112" y="2064"/>
                <a:ext cx="528" cy="192"/>
                <a:chOff x="2208" y="2112"/>
                <a:chExt cx="528" cy="144"/>
              </a:xfrm>
            </p:grpSpPr>
            <p:sp>
              <p:nvSpPr>
                <p:cNvPr id="49268"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9269"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65" name="Group 114"/>
              <p:cNvGrpSpPr>
                <a:grpSpLocks/>
              </p:cNvGrpSpPr>
              <p:nvPr/>
            </p:nvGrpSpPr>
            <p:grpSpPr bwMode="auto">
              <a:xfrm>
                <a:off x="2448" y="2064"/>
                <a:ext cx="144" cy="144"/>
                <a:chOff x="2448" y="2064"/>
                <a:chExt cx="144" cy="144"/>
              </a:xfrm>
            </p:grpSpPr>
            <p:sp>
              <p:nvSpPr>
                <p:cNvPr id="49266"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67"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49179" name="Group 117"/>
          <p:cNvGrpSpPr>
            <a:grpSpLocks/>
          </p:cNvGrpSpPr>
          <p:nvPr/>
        </p:nvGrpSpPr>
        <p:grpSpPr bwMode="auto">
          <a:xfrm>
            <a:off x="2857500" y="4126707"/>
            <a:ext cx="800100" cy="159544"/>
            <a:chOff x="2496" y="2160"/>
            <a:chExt cx="768" cy="144"/>
          </a:xfrm>
        </p:grpSpPr>
        <p:sp>
          <p:nvSpPr>
            <p:cNvPr id="49259"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49260"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61"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180" name="Group 121"/>
          <p:cNvGrpSpPr>
            <a:grpSpLocks/>
          </p:cNvGrpSpPr>
          <p:nvPr/>
        </p:nvGrpSpPr>
        <p:grpSpPr bwMode="auto">
          <a:xfrm>
            <a:off x="3657600" y="4126707"/>
            <a:ext cx="628650" cy="159544"/>
            <a:chOff x="2112" y="2064"/>
            <a:chExt cx="528" cy="192"/>
          </a:xfrm>
        </p:grpSpPr>
        <p:grpSp>
          <p:nvGrpSpPr>
            <p:cNvPr id="49253" name="Group 122"/>
            <p:cNvGrpSpPr>
              <a:grpSpLocks/>
            </p:cNvGrpSpPr>
            <p:nvPr/>
          </p:nvGrpSpPr>
          <p:grpSpPr bwMode="auto">
            <a:xfrm>
              <a:off x="2112" y="2064"/>
              <a:ext cx="528" cy="192"/>
              <a:chOff x="2208" y="2112"/>
              <a:chExt cx="528" cy="144"/>
            </a:xfrm>
          </p:grpSpPr>
          <p:sp>
            <p:nvSpPr>
              <p:cNvPr id="49257"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49258"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54" name="Group 125"/>
            <p:cNvGrpSpPr>
              <a:grpSpLocks/>
            </p:cNvGrpSpPr>
            <p:nvPr/>
          </p:nvGrpSpPr>
          <p:grpSpPr bwMode="auto">
            <a:xfrm>
              <a:off x="2448" y="2064"/>
              <a:ext cx="144" cy="144"/>
              <a:chOff x="2448" y="2064"/>
              <a:chExt cx="144" cy="144"/>
            </a:xfrm>
          </p:grpSpPr>
          <p:sp>
            <p:nvSpPr>
              <p:cNvPr id="49255"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56"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181" name="Group 128"/>
          <p:cNvGrpSpPr>
            <a:grpSpLocks/>
          </p:cNvGrpSpPr>
          <p:nvPr/>
        </p:nvGrpSpPr>
        <p:grpSpPr bwMode="auto">
          <a:xfrm>
            <a:off x="2857500" y="3040857"/>
            <a:ext cx="2228850" cy="159544"/>
            <a:chOff x="1440" y="2256"/>
            <a:chExt cx="1872" cy="192"/>
          </a:xfrm>
        </p:grpSpPr>
        <p:grpSp>
          <p:nvGrpSpPr>
            <p:cNvPr id="49238" name="Group 129"/>
            <p:cNvGrpSpPr>
              <a:grpSpLocks/>
            </p:cNvGrpSpPr>
            <p:nvPr/>
          </p:nvGrpSpPr>
          <p:grpSpPr bwMode="auto">
            <a:xfrm>
              <a:off x="2784" y="2256"/>
              <a:ext cx="528" cy="192"/>
              <a:chOff x="2112" y="2064"/>
              <a:chExt cx="528" cy="192"/>
            </a:xfrm>
          </p:grpSpPr>
          <p:grpSp>
            <p:nvGrpSpPr>
              <p:cNvPr id="49247" name="Group 130"/>
              <p:cNvGrpSpPr>
                <a:grpSpLocks/>
              </p:cNvGrpSpPr>
              <p:nvPr/>
            </p:nvGrpSpPr>
            <p:grpSpPr bwMode="auto">
              <a:xfrm>
                <a:off x="2112" y="2064"/>
                <a:ext cx="528" cy="192"/>
                <a:chOff x="2208" y="2112"/>
                <a:chExt cx="528" cy="144"/>
              </a:xfrm>
            </p:grpSpPr>
            <p:sp>
              <p:nvSpPr>
                <p:cNvPr id="49251"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9252"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48" name="Group 133"/>
              <p:cNvGrpSpPr>
                <a:grpSpLocks/>
              </p:cNvGrpSpPr>
              <p:nvPr/>
            </p:nvGrpSpPr>
            <p:grpSpPr bwMode="auto">
              <a:xfrm>
                <a:off x="2448" y="2064"/>
                <a:ext cx="144" cy="144"/>
                <a:chOff x="2448" y="2064"/>
                <a:chExt cx="144" cy="144"/>
              </a:xfrm>
            </p:grpSpPr>
            <p:sp>
              <p:nvSpPr>
                <p:cNvPr id="49249"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50"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239" name="Group 136"/>
            <p:cNvGrpSpPr>
              <a:grpSpLocks/>
            </p:cNvGrpSpPr>
            <p:nvPr/>
          </p:nvGrpSpPr>
          <p:grpSpPr bwMode="auto">
            <a:xfrm>
              <a:off x="1440" y="2256"/>
              <a:ext cx="672" cy="192"/>
              <a:chOff x="2496" y="2160"/>
              <a:chExt cx="768" cy="144"/>
            </a:xfrm>
          </p:grpSpPr>
          <p:sp>
            <p:nvSpPr>
              <p:cNvPr id="49244"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49245"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46"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240" name="Group 140"/>
            <p:cNvGrpSpPr>
              <a:grpSpLocks/>
            </p:cNvGrpSpPr>
            <p:nvPr/>
          </p:nvGrpSpPr>
          <p:grpSpPr bwMode="auto">
            <a:xfrm>
              <a:off x="2112" y="2256"/>
              <a:ext cx="672" cy="192"/>
              <a:chOff x="2496" y="2160"/>
              <a:chExt cx="768" cy="144"/>
            </a:xfrm>
          </p:grpSpPr>
          <p:sp>
            <p:nvSpPr>
              <p:cNvPr id="49241"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9242"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43"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182" name="Group 144"/>
          <p:cNvGrpSpPr>
            <a:grpSpLocks/>
          </p:cNvGrpSpPr>
          <p:nvPr/>
        </p:nvGrpSpPr>
        <p:grpSpPr bwMode="auto">
          <a:xfrm>
            <a:off x="3657600" y="4400550"/>
            <a:ext cx="2228850" cy="171450"/>
            <a:chOff x="1440" y="2256"/>
            <a:chExt cx="1872" cy="192"/>
          </a:xfrm>
        </p:grpSpPr>
        <p:grpSp>
          <p:nvGrpSpPr>
            <p:cNvPr id="49223" name="Group 145"/>
            <p:cNvGrpSpPr>
              <a:grpSpLocks/>
            </p:cNvGrpSpPr>
            <p:nvPr/>
          </p:nvGrpSpPr>
          <p:grpSpPr bwMode="auto">
            <a:xfrm>
              <a:off x="2784" y="2256"/>
              <a:ext cx="528" cy="192"/>
              <a:chOff x="2112" y="2064"/>
              <a:chExt cx="528" cy="192"/>
            </a:xfrm>
          </p:grpSpPr>
          <p:grpSp>
            <p:nvGrpSpPr>
              <p:cNvPr id="49232" name="Group 146"/>
              <p:cNvGrpSpPr>
                <a:grpSpLocks/>
              </p:cNvGrpSpPr>
              <p:nvPr/>
            </p:nvGrpSpPr>
            <p:grpSpPr bwMode="auto">
              <a:xfrm>
                <a:off x="2112" y="2064"/>
                <a:ext cx="528" cy="192"/>
                <a:chOff x="2208" y="2112"/>
                <a:chExt cx="528" cy="144"/>
              </a:xfrm>
            </p:grpSpPr>
            <p:sp>
              <p:nvSpPr>
                <p:cNvPr id="49236"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49237"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49233" name="Group 149"/>
              <p:cNvGrpSpPr>
                <a:grpSpLocks/>
              </p:cNvGrpSpPr>
              <p:nvPr/>
            </p:nvGrpSpPr>
            <p:grpSpPr bwMode="auto">
              <a:xfrm>
                <a:off x="2448" y="2064"/>
                <a:ext cx="144" cy="144"/>
                <a:chOff x="2448" y="2064"/>
                <a:chExt cx="144" cy="144"/>
              </a:xfrm>
            </p:grpSpPr>
            <p:sp>
              <p:nvSpPr>
                <p:cNvPr id="49234"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35"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224" name="Group 152"/>
            <p:cNvGrpSpPr>
              <a:grpSpLocks/>
            </p:cNvGrpSpPr>
            <p:nvPr/>
          </p:nvGrpSpPr>
          <p:grpSpPr bwMode="auto">
            <a:xfrm>
              <a:off x="1440" y="2256"/>
              <a:ext cx="672" cy="192"/>
              <a:chOff x="2496" y="2160"/>
              <a:chExt cx="768" cy="144"/>
            </a:xfrm>
          </p:grpSpPr>
          <p:sp>
            <p:nvSpPr>
              <p:cNvPr id="49229"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49230"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31"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49225" name="Group 156"/>
            <p:cNvGrpSpPr>
              <a:grpSpLocks/>
            </p:cNvGrpSpPr>
            <p:nvPr/>
          </p:nvGrpSpPr>
          <p:grpSpPr bwMode="auto">
            <a:xfrm>
              <a:off x="2112" y="2256"/>
              <a:ext cx="672" cy="192"/>
              <a:chOff x="2496" y="2160"/>
              <a:chExt cx="768" cy="144"/>
            </a:xfrm>
          </p:grpSpPr>
          <p:sp>
            <p:nvSpPr>
              <p:cNvPr id="49226"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49227"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28"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49183" name="Group 160"/>
          <p:cNvGrpSpPr>
            <a:grpSpLocks/>
          </p:cNvGrpSpPr>
          <p:nvPr/>
        </p:nvGrpSpPr>
        <p:grpSpPr bwMode="auto">
          <a:xfrm>
            <a:off x="2857500" y="4400550"/>
            <a:ext cx="800100" cy="171450"/>
            <a:chOff x="2496" y="2160"/>
            <a:chExt cx="768" cy="144"/>
          </a:xfrm>
        </p:grpSpPr>
        <p:sp>
          <p:nvSpPr>
            <p:cNvPr id="49220"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49221"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222"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4918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4918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4918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187"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4918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8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4919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191"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4919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9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4919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195"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4919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19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49198" name="AutoShape 178"/>
          <p:cNvSpPr>
            <a:spLocks noChangeArrowheads="1"/>
          </p:cNvSpPr>
          <p:nvPr/>
        </p:nvSpPr>
        <p:spPr bwMode="auto">
          <a:xfrm>
            <a:off x="38290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4919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grpSp>
        <p:nvGrpSpPr>
          <p:cNvPr id="49200" name="Group 183"/>
          <p:cNvGrpSpPr>
            <a:grpSpLocks/>
          </p:cNvGrpSpPr>
          <p:nvPr/>
        </p:nvGrpSpPr>
        <p:grpSpPr bwMode="auto">
          <a:xfrm>
            <a:off x="6053138" y="342900"/>
            <a:ext cx="1943100" cy="1943100"/>
            <a:chOff x="2784" y="96"/>
            <a:chExt cx="1632" cy="1680"/>
          </a:xfrm>
        </p:grpSpPr>
        <p:sp>
          <p:nvSpPr>
            <p:cNvPr id="49202" name="Oval 18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49203" name="Oval 18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49204" name="Oval 18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49205" name="Oval 18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49206" name="Oval 18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49207" name="Oval 18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49208" name="Oval 19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49209" name="Line 19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0" name="Line 19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1" name="Line 19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2" name="Line 19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3" name="Line 19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4" name="Line 19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5" name="Oval 19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49216" name="Line 19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7" name="Line 19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8" name="Line 20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49219" name="Line 20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7470978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8B3FAD8C-0D8E-4B1E-B002-78F73972708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8B3FAD8C-0D8E-4B1E-B002-78F73972708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0178" name="Group 21"/>
          <p:cNvGrpSpPr>
            <a:grpSpLocks/>
          </p:cNvGrpSpPr>
          <p:nvPr/>
        </p:nvGrpSpPr>
        <p:grpSpPr bwMode="auto">
          <a:xfrm>
            <a:off x="1524001" y="2520554"/>
            <a:ext cx="1079897" cy="258365"/>
            <a:chOff x="288" y="2016"/>
            <a:chExt cx="816" cy="192"/>
          </a:xfrm>
        </p:grpSpPr>
        <p:sp>
          <p:nvSpPr>
            <p:cNvPr id="5035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035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017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018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0181" name="Group 26"/>
          <p:cNvGrpSpPr>
            <a:grpSpLocks/>
          </p:cNvGrpSpPr>
          <p:nvPr/>
        </p:nvGrpSpPr>
        <p:grpSpPr bwMode="auto">
          <a:xfrm>
            <a:off x="1524001" y="3036094"/>
            <a:ext cx="1079897" cy="258366"/>
            <a:chOff x="288" y="2016"/>
            <a:chExt cx="816" cy="192"/>
          </a:xfrm>
        </p:grpSpPr>
        <p:sp>
          <p:nvSpPr>
            <p:cNvPr id="5035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035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182" name="Group 29"/>
          <p:cNvGrpSpPr>
            <a:grpSpLocks/>
          </p:cNvGrpSpPr>
          <p:nvPr/>
        </p:nvGrpSpPr>
        <p:grpSpPr bwMode="auto">
          <a:xfrm>
            <a:off x="1524001" y="3294460"/>
            <a:ext cx="1079897" cy="258365"/>
            <a:chOff x="288" y="2016"/>
            <a:chExt cx="816" cy="192"/>
          </a:xfrm>
        </p:grpSpPr>
        <p:sp>
          <p:nvSpPr>
            <p:cNvPr id="5035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035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183" name="Group 32"/>
          <p:cNvGrpSpPr>
            <a:grpSpLocks/>
          </p:cNvGrpSpPr>
          <p:nvPr/>
        </p:nvGrpSpPr>
        <p:grpSpPr bwMode="auto">
          <a:xfrm>
            <a:off x="1524001" y="3552825"/>
            <a:ext cx="1079897" cy="257175"/>
            <a:chOff x="288" y="2016"/>
            <a:chExt cx="816" cy="192"/>
          </a:xfrm>
        </p:grpSpPr>
        <p:sp>
          <p:nvSpPr>
            <p:cNvPr id="5034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035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184" name="Group 35"/>
          <p:cNvGrpSpPr>
            <a:grpSpLocks/>
          </p:cNvGrpSpPr>
          <p:nvPr/>
        </p:nvGrpSpPr>
        <p:grpSpPr bwMode="auto">
          <a:xfrm>
            <a:off x="1524001" y="3810000"/>
            <a:ext cx="1079897" cy="258366"/>
            <a:chOff x="288" y="2016"/>
            <a:chExt cx="816" cy="192"/>
          </a:xfrm>
        </p:grpSpPr>
        <p:sp>
          <p:nvSpPr>
            <p:cNvPr id="5034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034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185" name="Group 38"/>
          <p:cNvGrpSpPr>
            <a:grpSpLocks/>
          </p:cNvGrpSpPr>
          <p:nvPr/>
        </p:nvGrpSpPr>
        <p:grpSpPr bwMode="auto">
          <a:xfrm>
            <a:off x="1524001" y="4325542"/>
            <a:ext cx="1079897" cy="258365"/>
            <a:chOff x="288" y="2016"/>
            <a:chExt cx="816" cy="192"/>
          </a:xfrm>
        </p:grpSpPr>
        <p:sp>
          <p:nvSpPr>
            <p:cNvPr id="5034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034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186" name="Group 41"/>
          <p:cNvGrpSpPr>
            <a:grpSpLocks/>
          </p:cNvGrpSpPr>
          <p:nvPr/>
        </p:nvGrpSpPr>
        <p:grpSpPr bwMode="auto">
          <a:xfrm>
            <a:off x="1524001" y="4068366"/>
            <a:ext cx="1079897" cy="257175"/>
            <a:chOff x="288" y="2016"/>
            <a:chExt cx="816" cy="192"/>
          </a:xfrm>
        </p:grpSpPr>
        <p:sp>
          <p:nvSpPr>
            <p:cNvPr id="5034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034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018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018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19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0197" name="Group 54"/>
          <p:cNvGrpSpPr>
            <a:grpSpLocks/>
          </p:cNvGrpSpPr>
          <p:nvPr/>
        </p:nvGrpSpPr>
        <p:grpSpPr bwMode="auto">
          <a:xfrm>
            <a:off x="2857500" y="3612357"/>
            <a:ext cx="1428750" cy="159544"/>
            <a:chOff x="1440" y="2064"/>
            <a:chExt cx="1200" cy="192"/>
          </a:xfrm>
        </p:grpSpPr>
        <p:grpSp>
          <p:nvGrpSpPr>
            <p:cNvPr id="50332" name="Group 55"/>
            <p:cNvGrpSpPr>
              <a:grpSpLocks/>
            </p:cNvGrpSpPr>
            <p:nvPr/>
          </p:nvGrpSpPr>
          <p:grpSpPr bwMode="auto">
            <a:xfrm>
              <a:off x="1440" y="2064"/>
              <a:ext cx="672" cy="192"/>
              <a:chOff x="2496" y="2160"/>
              <a:chExt cx="768" cy="144"/>
            </a:xfrm>
          </p:grpSpPr>
          <p:sp>
            <p:nvSpPr>
              <p:cNvPr id="5034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034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34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333" name="Group 59"/>
            <p:cNvGrpSpPr>
              <a:grpSpLocks/>
            </p:cNvGrpSpPr>
            <p:nvPr/>
          </p:nvGrpSpPr>
          <p:grpSpPr bwMode="auto">
            <a:xfrm>
              <a:off x="2112" y="2064"/>
              <a:ext cx="528" cy="192"/>
              <a:chOff x="2112" y="2064"/>
              <a:chExt cx="528" cy="192"/>
            </a:xfrm>
          </p:grpSpPr>
          <p:grpSp>
            <p:nvGrpSpPr>
              <p:cNvPr id="50334" name="Group 60"/>
              <p:cNvGrpSpPr>
                <a:grpSpLocks/>
              </p:cNvGrpSpPr>
              <p:nvPr/>
            </p:nvGrpSpPr>
            <p:grpSpPr bwMode="auto">
              <a:xfrm>
                <a:off x="2112" y="2064"/>
                <a:ext cx="528" cy="192"/>
                <a:chOff x="2208" y="2112"/>
                <a:chExt cx="528" cy="144"/>
              </a:xfrm>
            </p:grpSpPr>
            <p:sp>
              <p:nvSpPr>
                <p:cNvPr id="5033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033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335" name="Group 63"/>
              <p:cNvGrpSpPr>
                <a:grpSpLocks/>
              </p:cNvGrpSpPr>
              <p:nvPr/>
            </p:nvGrpSpPr>
            <p:grpSpPr bwMode="auto">
              <a:xfrm>
                <a:off x="2448" y="2064"/>
                <a:ext cx="144" cy="144"/>
                <a:chOff x="2448" y="2064"/>
                <a:chExt cx="144" cy="144"/>
              </a:xfrm>
            </p:grpSpPr>
            <p:sp>
              <p:nvSpPr>
                <p:cNvPr id="5033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33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0198" name="Group 66"/>
          <p:cNvGrpSpPr>
            <a:grpSpLocks/>
          </p:cNvGrpSpPr>
          <p:nvPr/>
        </p:nvGrpSpPr>
        <p:grpSpPr bwMode="auto">
          <a:xfrm>
            <a:off x="2857500" y="2800350"/>
            <a:ext cx="2228850" cy="171450"/>
            <a:chOff x="1440" y="2256"/>
            <a:chExt cx="1872" cy="192"/>
          </a:xfrm>
        </p:grpSpPr>
        <p:grpSp>
          <p:nvGrpSpPr>
            <p:cNvPr id="50317" name="Group 67"/>
            <p:cNvGrpSpPr>
              <a:grpSpLocks/>
            </p:cNvGrpSpPr>
            <p:nvPr/>
          </p:nvGrpSpPr>
          <p:grpSpPr bwMode="auto">
            <a:xfrm>
              <a:off x="2784" y="2256"/>
              <a:ext cx="528" cy="192"/>
              <a:chOff x="2112" y="2064"/>
              <a:chExt cx="528" cy="192"/>
            </a:xfrm>
          </p:grpSpPr>
          <p:grpSp>
            <p:nvGrpSpPr>
              <p:cNvPr id="50326" name="Group 68"/>
              <p:cNvGrpSpPr>
                <a:grpSpLocks/>
              </p:cNvGrpSpPr>
              <p:nvPr/>
            </p:nvGrpSpPr>
            <p:grpSpPr bwMode="auto">
              <a:xfrm>
                <a:off x="2112" y="2064"/>
                <a:ext cx="528" cy="192"/>
                <a:chOff x="2208" y="2112"/>
                <a:chExt cx="528" cy="144"/>
              </a:xfrm>
            </p:grpSpPr>
            <p:sp>
              <p:nvSpPr>
                <p:cNvPr id="5033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033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327" name="Group 71"/>
              <p:cNvGrpSpPr>
                <a:grpSpLocks/>
              </p:cNvGrpSpPr>
              <p:nvPr/>
            </p:nvGrpSpPr>
            <p:grpSpPr bwMode="auto">
              <a:xfrm>
                <a:off x="2448" y="2064"/>
                <a:ext cx="144" cy="144"/>
                <a:chOff x="2448" y="2064"/>
                <a:chExt cx="144" cy="144"/>
              </a:xfrm>
            </p:grpSpPr>
            <p:sp>
              <p:nvSpPr>
                <p:cNvPr id="5032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32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318" name="Group 74"/>
            <p:cNvGrpSpPr>
              <a:grpSpLocks/>
            </p:cNvGrpSpPr>
            <p:nvPr/>
          </p:nvGrpSpPr>
          <p:grpSpPr bwMode="auto">
            <a:xfrm>
              <a:off x="1440" y="2256"/>
              <a:ext cx="672" cy="192"/>
              <a:chOff x="2496" y="2160"/>
              <a:chExt cx="768" cy="144"/>
            </a:xfrm>
          </p:grpSpPr>
          <p:sp>
            <p:nvSpPr>
              <p:cNvPr id="5032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032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32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319" name="Group 78"/>
            <p:cNvGrpSpPr>
              <a:grpSpLocks/>
            </p:cNvGrpSpPr>
            <p:nvPr/>
          </p:nvGrpSpPr>
          <p:grpSpPr bwMode="auto">
            <a:xfrm>
              <a:off x="2112" y="2256"/>
              <a:ext cx="672" cy="192"/>
              <a:chOff x="2496" y="2160"/>
              <a:chExt cx="768" cy="144"/>
            </a:xfrm>
          </p:grpSpPr>
          <p:sp>
            <p:nvSpPr>
              <p:cNvPr id="5032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032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32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199" name="Group 82"/>
          <p:cNvGrpSpPr>
            <a:grpSpLocks/>
          </p:cNvGrpSpPr>
          <p:nvPr/>
        </p:nvGrpSpPr>
        <p:grpSpPr bwMode="auto">
          <a:xfrm>
            <a:off x="2857500" y="3326607"/>
            <a:ext cx="800100" cy="159544"/>
            <a:chOff x="2496" y="2160"/>
            <a:chExt cx="768" cy="144"/>
          </a:xfrm>
        </p:grpSpPr>
        <p:sp>
          <p:nvSpPr>
            <p:cNvPr id="5031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031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31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00" name="Group 86"/>
          <p:cNvGrpSpPr>
            <a:grpSpLocks/>
          </p:cNvGrpSpPr>
          <p:nvPr/>
        </p:nvGrpSpPr>
        <p:grpSpPr bwMode="auto">
          <a:xfrm>
            <a:off x="3657600" y="3326607"/>
            <a:ext cx="628650" cy="159544"/>
            <a:chOff x="2112" y="2064"/>
            <a:chExt cx="528" cy="192"/>
          </a:xfrm>
        </p:grpSpPr>
        <p:grpSp>
          <p:nvGrpSpPr>
            <p:cNvPr id="50308" name="Group 87"/>
            <p:cNvGrpSpPr>
              <a:grpSpLocks/>
            </p:cNvGrpSpPr>
            <p:nvPr/>
          </p:nvGrpSpPr>
          <p:grpSpPr bwMode="auto">
            <a:xfrm>
              <a:off x="2112" y="2064"/>
              <a:ext cx="528" cy="192"/>
              <a:chOff x="2208" y="2112"/>
              <a:chExt cx="528" cy="144"/>
            </a:xfrm>
          </p:grpSpPr>
          <p:sp>
            <p:nvSpPr>
              <p:cNvPr id="5031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031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309" name="Group 90"/>
            <p:cNvGrpSpPr>
              <a:grpSpLocks/>
            </p:cNvGrpSpPr>
            <p:nvPr/>
          </p:nvGrpSpPr>
          <p:grpSpPr bwMode="auto">
            <a:xfrm>
              <a:off x="2448" y="2064"/>
              <a:ext cx="144" cy="144"/>
              <a:chOff x="2448" y="2064"/>
              <a:chExt cx="144" cy="144"/>
            </a:xfrm>
          </p:grpSpPr>
          <p:sp>
            <p:nvSpPr>
              <p:cNvPr id="5031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31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01" name="Group 93"/>
          <p:cNvGrpSpPr>
            <a:grpSpLocks/>
          </p:cNvGrpSpPr>
          <p:nvPr/>
        </p:nvGrpSpPr>
        <p:grpSpPr bwMode="auto">
          <a:xfrm>
            <a:off x="2857500" y="2571750"/>
            <a:ext cx="1428750" cy="171450"/>
            <a:chOff x="1440" y="2064"/>
            <a:chExt cx="1200" cy="192"/>
          </a:xfrm>
        </p:grpSpPr>
        <p:grpSp>
          <p:nvGrpSpPr>
            <p:cNvPr id="50297" name="Group 94"/>
            <p:cNvGrpSpPr>
              <a:grpSpLocks/>
            </p:cNvGrpSpPr>
            <p:nvPr/>
          </p:nvGrpSpPr>
          <p:grpSpPr bwMode="auto">
            <a:xfrm>
              <a:off x="1440" y="2064"/>
              <a:ext cx="672" cy="192"/>
              <a:chOff x="2496" y="2160"/>
              <a:chExt cx="768" cy="144"/>
            </a:xfrm>
          </p:grpSpPr>
          <p:sp>
            <p:nvSpPr>
              <p:cNvPr id="5030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030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30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98" name="Group 98"/>
            <p:cNvGrpSpPr>
              <a:grpSpLocks/>
            </p:cNvGrpSpPr>
            <p:nvPr/>
          </p:nvGrpSpPr>
          <p:grpSpPr bwMode="auto">
            <a:xfrm>
              <a:off x="2112" y="2064"/>
              <a:ext cx="528" cy="192"/>
              <a:chOff x="2112" y="2064"/>
              <a:chExt cx="528" cy="192"/>
            </a:xfrm>
          </p:grpSpPr>
          <p:grpSp>
            <p:nvGrpSpPr>
              <p:cNvPr id="50299" name="Group 99"/>
              <p:cNvGrpSpPr>
                <a:grpSpLocks/>
              </p:cNvGrpSpPr>
              <p:nvPr/>
            </p:nvGrpSpPr>
            <p:grpSpPr bwMode="auto">
              <a:xfrm>
                <a:off x="2112" y="2064"/>
                <a:ext cx="528" cy="192"/>
                <a:chOff x="2208" y="2112"/>
                <a:chExt cx="528" cy="144"/>
              </a:xfrm>
            </p:grpSpPr>
            <p:sp>
              <p:nvSpPr>
                <p:cNvPr id="5030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030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300" name="Group 102"/>
              <p:cNvGrpSpPr>
                <a:grpSpLocks/>
              </p:cNvGrpSpPr>
              <p:nvPr/>
            </p:nvGrpSpPr>
            <p:grpSpPr bwMode="auto">
              <a:xfrm>
                <a:off x="2448" y="2064"/>
                <a:ext cx="144" cy="144"/>
                <a:chOff x="2448" y="2064"/>
                <a:chExt cx="144" cy="144"/>
              </a:xfrm>
            </p:grpSpPr>
            <p:sp>
              <p:nvSpPr>
                <p:cNvPr id="5030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30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0202" name="Group 105"/>
          <p:cNvGrpSpPr>
            <a:grpSpLocks/>
          </p:cNvGrpSpPr>
          <p:nvPr/>
        </p:nvGrpSpPr>
        <p:grpSpPr bwMode="auto">
          <a:xfrm>
            <a:off x="2857500" y="3886200"/>
            <a:ext cx="1428750" cy="171450"/>
            <a:chOff x="1440" y="2064"/>
            <a:chExt cx="1200" cy="192"/>
          </a:xfrm>
        </p:grpSpPr>
        <p:grpSp>
          <p:nvGrpSpPr>
            <p:cNvPr id="50286" name="Group 106"/>
            <p:cNvGrpSpPr>
              <a:grpSpLocks/>
            </p:cNvGrpSpPr>
            <p:nvPr/>
          </p:nvGrpSpPr>
          <p:grpSpPr bwMode="auto">
            <a:xfrm>
              <a:off x="1440" y="2064"/>
              <a:ext cx="672" cy="192"/>
              <a:chOff x="2496" y="2160"/>
              <a:chExt cx="768" cy="144"/>
            </a:xfrm>
          </p:grpSpPr>
          <p:sp>
            <p:nvSpPr>
              <p:cNvPr id="5029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029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9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87" name="Group 110"/>
            <p:cNvGrpSpPr>
              <a:grpSpLocks/>
            </p:cNvGrpSpPr>
            <p:nvPr/>
          </p:nvGrpSpPr>
          <p:grpSpPr bwMode="auto">
            <a:xfrm>
              <a:off x="2112" y="2064"/>
              <a:ext cx="528" cy="192"/>
              <a:chOff x="2112" y="2064"/>
              <a:chExt cx="528" cy="192"/>
            </a:xfrm>
          </p:grpSpPr>
          <p:grpSp>
            <p:nvGrpSpPr>
              <p:cNvPr id="50288" name="Group 111"/>
              <p:cNvGrpSpPr>
                <a:grpSpLocks/>
              </p:cNvGrpSpPr>
              <p:nvPr/>
            </p:nvGrpSpPr>
            <p:grpSpPr bwMode="auto">
              <a:xfrm>
                <a:off x="2112" y="2064"/>
                <a:ext cx="528" cy="192"/>
                <a:chOff x="2208" y="2112"/>
                <a:chExt cx="528" cy="144"/>
              </a:xfrm>
            </p:grpSpPr>
            <p:sp>
              <p:nvSpPr>
                <p:cNvPr id="5029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029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289" name="Group 114"/>
              <p:cNvGrpSpPr>
                <a:grpSpLocks/>
              </p:cNvGrpSpPr>
              <p:nvPr/>
            </p:nvGrpSpPr>
            <p:grpSpPr bwMode="auto">
              <a:xfrm>
                <a:off x="2448" y="2064"/>
                <a:ext cx="144" cy="144"/>
                <a:chOff x="2448" y="2064"/>
                <a:chExt cx="144" cy="144"/>
              </a:xfrm>
            </p:grpSpPr>
            <p:sp>
              <p:nvSpPr>
                <p:cNvPr id="5029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9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0203" name="Group 117"/>
          <p:cNvGrpSpPr>
            <a:grpSpLocks/>
          </p:cNvGrpSpPr>
          <p:nvPr/>
        </p:nvGrpSpPr>
        <p:grpSpPr bwMode="auto">
          <a:xfrm>
            <a:off x="2857500" y="4126707"/>
            <a:ext cx="800100" cy="159544"/>
            <a:chOff x="2496" y="2160"/>
            <a:chExt cx="768" cy="144"/>
          </a:xfrm>
        </p:grpSpPr>
        <p:sp>
          <p:nvSpPr>
            <p:cNvPr id="5028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028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8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04" name="Group 121"/>
          <p:cNvGrpSpPr>
            <a:grpSpLocks/>
          </p:cNvGrpSpPr>
          <p:nvPr/>
        </p:nvGrpSpPr>
        <p:grpSpPr bwMode="auto">
          <a:xfrm>
            <a:off x="3657600" y="4126707"/>
            <a:ext cx="628650" cy="159544"/>
            <a:chOff x="2112" y="2064"/>
            <a:chExt cx="528" cy="192"/>
          </a:xfrm>
        </p:grpSpPr>
        <p:grpSp>
          <p:nvGrpSpPr>
            <p:cNvPr id="50277" name="Group 122"/>
            <p:cNvGrpSpPr>
              <a:grpSpLocks/>
            </p:cNvGrpSpPr>
            <p:nvPr/>
          </p:nvGrpSpPr>
          <p:grpSpPr bwMode="auto">
            <a:xfrm>
              <a:off x="2112" y="2064"/>
              <a:ext cx="528" cy="192"/>
              <a:chOff x="2208" y="2112"/>
              <a:chExt cx="528" cy="144"/>
            </a:xfrm>
          </p:grpSpPr>
          <p:sp>
            <p:nvSpPr>
              <p:cNvPr id="5028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028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278" name="Group 125"/>
            <p:cNvGrpSpPr>
              <a:grpSpLocks/>
            </p:cNvGrpSpPr>
            <p:nvPr/>
          </p:nvGrpSpPr>
          <p:grpSpPr bwMode="auto">
            <a:xfrm>
              <a:off x="2448" y="2064"/>
              <a:ext cx="144" cy="144"/>
              <a:chOff x="2448" y="2064"/>
              <a:chExt cx="144" cy="144"/>
            </a:xfrm>
          </p:grpSpPr>
          <p:sp>
            <p:nvSpPr>
              <p:cNvPr id="5027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8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05" name="Group 128"/>
          <p:cNvGrpSpPr>
            <a:grpSpLocks/>
          </p:cNvGrpSpPr>
          <p:nvPr/>
        </p:nvGrpSpPr>
        <p:grpSpPr bwMode="auto">
          <a:xfrm>
            <a:off x="2857500" y="3040857"/>
            <a:ext cx="2228850" cy="159544"/>
            <a:chOff x="1440" y="2256"/>
            <a:chExt cx="1872" cy="192"/>
          </a:xfrm>
        </p:grpSpPr>
        <p:grpSp>
          <p:nvGrpSpPr>
            <p:cNvPr id="50262" name="Group 129"/>
            <p:cNvGrpSpPr>
              <a:grpSpLocks/>
            </p:cNvGrpSpPr>
            <p:nvPr/>
          </p:nvGrpSpPr>
          <p:grpSpPr bwMode="auto">
            <a:xfrm>
              <a:off x="2784" y="2256"/>
              <a:ext cx="528" cy="192"/>
              <a:chOff x="2112" y="2064"/>
              <a:chExt cx="528" cy="192"/>
            </a:xfrm>
          </p:grpSpPr>
          <p:grpSp>
            <p:nvGrpSpPr>
              <p:cNvPr id="50271" name="Group 130"/>
              <p:cNvGrpSpPr>
                <a:grpSpLocks/>
              </p:cNvGrpSpPr>
              <p:nvPr/>
            </p:nvGrpSpPr>
            <p:grpSpPr bwMode="auto">
              <a:xfrm>
                <a:off x="2112" y="2064"/>
                <a:ext cx="528" cy="192"/>
                <a:chOff x="2208" y="2112"/>
                <a:chExt cx="528" cy="144"/>
              </a:xfrm>
            </p:grpSpPr>
            <p:sp>
              <p:nvSpPr>
                <p:cNvPr id="5027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027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272" name="Group 133"/>
              <p:cNvGrpSpPr>
                <a:grpSpLocks/>
              </p:cNvGrpSpPr>
              <p:nvPr/>
            </p:nvGrpSpPr>
            <p:grpSpPr bwMode="auto">
              <a:xfrm>
                <a:off x="2448" y="2064"/>
                <a:ext cx="144" cy="144"/>
                <a:chOff x="2448" y="2064"/>
                <a:chExt cx="144" cy="144"/>
              </a:xfrm>
            </p:grpSpPr>
            <p:sp>
              <p:nvSpPr>
                <p:cNvPr id="5027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7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63" name="Group 136"/>
            <p:cNvGrpSpPr>
              <a:grpSpLocks/>
            </p:cNvGrpSpPr>
            <p:nvPr/>
          </p:nvGrpSpPr>
          <p:grpSpPr bwMode="auto">
            <a:xfrm>
              <a:off x="1440" y="2256"/>
              <a:ext cx="672" cy="192"/>
              <a:chOff x="2496" y="2160"/>
              <a:chExt cx="768" cy="144"/>
            </a:xfrm>
          </p:grpSpPr>
          <p:sp>
            <p:nvSpPr>
              <p:cNvPr id="5026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026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7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64" name="Group 140"/>
            <p:cNvGrpSpPr>
              <a:grpSpLocks/>
            </p:cNvGrpSpPr>
            <p:nvPr/>
          </p:nvGrpSpPr>
          <p:grpSpPr bwMode="auto">
            <a:xfrm>
              <a:off x="2112" y="2256"/>
              <a:ext cx="672" cy="192"/>
              <a:chOff x="2496" y="2160"/>
              <a:chExt cx="768" cy="144"/>
            </a:xfrm>
          </p:grpSpPr>
          <p:sp>
            <p:nvSpPr>
              <p:cNvPr id="5026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026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6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06" name="Group 144"/>
          <p:cNvGrpSpPr>
            <a:grpSpLocks/>
          </p:cNvGrpSpPr>
          <p:nvPr/>
        </p:nvGrpSpPr>
        <p:grpSpPr bwMode="auto">
          <a:xfrm>
            <a:off x="3657600" y="4400550"/>
            <a:ext cx="2228850" cy="171450"/>
            <a:chOff x="1440" y="2256"/>
            <a:chExt cx="1872" cy="192"/>
          </a:xfrm>
        </p:grpSpPr>
        <p:grpSp>
          <p:nvGrpSpPr>
            <p:cNvPr id="50247" name="Group 145"/>
            <p:cNvGrpSpPr>
              <a:grpSpLocks/>
            </p:cNvGrpSpPr>
            <p:nvPr/>
          </p:nvGrpSpPr>
          <p:grpSpPr bwMode="auto">
            <a:xfrm>
              <a:off x="2784" y="2256"/>
              <a:ext cx="528" cy="192"/>
              <a:chOff x="2112" y="2064"/>
              <a:chExt cx="528" cy="192"/>
            </a:xfrm>
          </p:grpSpPr>
          <p:grpSp>
            <p:nvGrpSpPr>
              <p:cNvPr id="50256" name="Group 146"/>
              <p:cNvGrpSpPr>
                <a:grpSpLocks/>
              </p:cNvGrpSpPr>
              <p:nvPr/>
            </p:nvGrpSpPr>
            <p:grpSpPr bwMode="auto">
              <a:xfrm>
                <a:off x="2112" y="2064"/>
                <a:ext cx="528" cy="192"/>
                <a:chOff x="2208" y="2112"/>
                <a:chExt cx="528" cy="144"/>
              </a:xfrm>
            </p:grpSpPr>
            <p:sp>
              <p:nvSpPr>
                <p:cNvPr id="5026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026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0257" name="Group 149"/>
              <p:cNvGrpSpPr>
                <a:grpSpLocks/>
              </p:cNvGrpSpPr>
              <p:nvPr/>
            </p:nvGrpSpPr>
            <p:grpSpPr bwMode="auto">
              <a:xfrm>
                <a:off x="2448" y="2064"/>
                <a:ext cx="144" cy="144"/>
                <a:chOff x="2448" y="2064"/>
                <a:chExt cx="144" cy="144"/>
              </a:xfrm>
            </p:grpSpPr>
            <p:sp>
              <p:nvSpPr>
                <p:cNvPr id="5025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5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48" name="Group 152"/>
            <p:cNvGrpSpPr>
              <a:grpSpLocks/>
            </p:cNvGrpSpPr>
            <p:nvPr/>
          </p:nvGrpSpPr>
          <p:grpSpPr bwMode="auto">
            <a:xfrm>
              <a:off x="1440" y="2256"/>
              <a:ext cx="672" cy="192"/>
              <a:chOff x="2496" y="2160"/>
              <a:chExt cx="768" cy="144"/>
            </a:xfrm>
          </p:grpSpPr>
          <p:sp>
            <p:nvSpPr>
              <p:cNvPr id="5025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025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5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0249" name="Group 156"/>
            <p:cNvGrpSpPr>
              <a:grpSpLocks/>
            </p:cNvGrpSpPr>
            <p:nvPr/>
          </p:nvGrpSpPr>
          <p:grpSpPr bwMode="auto">
            <a:xfrm>
              <a:off x="2112" y="2256"/>
              <a:ext cx="672" cy="192"/>
              <a:chOff x="2496" y="2160"/>
              <a:chExt cx="768" cy="144"/>
            </a:xfrm>
          </p:grpSpPr>
          <p:sp>
            <p:nvSpPr>
              <p:cNvPr id="5025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025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5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0207" name="Group 160"/>
          <p:cNvGrpSpPr>
            <a:grpSpLocks/>
          </p:cNvGrpSpPr>
          <p:nvPr/>
        </p:nvGrpSpPr>
        <p:grpSpPr bwMode="auto">
          <a:xfrm>
            <a:off x="2857500" y="4400550"/>
            <a:ext cx="800100" cy="171450"/>
            <a:chOff x="2496" y="2160"/>
            <a:chExt cx="768" cy="144"/>
          </a:xfrm>
        </p:grpSpPr>
        <p:sp>
          <p:nvSpPr>
            <p:cNvPr id="5024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024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4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020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020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021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11"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021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1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021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15"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021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1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021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19"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022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2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0222"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0223"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grpSp>
        <p:nvGrpSpPr>
          <p:cNvPr id="50224" name="Group 183"/>
          <p:cNvGrpSpPr>
            <a:grpSpLocks/>
          </p:cNvGrpSpPr>
          <p:nvPr/>
        </p:nvGrpSpPr>
        <p:grpSpPr bwMode="auto">
          <a:xfrm>
            <a:off x="6053138" y="342900"/>
            <a:ext cx="1943100" cy="1943100"/>
            <a:chOff x="2784" y="96"/>
            <a:chExt cx="1632" cy="1680"/>
          </a:xfrm>
        </p:grpSpPr>
        <p:sp>
          <p:nvSpPr>
            <p:cNvPr id="50226" name="Oval 18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0227" name="Oval 18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0228" name="Oval 18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0229" name="Oval 18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0230" name="Oval 18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0231" name="Oval 18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0232" name="Oval 19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0233" name="Line 19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4" name="Line 19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5" name="Line 19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6" name="Line 19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7" name="Line 19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8" name="Line 19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39" name="Oval 19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0240" name="Line 19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41" name="Line 19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42" name="Line 20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0243" name="Line 20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5415951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D8926FA5-12B9-8FED-B143-09C6BB9DC843}"/>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D8926FA5-12B9-8FED-B143-09C6BB9DC843}"/>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1202" name="Group 21"/>
          <p:cNvGrpSpPr>
            <a:grpSpLocks/>
          </p:cNvGrpSpPr>
          <p:nvPr/>
        </p:nvGrpSpPr>
        <p:grpSpPr bwMode="auto">
          <a:xfrm>
            <a:off x="1524001" y="2520554"/>
            <a:ext cx="1079897" cy="258365"/>
            <a:chOff x="288" y="2016"/>
            <a:chExt cx="816" cy="192"/>
          </a:xfrm>
        </p:grpSpPr>
        <p:sp>
          <p:nvSpPr>
            <p:cNvPr id="51381"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1382"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120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120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1205" name="Group 26"/>
          <p:cNvGrpSpPr>
            <a:grpSpLocks/>
          </p:cNvGrpSpPr>
          <p:nvPr/>
        </p:nvGrpSpPr>
        <p:grpSpPr bwMode="auto">
          <a:xfrm>
            <a:off x="1524001" y="3036094"/>
            <a:ext cx="1079897" cy="258366"/>
            <a:chOff x="288" y="2016"/>
            <a:chExt cx="816" cy="192"/>
          </a:xfrm>
        </p:grpSpPr>
        <p:sp>
          <p:nvSpPr>
            <p:cNvPr id="51379"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1380"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06" name="Group 29"/>
          <p:cNvGrpSpPr>
            <a:grpSpLocks/>
          </p:cNvGrpSpPr>
          <p:nvPr/>
        </p:nvGrpSpPr>
        <p:grpSpPr bwMode="auto">
          <a:xfrm>
            <a:off x="1524001" y="3294460"/>
            <a:ext cx="1079897" cy="258365"/>
            <a:chOff x="288" y="2016"/>
            <a:chExt cx="816" cy="192"/>
          </a:xfrm>
        </p:grpSpPr>
        <p:sp>
          <p:nvSpPr>
            <p:cNvPr id="51377"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1378"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07" name="Group 32"/>
          <p:cNvGrpSpPr>
            <a:grpSpLocks/>
          </p:cNvGrpSpPr>
          <p:nvPr/>
        </p:nvGrpSpPr>
        <p:grpSpPr bwMode="auto">
          <a:xfrm>
            <a:off x="1524001" y="3552825"/>
            <a:ext cx="1079897" cy="257175"/>
            <a:chOff x="288" y="2016"/>
            <a:chExt cx="816" cy="192"/>
          </a:xfrm>
        </p:grpSpPr>
        <p:sp>
          <p:nvSpPr>
            <p:cNvPr id="51375"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1376"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08" name="Group 35"/>
          <p:cNvGrpSpPr>
            <a:grpSpLocks/>
          </p:cNvGrpSpPr>
          <p:nvPr/>
        </p:nvGrpSpPr>
        <p:grpSpPr bwMode="auto">
          <a:xfrm>
            <a:off x="1524001" y="3810000"/>
            <a:ext cx="1079897" cy="258366"/>
            <a:chOff x="288" y="2016"/>
            <a:chExt cx="816" cy="192"/>
          </a:xfrm>
        </p:grpSpPr>
        <p:sp>
          <p:nvSpPr>
            <p:cNvPr id="51373"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1374"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09" name="Group 38"/>
          <p:cNvGrpSpPr>
            <a:grpSpLocks/>
          </p:cNvGrpSpPr>
          <p:nvPr/>
        </p:nvGrpSpPr>
        <p:grpSpPr bwMode="auto">
          <a:xfrm>
            <a:off x="1524001" y="4325542"/>
            <a:ext cx="1079897" cy="258365"/>
            <a:chOff x="288" y="2016"/>
            <a:chExt cx="816" cy="192"/>
          </a:xfrm>
        </p:grpSpPr>
        <p:sp>
          <p:nvSpPr>
            <p:cNvPr id="51371"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1372"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10" name="Group 41"/>
          <p:cNvGrpSpPr>
            <a:grpSpLocks/>
          </p:cNvGrpSpPr>
          <p:nvPr/>
        </p:nvGrpSpPr>
        <p:grpSpPr bwMode="auto">
          <a:xfrm>
            <a:off x="1524001" y="4068366"/>
            <a:ext cx="1079897" cy="257175"/>
            <a:chOff x="288" y="2016"/>
            <a:chExt cx="816" cy="192"/>
          </a:xfrm>
        </p:grpSpPr>
        <p:sp>
          <p:nvSpPr>
            <p:cNvPr id="51369"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1370"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121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5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121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1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2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1221" name="Group 54"/>
          <p:cNvGrpSpPr>
            <a:grpSpLocks/>
          </p:cNvGrpSpPr>
          <p:nvPr/>
        </p:nvGrpSpPr>
        <p:grpSpPr bwMode="auto">
          <a:xfrm>
            <a:off x="2857500" y="3612357"/>
            <a:ext cx="1428750" cy="159544"/>
            <a:chOff x="1440" y="2064"/>
            <a:chExt cx="1200" cy="192"/>
          </a:xfrm>
        </p:grpSpPr>
        <p:grpSp>
          <p:nvGrpSpPr>
            <p:cNvPr id="51358" name="Group 55"/>
            <p:cNvGrpSpPr>
              <a:grpSpLocks/>
            </p:cNvGrpSpPr>
            <p:nvPr/>
          </p:nvGrpSpPr>
          <p:grpSpPr bwMode="auto">
            <a:xfrm>
              <a:off x="1440" y="2064"/>
              <a:ext cx="672" cy="192"/>
              <a:chOff x="2496" y="2160"/>
              <a:chExt cx="768" cy="144"/>
            </a:xfrm>
          </p:grpSpPr>
          <p:sp>
            <p:nvSpPr>
              <p:cNvPr id="51366"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1367"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68"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359" name="Group 59"/>
            <p:cNvGrpSpPr>
              <a:grpSpLocks/>
            </p:cNvGrpSpPr>
            <p:nvPr/>
          </p:nvGrpSpPr>
          <p:grpSpPr bwMode="auto">
            <a:xfrm>
              <a:off x="2112" y="2064"/>
              <a:ext cx="528" cy="192"/>
              <a:chOff x="2112" y="2064"/>
              <a:chExt cx="528" cy="192"/>
            </a:xfrm>
          </p:grpSpPr>
          <p:grpSp>
            <p:nvGrpSpPr>
              <p:cNvPr id="51360" name="Group 60"/>
              <p:cNvGrpSpPr>
                <a:grpSpLocks/>
              </p:cNvGrpSpPr>
              <p:nvPr/>
            </p:nvGrpSpPr>
            <p:grpSpPr bwMode="auto">
              <a:xfrm>
                <a:off x="2112" y="2064"/>
                <a:ext cx="528" cy="192"/>
                <a:chOff x="2208" y="2112"/>
                <a:chExt cx="528" cy="144"/>
              </a:xfrm>
            </p:grpSpPr>
            <p:sp>
              <p:nvSpPr>
                <p:cNvPr id="51364"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1365"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61" name="Group 63"/>
              <p:cNvGrpSpPr>
                <a:grpSpLocks/>
              </p:cNvGrpSpPr>
              <p:nvPr/>
            </p:nvGrpSpPr>
            <p:grpSpPr bwMode="auto">
              <a:xfrm>
                <a:off x="2448" y="2064"/>
                <a:ext cx="144" cy="144"/>
                <a:chOff x="2448" y="2064"/>
                <a:chExt cx="144" cy="144"/>
              </a:xfrm>
            </p:grpSpPr>
            <p:sp>
              <p:nvSpPr>
                <p:cNvPr id="51362"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63"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1222" name="Group 66"/>
          <p:cNvGrpSpPr>
            <a:grpSpLocks/>
          </p:cNvGrpSpPr>
          <p:nvPr/>
        </p:nvGrpSpPr>
        <p:grpSpPr bwMode="auto">
          <a:xfrm>
            <a:off x="2857500" y="2800350"/>
            <a:ext cx="2228850" cy="171450"/>
            <a:chOff x="1440" y="2256"/>
            <a:chExt cx="1872" cy="192"/>
          </a:xfrm>
        </p:grpSpPr>
        <p:grpSp>
          <p:nvGrpSpPr>
            <p:cNvPr id="51343" name="Group 67"/>
            <p:cNvGrpSpPr>
              <a:grpSpLocks/>
            </p:cNvGrpSpPr>
            <p:nvPr/>
          </p:nvGrpSpPr>
          <p:grpSpPr bwMode="auto">
            <a:xfrm>
              <a:off x="2784" y="2256"/>
              <a:ext cx="528" cy="192"/>
              <a:chOff x="2112" y="2064"/>
              <a:chExt cx="528" cy="192"/>
            </a:xfrm>
          </p:grpSpPr>
          <p:grpSp>
            <p:nvGrpSpPr>
              <p:cNvPr id="51352" name="Group 68"/>
              <p:cNvGrpSpPr>
                <a:grpSpLocks/>
              </p:cNvGrpSpPr>
              <p:nvPr/>
            </p:nvGrpSpPr>
            <p:grpSpPr bwMode="auto">
              <a:xfrm>
                <a:off x="2112" y="2064"/>
                <a:ext cx="528" cy="192"/>
                <a:chOff x="2208" y="2112"/>
                <a:chExt cx="528" cy="144"/>
              </a:xfrm>
            </p:grpSpPr>
            <p:sp>
              <p:nvSpPr>
                <p:cNvPr id="51356"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1357"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53" name="Group 71"/>
              <p:cNvGrpSpPr>
                <a:grpSpLocks/>
              </p:cNvGrpSpPr>
              <p:nvPr/>
            </p:nvGrpSpPr>
            <p:grpSpPr bwMode="auto">
              <a:xfrm>
                <a:off x="2448" y="2064"/>
                <a:ext cx="144" cy="144"/>
                <a:chOff x="2448" y="2064"/>
                <a:chExt cx="144" cy="144"/>
              </a:xfrm>
            </p:grpSpPr>
            <p:sp>
              <p:nvSpPr>
                <p:cNvPr id="51354"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55"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344" name="Group 74"/>
            <p:cNvGrpSpPr>
              <a:grpSpLocks/>
            </p:cNvGrpSpPr>
            <p:nvPr/>
          </p:nvGrpSpPr>
          <p:grpSpPr bwMode="auto">
            <a:xfrm>
              <a:off x="1440" y="2256"/>
              <a:ext cx="672" cy="192"/>
              <a:chOff x="2496" y="2160"/>
              <a:chExt cx="768" cy="144"/>
            </a:xfrm>
          </p:grpSpPr>
          <p:sp>
            <p:nvSpPr>
              <p:cNvPr id="51349"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1350"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51"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345" name="Group 78"/>
            <p:cNvGrpSpPr>
              <a:grpSpLocks/>
            </p:cNvGrpSpPr>
            <p:nvPr/>
          </p:nvGrpSpPr>
          <p:grpSpPr bwMode="auto">
            <a:xfrm>
              <a:off x="2112" y="2256"/>
              <a:ext cx="672" cy="192"/>
              <a:chOff x="2496" y="2160"/>
              <a:chExt cx="768" cy="144"/>
            </a:xfrm>
          </p:grpSpPr>
          <p:sp>
            <p:nvSpPr>
              <p:cNvPr id="51346"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1347"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48"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23" name="Group 82"/>
          <p:cNvGrpSpPr>
            <a:grpSpLocks/>
          </p:cNvGrpSpPr>
          <p:nvPr/>
        </p:nvGrpSpPr>
        <p:grpSpPr bwMode="auto">
          <a:xfrm>
            <a:off x="2857500" y="3326607"/>
            <a:ext cx="800100" cy="159544"/>
            <a:chOff x="2496" y="2160"/>
            <a:chExt cx="768" cy="144"/>
          </a:xfrm>
        </p:grpSpPr>
        <p:sp>
          <p:nvSpPr>
            <p:cNvPr id="51340"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1341"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42"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224" name="Group 86"/>
          <p:cNvGrpSpPr>
            <a:grpSpLocks/>
          </p:cNvGrpSpPr>
          <p:nvPr/>
        </p:nvGrpSpPr>
        <p:grpSpPr bwMode="auto">
          <a:xfrm>
            <a:off x="3657600" y="3326607"/>
            <a:ext cx="628650" cy="159544"/>
            <a:chOff x="2112" y="2064"/>
            <a:chExt cx="528" cy="192"/>
          </a:xfrm>
        </p:grpSpPr>
        <p:grpSp>
          <p:nvGrpSpPr>
            <p:cNvPr id="51334" name="Group 87"/>
            <p:cNvGrpSpPr>
              <a:grpSpLocks/>
            </p:cNvGrpSpPr>
            <p:nvPr/>
          </p:nvGrpSpPr>
          <p:grpSpPr bwMode="auto">
            <a:xfrm>
              <a:off x="2112" y="2064"/>
              <a:ext cx="528" cy="192"/>
              <a:chOff x="2208" y="2112"/>
              <a:chExt cx="528" cy="144"/>
            </a:xfrm>
          </p:grpSpPr>
          <p:sp>
            <p:nvSpPr>
              <p:cNvPr id="51338"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1339"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35" name="Group 90"/>
            <p:cNvGrpSpPr>
              <a:grpSpLocks/>
            </p:cNvGrpSpPr>
            <p:nvPr/>
          </p:nvGrpSpPr>
          <p:grpSpPr bwMode="auto">
            <a:xfrm>
              <a:off x="2448" y="2064"/>
              <a:ext cx="144" cy="144"/>
              <a:chOff x="2448" y="2064"/>
              <a:chExt cx="144" cy="144"/>
            </a:xfrm>
          </p:grpSpPr>
          <p:sp>
            <p:nvSpPr>
              <p:cNvPr id="51336"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37"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25" name="Group 93"/>
          <p:cNvGrpSpPr>
            <a:grpSpLocks/>
          </p:cNvGrpSpPr>
          <p:nvPr/>
        </p:nvGrpSpPr>
        <p:grpSpPr bwMode="auto">
          <a:xfrm>
            <a:off x="2857500" y="2571750"/>
            <a:ext cx="1428750" cy="171450"/>
            <a:chOff x="1440" y="2064"/>
            <a:chExt cx="1200" cy="192"/>
          </a:xfrm>
        </p:grpSpPr>
        <p:grpSp>
          <p:nvGrpSpPr>
            <p:cNvPr id="51323" name="Group 94"/>
            <p:cNvGrpSpPr>
              <a:grpSpLocks/>
            </p:cNvGrpSpPr>
            <p:nvPr/>
          </p:nvGrpSpPr>
          <p:grpSpPr bwMode="auto">
            <a:xfrm>
              <a:off x="1440" y="2064"/>
              <a:ext cx="672" cy="192"/>
              <a:chOff x="2496" y="2160"/>
              <a:chExt cx="768" cy="144"/>
            </a:xfrm>
          </p:grpSpPr>
          <p:sp>
            <p:nvSpPr>
              <p:cNvPr id="51331"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1332"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33"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324" name="Group 98"/>
            <p:cNvGrpSpPr>
              <a:grpSpLocks/>
            </p:cNvGrpSpPr>
            <p:nvPr/>
          </p:nvGrpSpPr>
          <p:grpSpPr bwMode="auto">
            <a:xfrm>
              <a:off x="2112" y="2064"/>
              <a:ext cx="528" cy="192"/>
              <a:chOff x="2112" y="2064"/>
              <a:chExt cx="528" cy="192"/>
            </a:xfrm>
          </p:grpSpPr>
          <p:grpSp>
            <p:nvGrpSpPr>
              <p:cNvPr id="51325" name="Group 99"/>
              <p:cNvGrpSpPr>
                <a:grpSpLocks/>
              </p:cNvGrpSpPr>
              <p:nvPr/>
            </p:nvGrpSpPr>
            <p:grpSpPr bwMode="auto">
              <a:xfrm>
                <a:off x="2112" y="2064"/>
                <a:ext cx="528" cy="192"/>
                <a:chOff x="2208" y="2112"/>
                <a:chExt cx="528" cy="144"/>
              </a:xfrm>
            </p:grpSpPr>
            <p:sp>
              <p:nvSpPr>
                <p:cNvPr id="51329"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1330"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26" name="Group 102"/>
              <p:cNvGrpSpPr>
                <a:grpSpLocks/>
              </p:cNvGrpSpPr>
              <p:nvPr/>
            </p:nvGrpSpPr>
            <p:grpSpPr bwMode="auto">
              <a:xfrm>
                <a:off x="2448" y="2064"/>
                <a:ext cx="144" cy="144"/>
                <a:chOff x="2448" y="2064"/>
                <a:chExt cx="144" cy="144"/>
              </a:xfrm>
            </p:grpSpPr>
            <p:sp>
              <p:nvSpPr>
                <p:cNvPr id="51327"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28"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1226" name="Group 105"/>
          <p:cNvGrpSpPr>
            <a:grpSpLocks/>
          </p:cNvGrpSpPr>
          <p:nvPr/>
        </p:nvGrpSpPr>
        <p:grpSpPr bwMode="auto">
          <a:xfrm>
            <a:off x="2857500" y="3886200"/>
            <a:ext cx="1428750" cy="171450"/>
            <a:chOff x="1440" y="2064"/>
            <a:chExt cx="1200" cy="192"/>
          </a:xfrm>
        </p:grpSpPr>
        <p:grpSp>
          <p:nvGrpSpPr>
            <p:cNvPr id="51312" name="Group 106"/>
            <p:cNvGrpSpPr>
              <a:grpSpLocks/>
            </p:cNvGrpSpPr>
            <p:nvPr/>
          </p:nvGrpSpPr>
          <p:grpSpPr bwMode="auto">
            <a:xfrm>
              <a:off x="1440" y="2064"/>
              <a:ext cx="672" cy="192"/>
              <a:chOff x="2496" y="2160"/>
              <a:chExt cx="768" cy="144"/>
            </a:xfrm>
          </p:grpSpPr>
          <p:sp>
            <p:nvSpPr>
              <p:cNvPr id="51320"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1321"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22"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313" name="Group 110"/>
            <p:cNvGrpSpPr>
              <a:grpSpLocks/>
            </p:cNvGrpSpPr>
            <p:nvPr/>
          </p:nvGrpSpPr>
          <p:grpSpPr bwMode="auto">
            <a:xfrm>
              <a:off x="2112" y="2064"/>
              <a:ext cx="528" cy="192"/>
              <a:chOff x="2112" y="2064"/>
              <a:chExt cx="528" cy="192"/>
            </a:xfrm>
          </p:grpSpPr>
          <p:grpSp>
            <p:nvGrpSpPr>
              <p:cNvPr id="51314" name="Group 111"/>
              <p:cNvGrpSpPr>
                <a:grpSpLocks/>
              </p:cNvGrpSpPr>
              <p:nvPr/>
            </p:nvGrpSpPr>
            <p:grpSpPr bwMode="auto">
              <a:xfrm>
                <a:off x="2112" y="2064"/>
                <a:ext cx="528" cy="192"/>
                <a:chOff x="2208" y="2112"/>
                <a:chExt cx="528" cy="144"/>
              </a:xfrm>
            </p:grpSpPr>
            <p:sp>
              <p:nvSpPr>
                <p:cNvPr id="51318"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1319"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15" name="Group 114"/>
              <p:cNvGrpSpPr>
                <a:grpSpLocks/>
              </p:cNvGrpSpPr>
              <p:nvPr/>
            </p:nvGrpSpPr>
            <p:grpSpPr bwMode="auto">
              <a:xfrm>
                <a:off x="2448" y="2064"/>
                <a:ext cx="144" cy="144"/>
                <a:chOff x="2448" y="2064"/>
                <a:chExt cx="144" cy="144"/>
              </a:xfrm>
            </p:grpSpPr>
            <p:sp>
              <p:nvSpPr>
                <p:cNvPr id="51316"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17"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1227" name="Group 117"/>
          <p:cNvGrpSpPr>
            <a:grpSpLocks/>
          </p:cNvGrpSpPr>
          <p:nvPr/>
        </p:nvGrpSpPr>
        <p:grpSpPr bwMode="auto">
          <a:xfrm>
            <a:off x="2857500" y="4126707"/>
            <a:ext cx="800100" cy="159544"/>
            <a:chOff x="2496" y="2160"/>
            <a:chExt cx="768" cy="144"/>
          </a:xfrm>
        </p:grpSpPr>
        <p:sp>
          <p:nvSpPr>
            <p:cNvPr id="51309"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1310"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311"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228" name="Group 121"/>
          <p:cNvGrpSpPr>
            <a:grpSpLocks/>
          </p:cNvGrpSpPr>
          <p:nvPr/>
        </p:nvGrpSpPr>
        <p:grpSpPr bwMode="auto">
          <a:xfrm>
            <a:off x="3657600" y="4126707"/>
            <a:ext cx="628650" cy="159544"/>
            <a:chOff x="2112" y="2064"/>
            <a:chExt cx="528" cy="192"/>
          </a:xfrm>
        </p:grpSpPr>
        <p:grpSp>
          <p:nvGrpSpPr>
            <p:cNvPr id="51303" name="Group 122"/>
            <p:cNvGrpSpPr>
              <a:grpSpLocks/>
            </p:cNvGrpSpPr>
            <p:nvPr/>
          </p:nvGrpSpPr>
          <p:grpSpPr bwMode="auto">
            <a:xfrm>
              <a:off x="2112" y="2064"/>
              <a:ext cx="528" cy="192"/>
              <a:chOff x="2208" y="2112"/>
              <a:chExt cx="528" cy="144"/>
            </a:xfrm>
          </p:grpSpPr>
          <p:sp>
            <p:nvSpPr>
              <p:cNvPr id="51307"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1308"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304" name="Group 125"/>
            <p:cNvGrpSpPr>
              <a:grpSpLocks/>
            </p:cNvGrpSpPr>
            <p:nvPr/>
          </p:nvGrpSpPr>
          <p:grpSpPr bwMode="auto">
            <a:xfrm>
              <a:off x="2448" y="2064"/>
              <a:ext cx="144" cy="144"/>
              <a:chOff x="2448" y="2064"/>
              <a:chExt cx="144" cy="144"/>
            </a:xfrm>
          </p:grpSpPr>
          <p:sp>
            <p:nvSpPr>
              <p:cNvPr id="51305"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06"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29" name="Group 128"/>
          <p:cNvGrpSpPr>
            <a:grpSpLocks/>
          </p:cNvGrpSpPr>
          <p:nvPr/>
        </p:nvGrpSpPr>
        <p:grpSpPr bwMode="auto">
          <a:xfrm>
            <a:off x="2857500" y="3040857"/>
            <a:ext cx="2228850" cy="159544"/>
            <a:chOff x="1440" y="2256"/>
            <a:chExt cx="1872" cy="192"/>
          </a:xfrm>
        </p:grpSpPr>
        <p:grpSp>
          <p:nvGrpSpPr>
            <p:cNvPr id="51288" name="Group 129"/>
            <p:cNvGrpSpPr>
              <a:grpSpLocks/>
            </p:cNvGrpSpPr>
            <p:nvPr/>
          </p:nvGrpSpPr>
          <p:grpSpPr bwMode="auto">
            <a:xfrm>
              <a:off x="2784" y="2256"/>
              <a:ext cx="528" cy="192"/>
              <a:chOff x="2112" y="2064"/>
              <a:chExt cx="528" cy="192"/>
            </a:xfrm>
          </p:grpSpPr>
          <p:grpSp>
            <p:nvGrpSpPr>
              <p:cNvPr id="51297" name="Group 130"/>
              <p:cNvGrpSpPr>
                <a:grpSpLocks/>
              </p:cNvGrpSpPr>
              <p:nvPr/>
            </p:nvGrpSpPr>
            <p:grpSpPr bwMode="auto">
              <a:xfrm>
                <a:off x="2112" y="2064"/>
                <a:ext cx="528" cy="192"/>
                <a:chOff x="2208" y="2112"/>
                <a:chExt cx="528" cy="144"/>
              </a:xfrm>
            </p:grpSpPr>
            <p:sp>
              <p:nvSpPr>
                <p:cNvPr id="51301"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1302"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98" name="Group 133"/>
              <p:cNvGrpSpPr>
                <a:grpSpLocks/>
              </p:cNvGrpSpPr>
              <p:nvPr/>
            </p:nvGrpSpPr>
            <p:grpSpPr bwMode="auto">
              <a:xfrm>
                <a:off x="2448" y="2064"/>
                <a:ext cx="144" cy="144"/>
                <a:chOff x="2448" y="2064"/>
                <a:chExt cx="144" cy="144"/>
              </a:xfrm>
            </p:grpSpPr>
            <p:sp>
              <p:nvSpPr>
                <p:cNvPr id="51299"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300"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89" name="Group 136"/>
            <p:cNvGrpSpPr>
              <a:grpSpLocks/>
            </p:cNvGrpSpPr>
            <p:nvPr/>
          </p:nvGrpSpPr>
          <p:grpSpPr bwMode="auto">
            <a:xfrm>
              <a:off x="1440" y="2256"/>
              <a:ext cx="672" cy="192"/>
              <a:chOff x="2496" y="2160"/>
              <a:chExt cx="768" cy="144"/>
            </a:xfrm>
          </p:grpSpPr>
          <p:sp>
            <p:nvSpPr>
              <p:cNvPr id="51294"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1295"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96"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290" name="Group 140"/>
            <p:cNvGrpSpPr>
              <a:grpSpLocks/>
            </p:cNvGrpSpPr>
            <p:nvPr/>
          </p:nvGrpSpPr>
          <p:grpSpPr bwMode="auto">
            <a:xfrm>
              <a:off x="2112" y="2256"/>
              <a:ext cx="672" cy="192"/>
              <a:chOff x="2496" y="2160"/>
              <a:chExt cx="768" cy="144"/>
            </a:xfrm>
          </p:grpSpPr>
          <p:sp>
            <p:nvSpPr>
              <p:cNvPr id="51291"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1292"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93"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30" name="Group 144"/>
          <p:cNvGrpSpPr>
            <a:grpSpLocks/>
          </p:cNvGrpSpPr>
          <p:nvPr/>
        </p:nvGrpSpPr>
        <p:grpSpPr bwMode="auto">
          <a:xfrm>
            <a:off x="3657600" y="4400550"/>
            <a:ext cx="2228850" cy="171450"/>
            <a:chOff x="1440" y="2256"/>
            <a:chExt cx="1872" cy="192"/>
          </a:xfrm>
        </p:grpSpPr>
        <p:grpSp>
          <p:nvGrpSpPr>
            <p:cNvPr id="51273" name="Group 145"/>
            <p:cNvGrpSpPr>
              <a:grpSpLocks/>
            </p:cNvGrpSpPr>
            <p:nvPr/>
          </p:nvGrpSpPr>
          <p:grpSpPr bwMode="auto">
            <a:xfrm>
              <a:off x="2784" y="2256"/>
              <a:ext cx="528" cy="192"/>
              <a:chOff x="2112" y="2064"/>
              <a:chExt cx="528" cy="192"/>
            </a:xfrm>
          </p:grpSpPr>
          <p:grpSp>
            <p:nvGrpSpPr>
              <p:cNvPr id="51282" name="Group 146"/>
              <p:cNvGrpSpPr>
                <a:grpSpLocks/>
              </p:cNvGrpSpPr>
              <p:nvPr/>
            </p:nvGrpSpPr>
            <p:grpSpPr bwMode="auto">
              <a:xfrm>
                <a:off x="2112" y="2064"/>
                <a:ext cx="528" cy="192"/>
                <a:chOff x="2208" y="2112"/>
                <a:chExt cx="528" cy="144"/>
              </a:xfrm>
            </p:grpSpPr>
            <p:sp>
              <p:nvSpPr>
                <p:cNvPr id="51286"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1287"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1283" name="Group 149"/>
              <p:cNvGrpSpPr>
                <a:grpSpLocks/>
              </p:cNvGrpSpPr>
              <p:nvPr/>
            </p:nvGrpSpPr>
            <p:grpSpPr bwMode="auto">
              <a:xfrm>
                <a:off x="2448" y="2064"/>
                <a:ext cx="144" cy="144"/>
                <a:chOff x="2448" y="2064"/>
                <a:chExt cx="144" cy="144"/>
              </a:xfrm>
            </p:grpSpPr>
            <p:sp>
              <p:nvSpPr>
                <p:cNvPr id="51284"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85"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74" name="Group 152"/>
            <p:cNvGrpSpPr>
              <a:grpSpLocks/>
            </p:cNvGrpSpPr>
            <p:nvPr/>
          </p:nvGrpSpPr>
          <p:grpSpPr bwMode="auto">
            <a:xfrm>
              <a:off x="1440" y="2256"/>
              <a:ext cx="672" cy="192"/>
              <a:chOff x="2496" y="2160"/>
              <a:chExt cx="768" cy="144"/>
            </a:xfrm>
          </p:grpSpPr>
          <p:sp>
            <p:nvSpPr>
              <p:cNvPr id="51279"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1280"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81"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1275" name="Group 156"/>
            <p:cNvGrpSpPr>
              <a:grpSpLocks/>
            </p:cNvGrpSpPr>
            <p:nvPr/>
          </p:nvGrpSpPr>
          <p:grpSpPr bwMode="auto">
            <a:xfrm>
              <a:off x="2112" y="2256"/>
              <a:ext cx="672" cy="192"/>
              <a:chOff x="2496" y="2160"/>
              <a:chExt cx="768" cy="144"/>
            </a:xfrm>
          </p:grpSpPr>
          <p:sp>
            <p:nvSpPr>
              <p:cNvPr id="51276"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1277"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78"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1231" name="Group 160"/>
          <p:cNvGrpSpPr>
            <a:grpSpLocks/>
          </p:cNvGrpSpPr>
          <p:nvPr/>
        </p:nvGrpSpPr>
        <p:grpSpPr bwMode="auto">
          <a:xfrm>
            <a:off x="2857500" y="4400550"/>
            <a:ext cx="800100" cy="171450"/>
            <a:chOff x="2496" y="2160"/>
            <a:chExt cx="768" cy="144"/>
          </a:xfrm>
        </p:grpSpPr>
        <p:sp>
          <p:nvSpPr>
            <p:cNvPr id="51270"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1271"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72"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123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123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123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3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123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3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123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39"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124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4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124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43"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124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4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1246"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1247"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1248" name="Rectangle 180"/>
          <p:cNvSpPr>
            <a:spLocks noChangeArrowheads="1"/>
          </p:cNvSpPr>
          <p:nvPr/>
        </p:nvSpPr>
        <p:spPr bwMode="auto">
          <a:xfrm>
            <a:off x="6156176"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1249"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1250" name="Group 185"/>
          <p:cNvGrpSpPr>
            <a:grpSpLocks/>
          </p:cNvGrpSpPr>
          <p:nvPr/>
        </p:nvGrpSpPr>
        <p:grpSpPr bwMode="auto">
          <a:xfrm>
            <a:off x="6053138" y="342900"/>
            <a:ext cx="1943100" cy="1943100"/>
            <a:chOff x="2784" y="96"/>
            <a:chExt cx="1632" cy="1680"/>
          </a:xfrm>
        </p:grpSpPr>
        <p:sp>
          <p:nvSpPr>
            <p:cNvPr id="51252" name="Oval 18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1253" name="Oval 18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1254" name="Oval 18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1255" name="Oval 18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1256" name="Oval 19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1257" name="Oval 19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1258" name="Oval 19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1259" name="Line 19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0" name="Line 19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1" name="Line 19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2" name="Line 19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3" name="Line 19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4" name="Line 19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5" name="Oval 19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1266" name="Line 20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7" name="Line 20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8" name="Line 20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1269" name="Line 20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5008337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5C7A37A-76D8-4BA3-0889-9854932B67B8}"/>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5C7A37A-76D8-4BA3-0889-9854932B67B8}"/>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2226" name="Group 21"/>
          <p:cNvGrpSpPr>
            <a:grpSpLocks/>
          </p:cNvGrpSpPr>
          <p:nvPr/>
        </p:nvGrpSpPr>
        <p:grpSpPr bwMode="auto">
          <a:xfrm>
            <a:off x="1524001" y="2520554"/>
            <a:ext cx="1079897" cy="258365"/>
            <a:chOff x="288" y="2016"/>
            <a:chExt cx="816" cy="192"/>
          </a:xfrm>
        </p:grpSpPr>
        <p:sp>
          <p:nvSpPr>
            <p:cNvPr id="5240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240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222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222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2229" name="Group 26"/>
          <p:cNvGrpSpPr>
            <a:grpSpLocks/>
          </p:cNvGrpSpPr>
          <p:nvPr/>
        </p:nvGrpSpPr>
        <p:grpSpPr bwMode="auto">
          <a:xfrm>
            <a:off x="1524001" y="3036094"/>
            <a:ext cx="1079897" cy="258366"/>
            <a:chOff x="288" y="2016"/>
            <a:chExt cx="816" cy="192"/>
          </a:xfrm>
        </p:grpSpPr>
        <p:sp>
          <p:nvSpPr>
            <p:cNvPr id="5240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240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230" name="Group 29"/>
          <p:cNvGrpSpPr>
            <a:grpSpLocks/>
          </p:cNvGrpSpPr>
          <p:nvPr/>
        </p:nvGrpSpPr>
        <p:grpSpPr bwMode="auto">
          <a:xfrm>
            <a:off x="1524001" y="3294460"/>
            <a:ext cx="1079897" cy="258365"/>
            <a:chOff x="288" y="2016"/>
            <a:chExt cx="816" cy="192"/>
          </a:xfrm>
        </p:grpSpPr>
        <p:sp>
          <p:nvSpPr>
            <p:cNvPr id="5240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240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231" name="Group 32"/>
          <p:cNvGrpSpPr>
            <a:grpSpLocks/>
          </p:cNvGrpSpPr>
          <p:nvPr/>
        </p:nvGrpSpPr>
        <p:grpSpPr bwMode="auto">
          <a:xfrm>
            <a:off x="1524001" y="3552825"/>
            <a:ext cx="1079897" cy="257175"/>
            <a:chOff x="288" y="2016"/>
            <a:chExt cx="816" cy="192"/>
          </a:xfrm>
        </p:grpSpPr>
        <p:sp>
          <p:nvSpPr>
            <p:cNvPr id="5239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240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232" name="Group 35"/>
          <p:cNvGrpSpPr>
            <a:grpSpLocks/>
          </p:cNvGrpSpPr>
          <p:nvPr/>
        </p:nvGrpSpPr>
        <p:grpSpPr bwMode="auto">
          <a:xfrm>
            <a:off x="1524001" y="3810000"/>
            <a:ext cx="1079897" cy="258366"/>
            <a:chOff x="288" y="2016"/>
            <a:chExt cx="816" cy="192"/>
          </a:xfrm>
        </p:grpSpPr>
        <p:sp>
          <p:nvSpPr>
            <p:cNvPr id="5239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239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233" name="Group 38"/>
          <p:cNvGrpSpPr>
            <a:grpSpLocks/>
          </p:cNvGrpSpPr>
          <p:nvPr/>
        </p:nvGrpSpPr>
        <p:grpSpPr bwMode="auto">
          <a:xfrm>
            <a:off x="1524001" y="4325542"/>
            <a:ext cx="1079897" cy="258365"/>
            <a:chOff x="288" y="2016"/>
            <a:chExt cx="816" cy="192"/>
          </a:xfrm>
        </p:grpSpPr>
        <p:sp>
          <p:nvSpPr>
            <p:cNvPr id="5239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239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234" name="Group 41"/>
          <p:cNvGrpSpPr>
            <a:grpSpLocks/>
          </p:cNvGrpSpPr>
          <p:nvPr/>
        </p:nvGrpSpPr>
        <p:grpSpPr bwMode="auto">
          <a:xfrm>
            <a:off x="1524001" y="4068366"/>
            <a:ext cx="1079897" cy="257175"/>
            <a:chOff x="288" y="2016"/>
            <a:chExt cx="816" cy="192"/>
          </a:xfrm>
        </p:grpSpPr>
        <p:sp>
          <p:nvSpPr>
            <p:cNvPr id="5239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239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223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223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3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3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4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4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4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4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4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2245" name="Group 54"/>
          <p:cNvGrpSpPr>
            <a:grpSpLocks/>
          </p:cNvGrpSpPr>
          <p:nvPr/>
        </p:nvGrpSpPr>
        <p:grpSpPr bwMode="auto">
          <a:xfrm>
            <a:off x="2857500" y="3612357"/>
            <a:ext cx="1428750" cy="159544"/>
            <a:chOff x="1440" y="2064"/>
            <a:chExt cx="1200" cy="192"/>
          </a:xfrm>
        </p:grpSpPr>
        <p:grpSp>
          <p:nvGrpSpPr>
            <p:cNvPr id="52382" name="Group 55"/>
            <p:cNvGrpSpPr>
              <a:grpSpLocks/>
            </p:cNvGrpSpPr>
            <p:nvPr/>
          </p:nvGrpSpPr>
          <p:grpSpPr bwMode="auto">
            <a:xfrm>
              <a:off x="1440" y="2064"/>
              <a:ext cx="672" cy="192"/>
              <a:chOff x="2496" y="2160"/>
              <a:chExt cx="768" cy="144"/>
            </a:xfrm>
          </p:grpSpPr>
          <p:sp>
            <p:nvSpPr>
              <p:cNvPr id="5239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239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9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383" name="Group 59"/>
            <p:cNvGrpSpPr>
              <a:grpSpLocks/>
            </p:cNvGrpSpPr>
            <p:nvPr/>
          </p:nvGrpSpPr>
          <p:grpSpPr bwMode="auto">
            <a:xfrm>
              <a:off x="2112" y="2064"/>
              <a:ext cx="528" cy="192"/>
              <a:chOff x="2112" y="2064"/>
              <a:chExt cx="528" cy="192"/>
            </a:xfrm>
          </p:grpSpPr>
          <p:grpSp>
            <p:nvGrpSpPr>
              <p:cNvPr id="52384" name="Group 60"/>
              <p:cNvGrpSpPr>
                <a:grpSpLocks/>
              </p:cNvGrpSpPr>
              <p:nvPr/>
            </p:nvGrpSpPr>
            <p:grpSpPr bwMode="auto">
              <a:xfrm>
                <a:off x="2112" y="2064"/>
                <a:ext cx="528" cy="192"/>
                <a:chOff x="2208" y="2112"/>
                <a:chExt cx="528" cy="144"/>
              </a:xfrm>
            </p:grpSpPr>
            <p:sp>
              <p:nvSpPr>
                <p:cNvPr id="5238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238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85" name="Group 63"/>
              <p:cNvGrpSpPr>
                <a:grpSpLocks/>
              </p:cNvGrpSpPr>
              <p:nvPr/>
            </p:nvGrpSpPr>
            <p:grpSpPr bwMode="auto">
              <a:xfrm>
                <a:off x="2448" y="2064"/>
                <a:ext cx="144" cy="144"/>
                <a:chOff x="2448" y="2064"/>
                <a:chExt cx="144" cy="144"/>
              </a:xfrm>
            </p:grpSpPr>
            <p:sp>
              <p:nvSpPr>
                <p:cNvPr id="5238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8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2246" name="Group 66"/>
          <p:cNvGrpSpPr>
            <a:grpSpLocks/>
          </p:cNvGrpSpPr>
          <p:nvPr/>
        </p:nvGrpSpPr>
        <p:grpSpPr bwMode="auto">
          <a:xfrm>
            <a:off x="2857500" y="2800350"/>
            <a:ext cx="2228850" cy="171450"/>
            <a:chOff x="1440" y="2256"/>
            <a:chExt cx="1872" cy="192"/>
          </a:xfrm>
        </p:grpSpPr>
        <p:grpSp>
          <p:nvGrpSpPr>
            <p:cNvPr id="52367" name="Group 67"/>
            <p:cNvGrpSpPr>
              <a:grpSpLocks/>
            </p:cNvGrpSpPr>
            <p:nvPr/>
          </p:nvGrpSpPr>
          <p:grpSpPr bwMode="auto">
            <a:xfrm>
              <a:off x="2784" y="2256"/>
              <a:ext cx="528" cy="192"/>
              <a:chOff x="2112" y="2064"/>
              <a:chExt cx="528" cy="192"/>
            </a:xfrm>
          </p:grpSpPr>
          <p:grpSp>
            <p:nvGrpSpPr>
              <p:cNvPr id="52376" name="Group 68"/>
              <p:cNvGrpSpPr>
                <a:grpSpLocks/>
              </p:cNvGrpSpPr>
              <p:nvPr/>
            </p:nvGrpSpPr>
            <p:grpSpPr bwMode="auto">
              <a:xfrm>
                <a:off x="2112" y="2064"/>
                <a:ext cx="528" cy="192"/>
                <a:chOff x="2208" y="2112"/>
                <a:chExt cx="528" cy="144"/>
              </a:xfrm>
            </p:grpSpPr>
            <p:sp>
              <p:nvSpPr>
                <p:cNvPr id="5238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238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77" name="Group 71"/>
              <p:cNvGrpSpPr>
                <a:grpSpLocks/>
              </p:cNvGrpSpPr>
              <p:nvPr/>
            </p:nvGrpSpPr>
            <p:grpSpPr bwMode="auto">
              <a:xfrm>
                <a:off x="2448" y="2064"/>
                <a:ext cx="144" cy="144"/>
                <a:chOff x="2448" y="2064"/>
                <a:chExt cx="144" cy="144"/>
              </a:xfrm>
            </p:grpSpPr>
            <p:sp>
              <p:nvSpPr>
                <p:cNvPr id="5237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7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368" name="Group 74"/>
            <p:cNvGrpSpPr>
              <a:grpSpLocks/>
            </p:cNvGrpSpPr>
            <p:nvPr/>
          </p:nvGrpSpPr>
          <p:grpSpPr bwMode="auto">
            <a:xfrm>
              <a:off x="1440" y="2256"/>
              <a:ext cx="672" cy="192"/>
              <a:chOff x="2496" y="2160"/>
              <a:chExt cx="768" cy="144"/>
            </a:xfrm>
          </p:grpSpPr>
          <p:sp>
            <p:nvSpPr>
              <p:cNvPr id="5237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237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7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369" name="Group 78"/>
            <p:cNvGrpSpPr>
              <a:grpSpLocks/>
            </p:cNvGrpSpPr>
            <p:nvPr/>
          </p:nvGrpSpPr>
          <p:grpSpPr bwMode="auto">
            <a:xfrm>
              <a:off x="2112" y="2256"/>
              <a:ext cx="672" cy="192"/>
              <a:chOff x="2496" y="2160"/>
              <a:chExt cx="768" cy="144"/>
            </a:xfrm>
          </p:grpSpPr>
          <p:sp>
            <p:nvSpPr>
              <p:cNvPr id="5237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237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7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47" name="Group 82"/>
          <p:cNvGrpSpPr>
            <a:grpSpLocks/>
          </p:cNvGrpSpPr>
          <p:nvPr/>
        </p:nvGrpSpPr>
        <p:grpSpPr bwMode="auto">
          <a:xfrm>
            <a:off x="2857500" y="3326607"/>
            <a:ext cx="800100" cy="159544"/>
            <a:chOff x="2496" y="2160"/>
            <a:chExt cx="768" cy="144"/>
          </a:xfrm>
        </p:grpSpPr>
        <p:sp>
          <p:nvSpPr>
            <p:cNvPr id="5236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236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6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248" name="Group 86"/>
          <p:cNvGrpSpPr>
            <a:grpSpLocks/>
          </p:cNvGrpSpPr>
          <p:nvPr/>
        </p:nvGrpSpPr>
        <p:grpSpPr bwMode="auto">
          <a:xfrm>
            <a:off x="3657600" y="3326607"/>
            <a:ext cx="628650" cy="159544"/>
            <a:chOff x="2112" y="2064"/>
            <a:chExt cx="528" cy="192"/>
          </a:xfrm>
        </p:grpSpPr>
        <p:grpSp>
          <p:nvGrpSpPr>
            <p:cNvPr id="52358" name="Group 87"/>
            <p:cNvGrpSpPr>
              <a:grpSpLocks/>
            </p:cNvGrpSpPr>
            <p:nvPr/>
          </p:nvGrpSpPr>
          <p:grpSpPr bwMode="auto">
            <a:xfrm>
              <a:off x="2112" y="2064"/>
              <a:ext cx="528" cy="192"/>
              <a:chOff x="2208" y="2112"/>
              <a:chExt cx="528" cy="144"/>
            </a:xfrm>
          </p:grpSpPr>
          <p:sp>
            <p:nvSpPr>
              <p:cNvPr id="5236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236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59" name="Group 90"/>
            <p:cNvGrpSpPr>
              <a:grpSpLocks/>
            </p:cNvGrpSpPr>
            <p:nvPr/>
          </p:nvGrpSpPr>
          <p:grpSpPr bwMode="auto">
            <a:xfrm>
              <a:off x="2448" y="2064"/>
              <a:ext cx="144" cy="144"/>
              <a:chOff x="2448" y="2064"/>
              <a:chExt cx="144" cy="144"/>
            </a:xfrm>
          </p:grpSpPr>
          <p:sp>
            <p:nvSpPr>
              <p:cNvPr id="5236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6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49" name="Group 93"/>
          <p:cNvGrpSpPr>
            <a:grpSpLocks/>
          </p:cNvGrpSpPr>
          <p:nvPr/>
        </p:nvGrpSpPr>
        <p:grpSpPr bwMode="auto">
          <a:xfrm>
            <a:off x="2857500" y="2571750"/>
            <a:ext cx="1428750" cy="171450"/>
            <a:chOff x="1440" y="2064"/>
            <a:chExt cx="1200" cy="192"/>
          </a:xfrm>
        </p:grpSpPr>
        <p:grpSp>
          <p:nvGrpSpPr>
            <p:cNvPr id="52347" name="Group 94"/>
            <p:cNvGrpSpPr>
              <a:grpSpLocks/>
            </p:cNvGrpSpPr>
            <p:nvPr/>
          </p:nvGrpSpPr>
          <p:grpSpPr bwMode="auto">
            <a:xfrm>
              <a:off x="1440" y="2064"/>
              <a:ext cx="672" cy="192"/>
              <a:chOff x="2496" y="2160"/>
              <a:chExt cx="768" cy="144"/>
            </a:xfrm>
          </p:grpSpPr>
          <p:sp>
            <p:nvSpPr>
              <p:cNvPr id="5235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235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5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348" name="Group 98"/>
            <p:cNvGrpSpPr>
              <a:grpSpLocks/>
            </p:cNvGrpSpPr>
            <p:nvPr/>
          </p:nvGrpSpPr>
          <p:grpSpPr bwMode="auto">
            <a:xfrm>
              <a:off x="2112" y="2064"/>
              <a:ext cx="528" cy="192"/>
              <a:chOff x="2112" y="2064"/>
              <a:chExt cx="528" cy="192"/>
            </a:xfrm>
          </p:grpSpPr>
          <p:grpSp>
            <p:nvGrpSpPr>
              <p:cNvPr id="52349" name="Group 99"/>
              <p:cNvGrpSpPr>
                <a:grpSpLocks/>
              </p:cNvGrpSpPr>
              <p:nvPr/>
            </p:nvGrpSpPr>
            <p:grpSpPr bwMode="auto">
              <a:xfrm>
                <a:off x="2112" y="2064"/>
                <a:ext cx="528" cy="192"/>
                <a:chOff x="2208" y="2112"/>
                <a:chExt cx="528" cy="144"/>
              </a:xfrm>
            </p:grpSpPr>
            <p:sp>
              <p:nvSpPr>
                <p:cNvPr id="5235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235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50" name="Group 102"/>
              <p:cNvGrpSpPr>
                <a:grpSpLocks/>
              </p:cNvGrpSpPr>
              <p:nvPr/>
            </p:nvGrpSpPr>
            <p:grpSpPr bwMode="auto">
              <a:xfrm>
                <a:off x="2448" y="2064"/>
                <a:ext cx="144" cy="144"/>
                <a:chOff x="2448" y="2064"/>
                <a:chExt cx="144" cy="144"/>
              </a:xfrm>
            </p:grpSpPr>
            <p:sp>
              <p:nvSpPr>
                <p:cNvPr id="5235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5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2250" name="Group 105"/>
          <p:cNvGrpSpPr>
            <a:grpSpLocks/>
          </p:cNvGrpSpPr>
          <p:nvPr/>
        </p:nvGrpSpPr>
        <p:grpSpPr bwMode="auto">
          <a:xfrm>
            <a:off x="2857500" y="3886200"/>
            <a:ext cx="1428750" cy="171450"/>
            <a:chOff x="1440" y="2064"/>
            <a:chExt cx="1200" cy="192"/>
          </a:xfrm>
        </p:grpSpPr>
        <p:grpSp>
          <p:nvGrpSpPr>
            <p:cNvPr id="52336" name="Group 106"/>
            <p:cNvGrpSpPr>
              <a:grpSpLocks/>
            </p:cNvGrpSpPr>
            <p:nvPr/>
          </p:nvGrpSpPr>
          <p:grpSpPr bwMode="auto">
            <a:xfrm>
              <a:off x="1440" y="2064"/>
              <a:ext cx="672" cy="192"/>
              <a:chOff x="2496" y="2160"/>
              <a:chExt cx="768" cy="144"/>
            </a:xfrm>
          </p:grpSpPr>
          <p:sp>
            <p:nvSpPr>
              <p:cNvPr id="5234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234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4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337" name="Group 110"/>
            <p:cNvGrpSpPr>
              <a:grpSpLocks/>
            </p:cNvGrpSpPr>
            <p:nvPr/>
          </p:nvGrpSpPr>
          <p:grpSpPr bwMode="auto">
            <a:xfrm>
              <a:off x="2112" y="2064"/>
              <a:ext cx="528" cy="192"/>
              <a:chOff x="2112" y="2064"/>
              <a:chExt cx="528" cy="192"/>
            </a:xfrm>
          </p:grpSpPr>
          <p:grpSp>
            <p:nvGrpSpPr>
              <p:cNvPr id="52338" name="Group 111"/>
              <p:cNvGrpSpPr>
                <a:grpSpLocks/>
              </p:cNvGrpSpPr>
              <p:nvPr/>
            </p:nvGrpSpPr>
            <p:grpSpPr bwMode="auto">
              <a:xfrm>
                <a:off x="2112" y="2064"/>
                <a:ext cx="528" cy="192"/>
                <a:chOff x="2208" y="2112"/>
                <a:chExt cx="528" cy="144"/>
              </a:xfrm>
            </p:grpSpPr>
            <p:sp>
              <p:nvSpPr>
                <p:cNvPr id="5234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234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39" name="Group 114"/>
              <p:cNvGrpSpPr>
                <a:grpSpLocks/>
              </p:cNvGrpSpPr>
              <p:nvPr/>
            </p:nvGrpSpPr>
            <p:grpSpPr bwMode="auto">
              <a:xfrm>
                <a:off x="2448" y="2064"/>
                <a:ext cx="144" cy="144"/>
                <a:chOff x="2448" y="2064"/>
                <a:chExt cx="144" cy="144"/>
              </a:xfrm>
            </p:grpSpPr>
            <p:sp>
              <p:nvSpPr>
                <p:cNvPr id="5234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4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2251" name="Group 117"/>
          <p:cNvGrpSpPr>
            <a:grpSpLocks/>
          </p:cNvGrpSpPr>
          <p:nvPr/>
        </p:nvGrpSpPr>
        <p:grpSpPr bwMode="auto">
          <a:xfrm>
            <a:off x="2857500" y="4126707"/>
            <a:ext cx="800100" cy="159544"/>
            <a:chOff x="2496" y="2160"/>
            <a:chExt cx="768" cy="144"/>
          </a:xfrm>
        </p:grpSpPr>
        <p:sp>
          <p:nvSpPr>
            <p:cNvPr id="5233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233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3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252" name="Group 121"/>
          <p:cNvGrpSpPr>
            <a:grpSpLocks/>
          </p:cNvGrpSpPr>
          <p:nvPr/>
        </p:nvGrpSpPr>
        <p:grpSpPr bwMode="auto">
          <a:xfrm>
            <a:off x="3657600" y="4126707"/>
            <a:ext cx="628650" cy="159544"/>
            <a:chOff x="2112" y="2064"/>
            <a:chExt cx="528" cy="192"/>
          </a:xfrm>
        </p:grpSpPr>
        <p:grpSp>
          <p:nvGrpSpPr>
            <p:cNvPr id="52327" name="Group 122"/>
            <p:cNvGrpSpPr>
              <a:grpSpLocks/>
            </p:cNvGrpSpPr>
            <p:nvPr/>
          </p:nvGrpSpPr>
          <p:grpSpPr bwMode="auto">
            <a:xfrm>
              <a:off x="2112" y="2064"/>
              <a:ext cx="528" cy="192"/>
              <a:chOff x="2208" y="2112"/>
              <a:chExt cx="528" cy="144"/>
            </a:xfrm>
          </p:grpSpPr>
          <p:sp>
            <p:nvSpPr>
              <p:cNvPr id="5233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233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28" name="Group 125"/>
            <p:cNvGrpSpPr>
              <a:grpSpLocks/>
            </p:cNvGrpSpPr>
            <p:nvPr/>
          </p:nvGrpSpPr>
          <p:grpSpPr bwMode="auto">
            <a:xfrm>
              <a:off x="2448" y="2064"/>
              <a:ext cx="144" cy="144"/>
              <a:chOff x="2448" y="2064"/>
              <a:chExt cx="144" cy="144"/>
            </a:xfrm>
          </p:grpSpPr>
          <p:sp>
            <p:nvSpPr>
              <p:cNvPr id="5232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3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53" name="Group 128"/>
          <p:cNvGrpSpPr>
            <a:grpSpLocks/>
          </p:cNvGrpSpPr>
          <p:nvPr/>
        </p:nvGrpSpPr>
        <p:grpSpPr bwMode="auto">
          <a:xfrm>
            <a:off x="2857500" y="3040857"/>
            <a:ext cx="2228850" cy="159544"/>
            <a:chOff x="1440" y="2256"/>
            <a:chExt cx="1872" cy="192"/>
          </a:xfrm>
        </p:grpSpPr>
        <p:grpSp>
          <p:nvGrpSpPr>
            <p:cNvPr id="52312" name="Group 129"/>
            <p:cNvGrpSpPr>
              <a:grpSpLocks/>
            </p:cNvGrpSpPr>
            <p:nvPr/>
          </p:nvGrpSpPr>
          <p:grpSpPr bwMode="auto">
            <a:xfrm>
              <a:off x="2784" y="2256"/>
              <a:ext cx="528" cy="192"/>
              <a:chOff x="2112" y="2064"/>
              <a:chExt cx="528" cy="192"/>
            </a:xfrm>
          </p:grpSpPr>
          <p:grpSp>
            <p:nvGrpSpPr>
              <p:cNvPr id="52321" name="Group 130"/>
              <p:cNvGrpSpPr>
                <a:grpSpLocks/>
              </p:cNvGrpSpPr>
              <p:nvPr/>
            </p:nvGrpSpPr>
            <p:grpSpPr bwMode="auto">
              <a:xfrm>
                <a:off x="2112" y="2064"/>
                <a:ext cx="528" cy="192"/>
                <a:chOff x="2208" y="2112"/>
                <a:chExt cx="528" cy="144"/>
              </a:xfrm>
            </p:grpSpPr>
            <p:sp>
              <p:nvSpPr>
                <p:cNvPr id="5232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232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22" name="Group 133"/>
              <p:cNvGrpSpPr>
                <a:grpSpLocks/>
              </p:cNvGrpSpPr>
              <p:nvPr/>
            </p:nvGrpSpPr>
            <p:grpSpPr bwMode="auto">
              <a:xfrm>
                <a:off x="2448" y="2064"/>
                <a:ext cx="144" cy="144"/>
                <a:chOff x="2448" y="2064"/>
                <a:chExt cx="144" cy="144"/>
              </a:xfrm>
            </p:grpSpPr>
            <p:sp>
              <p:nvSpPr>
                <p:cNvPr id="5232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2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313" name="Group 136"/>
            <p:cNvGrpSpPr>
              <a:grpSpLocks/>
            </p:cNvGrpSpPr>
            <p:nvPr/>
          </p:nvGrpSpPr>
          <p:grpSpPr bwMode="auto">
            <a:xfrm>
              <a:off x="1440" y="2256"/>
              <a:ext cx="672" cy="192"/>
              <a:chOff x="2496" y="2160"/>
              <a:chExt cx="768" cy="144"/>
            </a:xfrm>
          </p:grpSpPr>
          <p:sp>
            <p:nvSpPr>
              <p:cNvPr id="5231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231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2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314" name="Group 140"/>
            <p:cNvGrpSpPr>
              <a:grpSpLocks/>
            </p:cNvGrpSpPr>
            <p:nvPr/>
          </p:nvGrpSpPr>
          <p:grpSpPr bwMode="auto">
            <a:xfrm>
              <a:off x="2112" y="2256"/>
              <a:ext cx="672" cy="192"/>
              <a:chOff x="2496" y="2160"/>
              <a:chExt cx="768" cy="144"/>
            </a:xfrm>
          </p:grpSpPr>
          <p:sp>
            <p:nvSpPr>
              <p:cNvPr id="5231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231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1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54" name="Group 144"/>
          <p:cNvGrpSpPr>
            <a:grpSpLocks/>
          </p:cNvGrpSpPr>
          <p:nvPr/>
        </p:nvGrpSpPr>
        <p:grpSpPr bwMode="auto">
          <a:xfrm>
            <a:off x="3657600" y="4400550"/>
            <a:ext cx="2228850" cy="171450"/>
            <a:chOff x="1440" y="2256"/>
            <a:chExt cx="1872" cy="192"/>
          </a:xfrm>
        </p:grpSpPr>
        <p:grpSp>
          <p:nvGrpSpPr>
            <p:cNvPr id="52297" name="Group 145"/>
            <p:cNvGrpSpPr>
              <a:grpSpLocks/>
            </p:cNvGrpSpPr>
            <p:nvPr/>
          </p:nvGrpSpPr>
          <p:grpSpPr bwMode="auto">
            <a:xfrm>
              <a:off x="2784" y="2256"/>
              <a:ext cx="528" cy="192"/>
              <a:chOff x="2112" y="2064"/>
              <a:chExt cx="528" cy="192"/>
            </a:xfrm>
          </p:grpSpPr>
          <p:grpSp>
            <p:nvGrpSpPr>
              <p:cNvPr id="52306" name="Group 146"/>
              <p:cNvGrpSpPr>
                <a:grpSpLocks/>
              </p:cNvGrpSpPr>
              <p:nvPr/>
            </p:nvGrpSpPr>
            <p:grpSpPr bwMode="auto">
              <a:xfrm>
                <a:off x="2112" y="2064"/>
                <a:ext cx="528" cy="192"/>
                <a:chOff x="2208" y="2112"/>
                <a:chExt cx="528" cy="144"/>
              </a:xfrm>
            </p:grpSpPr>
            <p:sp>
              <p:nvSpPr>
                <p:cNvPr id="5231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231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2307" name="Group 149"/>
              <p:cNvGrpSpPr>
                <a:grpSpLocks/>
              </p:cNvGrpSpPr>
              <p:nvPr/>
            </p:nvGrpSpPr>
            <p:grpSpPr bwMode="auto">
              <a:xfrm>
                <a:off x="2448" y="2064"/>
                <a:ext cx="144" cy="144"/>
                <a:chOff x="2448" y="2064"/>
                <a:chExt cx="144" cy="144"/>
              </a:xfrm>
            </p:grpSpPr>
            <p:sp>
              <p:nvSpPr>
                <p:cNvPr id="5230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30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98" name="Group 152"/>
            <p:cNvGrpSpPr>
              <a:grpSpLocks/>
            </p:cNvGrpSpPr>
            <p:nvPr/>
          </p:nvGrpSpPr>
          <p:grpSpPr bwMode="auto">
            <a:xfrm>
              <a:off x="1440" y="2256"/>
              <a:ext cx="672" cy="192"/>
              <a:chOff x="2496" y="2160"/>
              <a:chExt cx="768" cy="144"/>
            </a:xfrm>
          </p:grpSpPr>
          <p:sp>
            <p:nvSpPr>
              <p:cNvPr id="5230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230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0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2299" name="Group 156"/>
            <p:cNvGrpSpPr>
              <a:grpSpLocks/>
            </p:cNvGrpSpPr>
            <p:nvPr/>
          </p:nvGrpSpPr>
          <p:grpSpPr bwMode="auto">
            <a:xfrm>
              <a:off x="2112" y="2256"/>
              <a:ext cx="672" cy="192"/>
              <a:chOff x="2496" y="2160"/>
              <a:chExt cx="768" cy="144"/>
            </a:xfrm>
          </p:grpSpPr>
          <p:sp>
            <p:nvSpPr>
              <p:cNvPr id="5230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230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30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2255" name="Group 160"/>
          <p:cNvGrpSpPr>
            <a:grpSpLocks/>
          </p:cNvGrpSpPr>
          <p:nvPr/>
        </p:nvGrpSpPr>
        <p:grpSpPr bwMode="auto">
          <a:xfrm>
            <a:off x="2857500" y="4400550"/>
            <a:ext cx="800100" cy="171450"/>
            <a:chOff x="2496" y="2160"/>
            <a:chExt cx="768" cy="144"/>
          </a:xfrm>
        </p:grpSpPr>
        <p:sp>
          <p:nvSpPr>
            <p:cNvPr id="5229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229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29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225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225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225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25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226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6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226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263"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226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6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226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267"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226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6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2270"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2271"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2272" name="Rectangle 180"/>
          <p:cNvSpPr>
            <a:spLocks noChangeArrowheads="1"/>
          </p:cNvSpPr>
          <p:nvPr/>
        </p:nvSpPr>
        <p:spPr bwMode="auto">
          <a:xfrm>
            <a:off x="6216654"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2273"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2274" name="Group 185"/>
          <p:cNvGrpSpPr>
            <a:grpSpLocks/>
          </p:cNvGrpSpPr>
          <p:nvPr/>
        </p:nvGrpSpPr>
        <p:grpSpPr bwMode="auto">
          <a:xfrm>
            <a:off x="6053138" y="342900"/>
            <a:ext cx="1943100" cy="1943100"/>
            <a:chOff x="2784" y="96"/>
            <a:chExt cx="1632" cy="1680"/>
          </a:xfrm>
        </p:grpSpPr>
        <p:sp>
          <p:nvSpPr>
            <p:cNvPr id="52276" name="Oval 18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2277" name="Oval 18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2278" name="Oval 18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2279" name="Oval 18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2280" name="Oval 19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2281" name="Oval 19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2282" name="Oval 19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2283" name="Line 19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4" name="Line 19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5" name="Line 19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6" name="Line 19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7" name="Line 19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8" name="Line 19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89" name="Oval 19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2290" name="Line 20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91" name="Line 20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92" name="Line 20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2293" name="Line 20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8819500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876EE7F6-410F-D201-1448-CB8A3027668B}"/>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876EE7F6-410F-D201-1448-CB8A3027668B}"/>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3250" name="Group 21"/>
          <p:cNvGrpSpPr>
            <a:grpSpLocks/>
          </p:cNvGrpSpPr>
          <p:nvPr/>
        </p:nvGrpSpPr>
        <p:grpSpPr bwMode="auto">
          <a:xfrm>
            <a:off x="1524001" y="2520554"/>
            <a:ext cx="1079897" cy="258365"/>
            <a:chOff x="288" y="2016"/>
            <a:chExt cx="816" cy="192"/>
          </a:xfrm>
        </p:grpSpPr>
        <p:sp>
          <p:nvSpPr>
            <p:cNvPr id="5343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343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325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325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3253" name="Group 26"/>
          <p:cNvGrpSpPr>
            <a:grpSpLocks/>
          </p:cNvGrpSpPr>
          <p:nvPr/>
        </p:nvGrpSpPr>
        <p:grpSpPr bwMode="auto">
          <a:xfrm>
            <a:off x="1524001" y="3036094"/>
            <a:ext cx="1079897" cy="258366"/>
            <a:chOff x="288" y="2016"/>
            <a:chExt cx="816" cy="192"/>
          </a:xfrm>
        </p:grpSpPr>
        <p:sp>
          <p:nvSpPr>
            <p:cNvPr id="5342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342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254" name="Group 29"/>
          <p:cNvGrpSpPr>
            <a:grpSpLocks/>
          </p:cNvGrpSpPr>
          <p:nvPr/>
        </p:nvGrpSpPr>
        <p:grpSpPr bwMode="auto">
          <a:xfrm>
            <a:off x="1524001" y="3294460"/>
            <a:ext cx="1079897" cy="258365"/>
            <a:chOff x="288" y="2016"/>
            <a:chExt cx="816" cy="192"/>
          </a:xfrm>
        </p:grpSpPr>
        <p:sp>
          <p:nvSpPr>
            <p:cNvPr id="5342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342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255" name="Group 32"/>
          <p:cNvGrpSpPr>
            <a:grpSpLocks/>
          </p:cNvGrpSpPr>
          <p:nvPr/>
        </p:nvGrpSpPr>
        <p:grpSpPr bwMode="auto">
          <a:xfrm>
            <a:off x="1524001" y="3552825"/>
            <a:ext cx="1079897" cy="257175"/>
            <a:chOff x="288" y="2016"/>
            <a:chExt cx="816" cy="192"/>
          </a:xfrm>
        </p:grpSpPr>
        <p:sp>
          <p:nvSpPr>
            <p:cNvPr id="5342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342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256" name="Group 35"/>
          <p:cNvGrpSpPr>
            <a:grpSpLocks/>
          </p:cNvGrpSpPr>
          <p:nvPr/>
        </p:nvGrpSpPr>
        <p:grpSpPr bwMode="auto">
          <a:xfrm>
            <a:off x="1524001" y="3810000"/>
            <a:ext cx="1079897" cy="258366"/>
            <a:chOff x="288" y="2016"/>
            <a:chExt cx="816" cy="192"/>
          </a:xfrm>
        </p:grpSpPr>
        <p:sp>
          <p:nvSpPr>
            <p:cNvPr id="5342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342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257" name="Group 38"/>
          <p:cNvGrpSpPr>
            <a:grpSpLocks/>
          </p:cNvGrpSpPr>
          <p:nvPr/>
        </p:nvGrpSpPr>
        <p:grpSpPr bwMode="auto">
          <a:xfrm>
            <a:off x="1524001" y="4325542"/>
            <a:ext cx="1079897" cy="258365"/>
            <a:chOff x="288" y="2016"/>
            <a:chExt cx="816" cy="192"/>
          </a:xfrm>
        </p:grpSpPr>
        <p:sp>
          <p:nvSpPr>
            <p:cNvPr id="5342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342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258" name="Group 41"/>
          <p:cNvGrpSpPr>
            <a:grpSpLocks/>
          </p:cNvGrpSpPr>
          <p:nvPr/>
        </p:nvGrpSpPr>
        <p:grpSpPr bwMode="auto">
          <a:xfrm>
            <a:off x="1524001" y="4068366"/>
            <a:ext cx="1079897" cy="257175"/>
            <a:chOff x="288" y="2016"/>
            <a:chExt cx="816" cy="192"/>
          </a:xfrm>
        </p:grpSpPr>
        <p:sp>
          <p:nvSpPr>
            <p:cNvPr id="5341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341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325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326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6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3269" name="Group 54"/>
          <p:cNvGrpSpPr>
            <a:grpSpLocks/>
          </p:cNvGrpSpPr>
          <p:nvPr/>
        </p:nvGrpSpPr>
        <p:grpSpPr bwMode="auto">
          <a:xfrm>
            <a:off x="2857500" y="3612357"/>
            <a:ext cx="1428750" cy="159544"/>
            <a:chOff x="1440" y="2064"/>
            <a:chExt cx="1200" cy="192"/>
          </a:xfrm>
        </p:grpSpPr>
        <p:grpSp>
          <p:nvGrpSpPr>
            <p:cNvPr id="53407" name="Group 55"/>
            <p:cNvGrpSpPr>
              <a:grpSpLocks/>
            </p:cNvGrpSpPr>
            <p:nvPr/>
          </p:nvGrpSpPr>
          <p:grpSpPr bwMode="auto">
            <a:xfrm>
              <a:off x="1440" y="2064"/>
              <a:ext cx="672" cy="192"/>
              <a:chOff x="2496" y="2160"/>
              <a:chExt cx="768" cy="144"/>
            </a:xfrm>
          </p:grpSpPr>
          <p:sp>
            <p:nvSpPr>
              <p:cNvPr id="5341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341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41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408" name="Group 59"/>
            <p:cNvGrpSpPr>
              <a:grpSpLocks/>
            </p:cNvGrpSpPr>
            <p:nvPr/>
          </p:nvGrpSpPr>
          <p:grpSpPr bwMode="auto">
            <a:xfrm>
              <a:off x="2112" y="2064"/>
              <a:ext cx="528" cy="192"/>
              <a:chOff x="2112" y="2064"/>
              <a:chExt cx="528" cy="192"/>
            </a:xfrm>
          </p:grpSpPr>
          <p:grpSp>
            <p:nvGrpSpPr>
              <p:cNvPr id="53409" name="Group 60"/>
              <p:cNvGrpSpPr>
                <a:grpSpLocks/>
              </p:cNvGrpSpPr>
              <p:nvPr/>
            </p:nvGrpSpPr>
            <p:grpSpPr bwMode="auto">
              <a:xfrm>
                <a:off x="2112" y="2064"/>
                <a:ext cx="528" cy="192"/>
                <a:chOff x="2208" y="2112"/>
                <a:chExt cx="528" cy="144"/>
              </a:xfrm>
            </p:grpSpPr>
            <p:sp>
              <p:nvSpPr>
                <p:cNvPr id="5341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341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410" name="Group 63"/>
              <p:cNvGrpSpPr>
                <a:grpSpLocks/>
              </p:cNvGrpSpPr>
              <p:nvPr/>
            </p:nvGrpSpPr>
            <p:grpSpPr bwMode="auto">
              <a:xfrm>
                <a:off x="2448" y="2064"/>
                <a:ext cx="144" cy="144"/>
                <a:chOff x="2448" y="2064"/>
                <a:chExt cx="144" cy="144"/>
              </a:xfrm>
            </p:grpSpPr>
            <p:sp>
              <p:nvSpPr>
                <p:cNvPr id="5341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41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3270" name="Group 66"/>
          <p:cNvGrpSpPr>
            <a:grpSpLocks/>
          </p:cNvGrpSpPr>
          <p:nvPr/>
        </p:nvGrpSpPr>
        <p:grpSpPr bwMode="auto">
          <a:xfrm>
            <a:off x="2857500" y="2800350"/>
            <a:ext cx="2228850" cy="171450"/>
            <a:chOff x="1440" y="2256"/>
            <a:chExt cx="1872" cy="192"/>
          </a:xfrm>
        </p:grpSpPr>
        <p:grpSp>
          <p:nvGrpSpPr>
            <p:cNvPr id="53392" name="Group 67"/>
            <p:cNvGrpSpPr>
              <a:grpSpLocks/>
            </p:cNvGrpSpPr>
            <p:nvPr/>
          </p:nvGrpSpPr>
          <p:grpSpPr bwMode="auto">
            <a:xfrm>
              <a:off x="2784" y="2256"/>
              <a:ext cx="528" cy="192"/>
              <a:chOff x="2112" y="2064"/>
              <a:chExt cx="528" cy="192"/>
            </a:xfrm>
          </p:grpSpPr>
          <p:grpSp>
            <p:nvGrpSpPr>
              <p:cNvPr id="53401" name="Group 68"/>
              <p:cNvGrpSpPr>
                <a:grpSpLocks/>
              </p:cNvGrpSpPr>
              <p:nvPr/>
            </p:nvGrpSpPr>
            <p:grpSpPr bwMode="auto">
              <a:xfrm>
                <a:off x="2112" y="2064"/>
                <a:ext cx="528" cy="192"/>
                <a:chOff x="2208" y="2112"/>
                <a:chExt cx="528" cy="144"/>
              </a:xfrm>
            </p:grpSpPr>
            <p:sp>
              <p:nvSpPr>
                <p:cNvPr id="5340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340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402" name="Group 71"/>
              <p:cNvGrpSpPr>
                <a:grpSpLocks/>
              </p:cNvGrpSpPr>
              <p:nvPr/>
            </p:nvGrpSpPr>
            <p:grpSpPr bwMode="auto">
              <a:xfrm>
                <a:off x="2448" y="2064"/>
                <a:ext cx="144" cy="144"/>
                <a:chOff x="2448" y="2064"/>
                <a:chExt cx="144" cy="144"/>
              </a:xfrm>
            </p:grpSpPr>
            <p:sp>
              <p:nvSpPr>
                <p:cNvPr id="5340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40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393" name="Group 74"/>
            <p:cNvGrpSpPr>
              <a:grpSpLocks/>
            </p:cNvGrpSpPr>
            <p:nvPr/>
          </p:nvGrpSpPr>
          <p:grpSpPr bwMode="auto">
            <a:xfrm>
              <a:off x="1440" y="2256"/>
              <a:ext cx="672" cy="192"/>
              <a:chOff x="2496" y="2160"/>
              <a:chExt cx="768" cy="144"/>
            </a:xfrm>
          </p:grpSpPr>
          <p:sp>
            <p:nvSpPr>
              <p:cNvPr id="5339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339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40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394" name="Group 78"/>
            <p:cNvGrpSpPr>
              <a:grpSpLocks/>
            </p:cNvGrpSpPr>
            <p:nvPr/>
          </p:nvGrpSpPr>
          <p:grpSpPr bwMode="auto">
            <a:xfrm>
              <a:off x="2112" y="2256"/>
              <a:ext cx="672" cy="192"/>
              <a:chOff x="2496" y="2160"/>
              <a:chExt cx="768" cy="144"/>
            </a:xfrm>
          </p:grpSpPr>
          <p:sp>
            <p:nvSpPr>
              <p:cNvPr id="5339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339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9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271" name="Group 82"/>
          <p:cNvGrpSpPr>
            <a:grpSpLocks/>
          </p:cNvGrpSpPr>
          <p:nvPr/>
        </p:nvGrpSpPr>
        <p:grpSpPr bwMode="auto">
          <a:xfrm>
            <a:off x="2857500" y="3326607"/>
            <a:ext cx="800100" cy="159544"/>
            <a:chOff x="2496" y="2160"/>
            <a:chExt cx="768" cy="144"/>
          </a:xfrm>
        </p:grpSpPr>
        <p:sp>
          <p:nvSpPr>
            <p:cNvPr id="5338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339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9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272" name="Group 86"/>
          <p:cNvGrpSpPr>
            <a:grpSpLocks/>
          </p:cNvGrpSpPr>
          <p:nvPr/>
        </p:nvGrpSpPr>
        <p:grpSpPr bwMode="auto">
          <a:xfrm>
            <a:off x="3657600" y="3326607"/>
            <a:ext cx="628650" cy="159544"/>
            <a:chOff x="2112" y="2064"/>
            <a:chExt cx="528" cy="192"/>
          </a:xfrm>
        </p:grpSpPr>
        <p:grpSp>
          <p:nvGrpSpPr>
            <p:cNvPr id="53383" name="Group 87"/>
            <p:cNvGrpSpPr>
              <a:grpSpLocks/>
            </p:cNvGrpSpPr>
            <p:nvPr/>
          </p:nvGrpSpPr>
          <p:grpSpPr bwMode="auto">
            <a:xfrm>
              <a:off x="2112" y="2064"/>
              <a:ext cx="528" cy="192"/>
              <a:chOff x="2208" y="2112"/>
              <a:chExt cx="528" cy="144"/>
            </a:xfrm>
          </p:grpSpPr>
          <p:sp>
            <p:nvSpPr>
              <p:cNvPr id="5338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338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84" name="Group 90"/>
            <p:cNvGrpSpPr>
              <a:grpSpLocks/>
            </p:cNvGrpSpPr>
            <p:nvPr/>
          </p:nvGrpSpPr>
          <p:grpSpPr bwMode="auto">
            <a:xfrm>
              <a:off x="2448" y="2064"/>
              <a:ext cx="144" cy="144"/>
              <a:chOff x="2448" y="2064"/>
              <a:chExt cx="144" cy="144"/>
            </a:xfrm>
          </p:grpSpPr>
          <p:sp>
            <p:nvSpPr>
              <p:cNvPr id="5338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8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273" name="Group 93"/>
          <p:cNvGrpSpPr>
            <a:grpSpLocks/>
          </p:cNvGrpSpPr>
          <p:nvPr/>
        </p:nvGrpSpPr>
        <p:grpSpPr bwMode="auto">
          <a:xfrm>
            <a:off x="2857500" y="2571750"/>
            <a:ext cx="1428750" cy="171450"/>
            <a:chOff x="1440" y="2064"/>
            <a:chExt cx="1200" cy="192"/>
          </a:xfrm>
        </p:grpSpPr>
        <p:grpSp>
          <p:nvGrpSpPr>
            <p:cNvPr id="53372" name="Group 94"/>
            <p:cNvGrpSpPr>
              <a:grpSpLocks/>
            </p:cNvGrpSpPr>
            <p:nvPr/>
          </p:nvGrpSpPr>
          <p:grpSpPr bwMode="auto">
            <a:xfrm>
              <a:off x="1440" y="2064"/>
              <a:ext cx="672" cy="192"/>
              <a:chOff x="2496" y="2160"/>
              <a:chExt cx="768" cy="144"/>
            </a:xfrm>
          </p:grpSpPr>
          <p:sp>
            <p:nvSpPr>
              <p:cNvPr id="5338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338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8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373" name="Group 98"/>
            <p:cNvGrpSpPr>
              <a:grpSpLocks/>
            </p:cNvGrpSpPr>
            <p:nvPr/>
          </p:nvGrpSpPr>
          <p:grpSpPr bwMode="auto">
            <a:xfrm>
              <a:off x="2112" y="2064"/>
              <a:ext cx="528" cy="192"/>
              <a:chOff x="2112" y="2064"/>
              <a:chExt cx="528" cy="192"/>
            </a:xfrm>
          </p:grpSpPr>
          <p:grpSp>
            <p:nvGrpSpPr>
              <p:cNvPr id="53374" name="Group 99"/>
              <p:cNvGrpSpPr>
                <a:grpSpLocks/>
              </p:cNvGrpSpPr>
              <p:nvPr/>
            </p:nvGrpSpPr>
            <p:grpSpPr bwMode="auto">
              <a:xfrm>
                <a:off x="2112" y="2064"/>
                <a:ext cx="528" cy="192"/>
                <a:chOff x="2208" y="2112"/>
                <a:chExt cx="528" cy="144"/>
              </a:xfrm>
            </p:grpSpPr>
            <p:sp>
              <p:nvSpPr>
                <p:cNvPr id="5337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337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75" name="Group 102"/>
              <p:cNvGrpSpPr>
                <a:grpSpLocks/>
              </p:cNvGrpSpPr>
              <p:nvPr/>
            </p:nvGrpSpPr>
            <p:grpSpPr bwMode="auto">
              <a:xfrm>
                <a:off x="2448" y="2064"/>
                <a:ext cx="144" cy="144"/>
                <a:chOff x="2448" y="2064"/>
                <a:chExt cx="144" cy="144"/>
              </a:xfrm>
            </p:grpSpPr>
            <p:sp>
              <p:nvSpPr>
                <p:cNvPr id="5337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7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3274" name="Group 105"/>
          <p:cNvGrpSpPr>
            <a:grpSpLocks/>
          </p:cNvGrpSpPr>
          <p:nvPr/>
        </p:nvGrpSpPr>
        <p:grpSpPr bwMode="auto">
          <a:xfrm>
            <a:off x="2857500" y="3886200"/>
            <a:ext cx="1428750" cy="171450"/>
            <a:chOff x="1440" y="2064"/>
            <a:chExt cx="1200" cy="192"/>
          </a:xfrm>
        </p:grpSpPr>
        <p:grpSp>
          <p:nvGrpSpPr>
            <p:cNvPr id="53361" name="Group 106"/>
            <p:cNvGrpSpPr>
              <a:grpSpLocks/>
            </p:cNvGrpSpPr>
            <p:nvPr/>
          </p:nvGrpSpPr>
          <p:grpSpPr bwMode="auto">
            <a:xfrm>
              <a:off x="1440" y="2064"/>
              <a:ext cx="672" cy="192"/>
              <a:chOff x="2496" y="2160"/>
              <a:chExt cx="768" cy="144"/>
            </a:xfrm>
          </p:grpSpPr>
          <p:sp>
            <p:nvSpPr>
              <p:cNvPr id="5336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337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7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362" name="Group 110"/>
            <p:cNvGrpSpPr>
              <a:grpSpLocks/>
            </p:cNvGrpSpPr>
            <p:nvPr/>
          </p:nvGrpSpPr>
          <p:grpSpPr bwMode="auto">
            <a:xfrm>
              <a:off x="2112" y="2064"/>
              <a:ext cx="528" cy="192"/>
              <a:chOff x="2112" y="2064"/>
              <a:chExt cx="528" cy="192"/>
            </a:xfrm>
          </p:grpSpPr>
          <p:grpSp>
            <p:nvGrpSpPr>
              <p:cNvPr id="53363" name="Group 111"/>
              <p:cNvGrpSpPr>
                <a:grpSpLocks/>
              </p:cNvGrpSpPr>
              <p:nvPr/>
            </p:nvGrpSpPr>
            <p:grpSpPr bwMode="auto">
              <a:xfrm>
                <a:off x="2112" y="2064"/>
                <a:ext cx="528" cy="192"/>
                <a:chOff x="2208" y="2112"/>
                <a:chExt cx="528" cy="144"/>
              </a:xfrm>
            </p:grpSpPr>
            <p:sp>
              <p:nvSpPr>
                <p:cNvPr id="5336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336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64" name="Group 114"/>
              <p:cNvGrpSpPr>
                <a:grpSpLocks/>
              </p:cNvGrpSpPr>
              <p:nvPr/>
            </p:nvGrpSpPr>
            <p:grpSpPr bwMode="auto">
              <a:xfrm>
                <a:off x="2448" y="2064"/>
                <a:ext cx="144" cy="144"/>
                <a:chOff x="2448" y="2064"/>
                <a:chExt cx="144" cy="144"/>
              </a:xfrm>
            </p:grpSpPr>
            <p:sp>
              <p:nvSpPr>
                <p:cNvPr id="5336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6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3275" name="Group 117"/>
          <p:cNvGrpSpPr>
            <a:grpSpLocks/>
          </p:cNvGrpSpPr>
          <p:nvPr/>
        </p:nvGrpSpPr>
        <p:grpSpPr bwMode="auto">
          <a:xfrm>
            <a:off x="2857500" y="4126707"/>
            <a:ext cx="800100" cy="159544"/>
            <a:chOff x="2496" y="2160"/>
            <a:chExt cx="768" cy="144"/>
          </a:xfrm>
        </p:grpSpPr>
        <p:sp>
          <p:nvSpPr>
            <p:cNvPr id="5335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335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6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276" name="Group 121"/>
          <p:cNvGrpSpPr>
            <a:grpSpLocks/>
          </p:cNvGrpSpPr>
          <p:nvPr/>
        </p:nvGrpSpPr>
        <p:grpSpPr bwMode="auto">
          <a:xfrm>
            <a:off x="3657600" y="4126707"/>
            <a:ext cx="628650" cy="159544"/>
            <a:chOff x="2112" y="2064"/>
            <a:chExt cx="528" cy="192"/>
          </a:xfrm>
        </p:grpSpPr>
        <p:grpSp>
          <p:nvGrpSpPr>
            <p:cNvPr id="53352" name="Group 122"/>
            <p:cNvGrpSpPr>
              <a:grpSpLocks/>
            </p:cNvGrpSpPr>
            <p:nvPr/>
          </p:nvGrpSpPr>
          <p:grpSpPr bwMode="auto">
            <a:xfrm>
              <a:off x="2112" y="2064"/>
              <a:ext cx="528" cy="192"/>
              <a:chOff x="2208" y="2112"/>
              <a:chExt cx="528" cy="144"/>
            </a:xfrm>
          </p:grpSpPr>
          <p:sp>
            <p:nvSpPr>
              <p:cNvPr id="5335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335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53" name="Group 125"/>
            <p:cNvGrpSpPr>
              <a:grpSpLocks/>
            </p:cNvGrpSpPr>
            <p:nvPr/>
          </p:nvGrpSpPr>
          <p:grpSpPr bwMode="auto">
            <a:xfrm>
              <a:off x="2448" y="2064"/>
              <a:ext cx="144" cy="144"/>
              <a:chOff x="2448" y="2064"/>
              <a:chExt cx="144" cy="144"/>
            </a:xfrm>
          </p:grpSpPr>
          <p:sp>
            <p:nvSpPr>
              <p:cNvPr id="5335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5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277" name="Group 128"/>
          <p:cNvGrpSpPr>
            <a:grpSpLocks/>
          </p:cNvGrpSpPr>
          <p:nvPr/>
        </p:nvGrpSpPr>
        <p:grpSpPr bwMode="auto">
          <a:xfrm>
            <a:off x="2857500" y="3040857"/>
            <a:ext cx="2228850" cy="159544"/>
            <a:chOff x="1440" y="2256"/>
            <a:chExt cx="1872" cy="192"/>
          </a:xfrm>
        </p:grpSpPr>
        <p:grpSp>
          <p:nvGrpSpPr>
            <p:cNvPr id="53337" name="Group 129"/>
            <p:cNvGrpSpPr>
              <a:grpSpLocks/>
            </p:cNvGrpSpPr>
            <p:nvPr/>
          </p:nvGrpSpPr>
          <p:grpSpPr bwMode="auto">
            <a:xfrm>
              <a:off x="2784" y="2256"/>
              <a:ext cx="528" cy="192"/>
              <a:chOff x="2112" y="2064"/>
              <a:chExt cx="528" cy="192"/>
            </a:xfrm>
          </p:grpSpPr>
          <p:grpSp>
            <p:nvGrpSpPr>
              <p:cNvPr id="53346" name="Group 130"/>
              <p:cNvGrpSpPr>
                <a:grpSpLocks/>
              </p:cNvGrpSpPr>
              <p:nvPr/>
            </p:nvGrpSpPr>
            <p:grpSpPr bwMode="auto">
              <a:xfrm>
                <a:off x="2112" y="2064"/>
                <a:ext cx="528" cy="192"/>
                <a:chOff x="2208" y="2112"/>
                <a:chExt cx="528" cy="144"/>
              </a:xfrm>
            </p:grpSpPr>
            <p:sp>
              <p:nvSpPr>
                <p:cNvPr id="5335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335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47" name="Group 133"/>
              <p:cNvGrpSpPr>
                <a:grpSpLocks/>
              </p:cNvGrpSpPr>
              <p:nvPr/>
            </p:nvGrpSpPr>
            <p:grpSpPr bwMode="auto">
              <a:xfrm>
                <a:off x="2448" y="2064"/>
                <a:ext cx="144" cy="144"/>
                <a:chOff x="2448" y="2064"/>
                <a:chExt cx="144" cy="144"/>
              </a:xfrm>
            </p:grpSpPr>
            <p:sp>
              <p:nvSpPr>
                <p:cNvPr id="5334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4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338" name="Group 136"/>
            <p:cNvGrpSpPr>
              <a:grpSpLocks/>
            </p:cNvGrpSpPr>
            <p:nvPr/>
          </p:nvGrpSpPr>
          <p:grpSpPr bwMode="auto">
            <a:xfrm>
              <a:off x="1440" y="2256"/>
              <a:ext cx="672" cy="192"/>
              <a:chOff x="2496" y="2160"/>
              <a:chExt cx="768" cy="144"/>
            </a:xfrm>
          </p:grpSpPr>
          <p:sp>
            <p:nvSpPr>
              <p:cNvPr id="5334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334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4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339" name="Group 140"/>
            <p:cNvGrpSpPr>
              <a:grpSpLocks/>
            </p:cNvGrpSpPr>
            <p:nvPr/>
          </p:nvGrpSpPr>
          <p:grpSpPr bwMode="auto">
            <a:xfrm>
              <a:off x="2112" y="2256"/>
              <a:ext cx="672" cy="192"/>
              <a:chOff x="2496" y="2160"/>
              <a:chExt cx="768" cy="144"/>
            </a:xfrm>
          </p:grpSpPr>
          <p:sp>
            <p:nvSpPr>
              <p:cNvPr id="5334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334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4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278" name="Group 144"/>
          <p:cNvGrpSpPr>
            <a:grpSpLocks/>
          </p:cNvGrpSpPr>
          <p:nvPr/>
        </p:nvGrpSpPr>
        <p:grpSpPr bwMode="auto">
          <a:xfrm>
            <a:off x="3657600" y="4400550"/>
            <a:ext cx="2228850" cy="171450"/>
            <a:chOff x="1440" y="2256"/>
            <a:chExt cx="1872" cy="192"/>
          </a:xfrm>
        </p:grpSpPr>
        <p:grpSp>
          <p:nvGrpSpPr>
            <p:cNvPr id="53322" name="Group 145"/>
            <p:cNvGrpSpPr>
              <a:grpSpLocks/>
            </p:cNvGrpSpPr>
            <p:nvPr/>
          </p:nvGrpSpPr>
          <p:grpSpPr bwMode="auto">
            <a:xfrm>
              <a:off x="2784" y="2256"/>
              <a:ext cx="528" cy="192"/>
              <a:chOff x="2112" y="2064"/>
              <a:chExt cx="528" cy="192"/>
            </a:xfrm>
          </p:grpSpPr>
          <p:grpSp>
            <p:nvGrpSpPr>
              <p:cNvPr id="53331" name="Group 146"/>
              <p:cNvGrpSpPr>
                <a:grpSpLocks/>
              </p:cNvGrpSpPr>
              <p:nvPr/>
            </p:nvGrpSpPr>
            <p:grpSpPr bwMode="auto">
              <a:xfrm>
                <a:off x="2112" y="2064"/>
                <a:ext cx="528" cy="192"/>
                <a:chOff x="2208" y="2112"/>
                <a:chExt cx="528" cy="144"/>
              </a:xfrm>
            </p:grpSpPr>
            <p:sp>
              <p:nvSpPr>
                <p:cNvPr id="5333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333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3332" name="Group 149"/>
              <p:cNvGrpSpPr>
                <a:grpSpLocks/>
              </p:cNvGrpSpPr>
              <p:nvPr/>
            </p:nvGrpSpPr>
            <p:grpSpPr bwMode="auto">
              <a:xfrm>
                <a:off x="2448" y="2064"/>
                <a:ext cx="144" cy="144"/>
                <a:chOff x="2448" y="2064"/>
                <a:chExt cx="144" cy="144"/>
              </a:xfrm>
            </p:grpSpPr>
            <p:sp>
              <p:nvSpPr>
                <p:cNvPr id="5333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3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323" name="Group 152"/>
            <p:cNvGrpSpPr>
              <a:grpSpLocks/>
            </p:cNvGrpSpPr>
            <p:nvPr/>
          </p:nvGrpSpPr>
          <p:grpSpPr bwMode="auto">
            <a:xfrm>
              <a:off x="1440" y="2256"/>
              <a:ext cx="672" cy="192"/>
              <a:chOff x="2496" y="2160"/>
              <a:chExt cx="768" cy="144"/>
            </a:xfrm>
          </p:grpSpPr>
          <p:sp>
            <p:nvSpPr>
              <p:cNvPr id="5332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332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3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3324" name="Group 156"/>
            <p:cNvGrpSpPr>
              <a:grpSpLocks/>
            </p:cNvGrpSpPr>
            <p:nvPr/>
          </p:nvGrpSpPr>
          <p:grpSpPr bwMode="auto">
            <a:xfrm>
              <a:off x="2112" y="2256"/>
              <a:ext cx="672" cy="192"/>
              <a:chOff x="2496" y="2160"/>
              <a:chExt cx="768" cy="144"/>
            </a:xfrm>
          </p:grpSpPr>
          <p:sp>
            <p:nvSpPr>
              <p:cNvPr id="5332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332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2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3279" name="Group 160"/>
          <p:cNvGrpSpPr>
            <a:grpSpLocks/>
          </p:cNvGrpSpPr>
          <p:nvPr/>
        </p:nvGrpSpPr>
        <p:grpSpPr bwMode="auto">
          <a:xfrm>
            <a:off x="2857500" y="4400550"/>
            <a:ext cx="800100" cy="171450"/>
            <a:chOff x="2496" y="2160"/>
            <a:chExt cx="768" cy="144"/>
          </a:xfrm>
        </p:grpSpPr>
        <p:sp>
          <p:nvSpPr>
            <p:cNvPr id="5331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332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32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328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328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328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283"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328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8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328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28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328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8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329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291"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329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9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3294"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3295"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3296"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3297"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298"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grpSp>
        <p:nvGrpSpPr>
          <p:cNvPr id="53299" name="Group 186"/>
          <p:cNvGrpSpPr>
            <a:grpSpLocks/>
          </p:cNvGrpSpPr>
          <p:nvPr/>
        </p:nvGrpSpPr>
        <p:grpSpPr bwMode="auto">
          <a:xfrm>
            <a:off x="6053138" y="342900"/>
            <a:ext cx="1943100" cy="1943100"/>
            <a:chOff x="2784" y="96"/>
            <a:chExt cx="1632" cy="1680"/>
          </a:xfrm>
        </p:grpSpPr>
        <p:sp>
          <p:nvSpPr>
            <p:cNvPr id="53301"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3302"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3303"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3304"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3305"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3306"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3307"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3308"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09"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0"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1"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2"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3"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4"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3315"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6"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7"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3318"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9329752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F8BFB375-FE77-E8FA-FE97-9120D2DFC44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F8BFB375-FE77-E8FA-FE97-9120D2DFC44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4274" name="Group 21"/>
          <p:cNvGrpSpPr>
            <a:grpSpLocks/>
          </p:cNvGrpSpPr>
          <p:nvPr/>
        </p:nvGrpSpPr>
        <p:grpSpPr bwMode="auto">
          <a:xfrm>
            <a:off x="1524001" y="2520554"/>
            <a:ext cx="1079897" cy="258365"/>
            <a:chOff x="288" y="2016"/>
            <a:chExt cx="816" cy="192"/>
          </a:xfrm>
        </p:grpSpPr>
        <p:sp>
          <p:nvSpPr>
            <p:cNvPr id="5445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445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427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427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4277" name="Group 26"/>
          <p:cNvGrpSpPr>
            <a:grpSpLocks/>
          </p:cNvGrpSpPr>
          <p:nvPr/>
        </p:nvGrpSpPr>
        <p:grpSpPr bwMode="auto">
          <a:xfrm>
            <a:off x="1524001" y="3036094"/>
            <a:ext cx="1079897" cy="258366"/>
            <a:chOff x="288" y="2016"/>
            <a:chExt cx="816" cy="192"/>
          </a:xfrm>
        </p:grpSpPr>
        <p:sp>
          <p:nvSpPr>
            <p:cNvPr id="5445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445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278" name="Group 29"/>
          <p:cNvGrpSpPr>
            <a:grpSpLocks/>
          </p:cNvGrpSpPr>
          <p:nvPr/>
        </p:nvGrpSpPr>
        <p:grpSpPr bwMode="auto">
          <a:xfrm>
            <a:off x="1524001" y="3294460"/>
            <a:ext cx="1079897" cy="258365"/>
            <a:chOff x="288" y="2016"/>
            <a:chExt cx="816" cy="192"/>
          </a:xfrm>
        </p:grpSpPr>
        <p:sp>
          <p:nvSpPr>
            <p:cNvPr id="5445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445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279" name="Group 32"/>
          <p:cNvGrpSpPr>
            <a:grpSpLocks/>
          </p:cNvGrpSpPr>
          <p:nvPr/>
        </p:nvGrpSpPr>
        <p:grpSpPr bwMode="auto">
          <a:xfrm>
            <a:off x="1524001" y="3552825"/>
            <a:ext cx="1079897" cy="257175"/>
            <a:chOff x="288" y="2016"/>
            <a:chExt cx="816" cy="192"/>
          </a:xfrm>
        </p:grpSpPr>
        <p:sp>
          <p:nvSpPr>
            <p:cNvPr id="5444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445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280" name="Group 35"/>
          <p:cNvGrpSpPr>
            <a:grpSpLocks/>
          </p:cNvGrpSpPr>
          <p:nvPr/>
        </p:nvGrpSpPr>
        <p:grpSpPr bwMode="auto">
          <a:xfrm>
            <a:off x="1524001" y="3810000"/>
            <a:ext cx="1079897" cy="258366"/>
            <a:chOff x="288" y="2016"/>
            <a:chExt cx="816" cy="192"/>
          </a:xfrm>
        </p:grpSpPr>
        <p:sp>
          <p:nvSpPr>
            <p:cNvPr id="5444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444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281" name="Group 38"/>
          <p:cNvGrpSpPr>
            <a:grpSpLocks/>
          </p:cNvGrpSpPr>
          <p:nvPr/>
        </p:nvGrpSpPr>
        <p:grpSpPr bwMode="auto">
          <a:xfrm>
            <a:off x="1524001" y="4325542"/>
            <a:ext cx="1079897" cy="258365"/>
            <a:chOff x="288" y="2016"/>
            <a:chExt cx="816" cy="192"/>
          </a:xfrm>
        </p:grpSpPr>
        <p:sp>
          <p:nvSpPr>
            <p:cNvPr id="5444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444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282" name="Group 41"/>
          <p:cNvGrpSpPr>
            <a:grpSpLocks/>
          </p:cNvGrpSpPr>
          <p:nvPr/>
        </p:nvGrpSpPr>
        <p:grpSpPr bwMode="auto">
          <a:xfrm>
            <a:off x="1524001" y="4068366"/>
            <a:ext cx="1079897" cy="257175"/>
            <a:chOff x="288" y="2016"/>
            <a:chExt cx="816" cy="192"/>
          </a:xfrm>
        </p:grpSpPr>
        <p:sp>
          <p:nvSpPr>
            <p:cNvPr id="5444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444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428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428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8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8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8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8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9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9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29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4293" name="Group 54"/>
          <p:cNvGrpSpPr>
            <a:grpSpLocks/>
          </p:cNvGrpSpPr>
          <p:nvPr/>
        </p:nvGrpSpPr>
        <p:grpSpPr bwMode="auto">
          <a:xfrm>
            <a:off x="2857500" y="3612357"/>
            <a:ext cx="1428750" cy="159544"/>
            <a:chOff x="1440" y="2064"/>
            <a:chExt cx="1200" cy="192"/>
          </a:xfrm>
        </p:grpSpPr>
        <p:grpSp>
          <p:nvGrpSpPr>
            <p:cNvPr id="54432" name="Group 55"/>
            <p:cNvGrpSpPr>
              <a:grpSpLocks/>
            </p:cNvGrpSpPr>
            <p:nvPr/>
          </p:nvGrpSpPr>
          <p:grpSpPr bwMode="auto">
            <a:xfrm>
              <a:off x="1440" y="2064"/>
              <a:ext cx="672" cy="192"/>
              <a:chOff x="2496" y="2160"/>
              <a:chExt cx="768" cy="144"/>
            </a:xfrm>
          </p:grpSpPr>
          <p:sp>
            <p:nvSpPr>
              <p:cNvPr id="5444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444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44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433" name="Group 59"/>
            <p:cNvGrpSpPr>
              <a:grpSpLocks/>
            </p:cNvGrpSpPr>
            <p:nvPr/>
          </p:nvGrpSpPr>
          <p:grpSpPr bwMode="auto">
            <a:xfrm>
              <a:off x="2112" y="2064"/>
              <a:ext cx="528" cy="192"/>
              <a:chOff x="2112" y="2064"/>
              <a:chExt cx="528" cy="192"/>
            </a:xfrm>
          </p:grpSpPr>
          <p:grpSp>
            <p:nvGrpSpPr>
              <p:cNvPr id="54434" name="Group 60"/>
              <p:cNvGrpSpPr>
                <a:grpSpLocks/>
              </p:cNvGrpSpPr>
              <p:nvPr/>
            </p:nvGrpSpPr>
            <p:grpSpPr bwMode="auto">
              <a:xfrm>
                <a:off x="2112" y="2064"/>
                <a:ext cx="528" cy="192"/>
                <a:chOff x="2208" y="2112"/>
                <a:chExt cx="528" cy="144"/>
              </a:xfrm>
            </p:grpSpPr>
            <p:sp>
              <p:nvSpPr>
                <p:cNvPr id="5443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443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435" name="Group 63"/>
              <p:cNvGrpSpPr>
                <a:grpSpLocks/>
              </p:cNvGrpSpPr>
              <p:nvPr/>
            </p:nvGrpSpPr>
            <p:grpSpPr bwMode="auto">
              <a:xfrm>
                <a:off x="2448" y="2064"/>
                <a:ext cx="144" cy="144"/>
                <a:chOff x="2448" y="2064"/>
                <a:chExt cx="144" cy="144"/>
              </a:xfrm>
            </p:grpSpPr>
            <p:sp>
              <p:nvSpPr>
                <p:cNvPr id="5443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43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4294" name="Group 66"/>
          <p:cNvGrpSpPr>
            <a:grpSpLocks/>
          </p:cNvGrpSpPr>
          <p:nvPr/>
        </p:nvGrpSpPr>
        <p:grpSpPr bwMode="auto">
          <a:xfrm>
            <a:off x="2857500" y="2800350"/>
            <a:ext cx="2228850" cy="171450"/>
            <a:chOff x="1440" y="2256"/>
            <a:chExt cx="1872" cy="192"/>
          </a:xfrm>
        </p:grpSpPr>
        <p:grpSp>
          <p:nvGrpSpPr>
            <p:cNvPr id="54417" name="Group 67"/>
            <p:cNvGrpSpPr>
              <a:grpSpLocks/>
            </p:cNvGrpSpPr>
            <p:nvPr/>
          </p:nvGrpSpPr>
          <p:grpSpPr bwMode="auto">
            <a:xfrm>
              <a:off x="2784" y="2256"/>
              <a:ext cx="528" cy="192"/>
              <a:chOff x="2112" y="2064"/>
              <a:chExt cx="528" cy="192"/>
            </a:xfrm>
          </p:grpSpPr>
          <p:grpSp>
            <p:nvGrpSpPr>
              <p:cNvPr id="54426" name="Group 68"/>
              <p:cNvGrpSpPr>
                <a:grpSpLocks/>
              </p:cNvGrpSpPr>
              <p:nvPr/>
            </p:nvGrpSpPr>
            <p:grpSpPr bwMode="auto">
              <a:xfrm>
                <a:off x="2112" y="2064"/>
                <a:ext cx="528" cy="192"/>
                <a:chOff x="2208" y="2112"/>
                <a:chExt cx="528" cy="144"/>
              </a:xfrm>
            </p:grpSpPr>
            <p:sp>
              <p:nvSpPr>
                <p:cNvPr id="5443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443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427" name="Group 71"/>
              <p:cNvGrpSpPr>
                <a:grpSpLocks/>
              </p:cNvGrpSpPr>
              <p:nvPr/>
            </p:nvGrpSpPr>
            <p:grpSpPr bwMode="auto">
              <a:xfrm>
                <a:off x="2448" y="2064"/>
                <a:ext cx="144" cy="144"/>
                <a:chOff x="2448" y="2064"/>
                <a:chExt cx="144" cy="144"/>
              </a:xfrm>
            </p:grpSpPr>
            <p:sp>
              <p:nvSpPr>
                <p:cNvPr id="5442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42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418" name="Group 74"/>
            <p:cNvGrpSpPr>
              <a:grpSpLocks/>
            </p:cNvGrpSpPr>
            <p:nvPr/>
          </p:nvGrpSpPr>
          <p:grpSpPr bwMode="auto">
            <a:xfrm>
              <a:off x="1440" y="2256"/>
              <a:ext cx="672" cy="192"/>
              <a:chOff x="2496" y="2160"/>
              <a:chExt cx="768" cy="144"/>
            </a:xfrm>
          </p:grpSpPr>
          <p:sp>
            <p:nvSpPr>
              <p:cNvPr id="5442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442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42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419" name="Group 78"/>
            <p:cNvGrpSpPr>
              <a:grpSpLocks/>
            </p:cNvGrpSpPr>
            <p:nvPr/>
          </p:nvGrpSpPr>
          <p:grpSpPr bwMode="auto">
            <a:xfrm>
              <a:off x="2112" y="2256"/>
              <a:ext cx="672" cy="192"/>
              <a:chOff x="2496" y="2160"/>
              <a:chExt cx="768" cy="144"/>
            </a:xfrm>
          </p:grpSpPr>
          <p:sp>
            <p:nvSpPr>
              <p:cNvPr id="5442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442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42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295" name="Group 82"/>
          <p:cNvGrpSpPr>
            <a:grpSpLocks/>
          </p:cNvGrpSpPr>
          <p:nvPr/>
        </p:nvGrpSpPr>
        <p:grpSpPr bwMode="auto">
          <a:xfrm>
            <a:off x="2857500" y="3326607"/>
            <a:ext cx="800100" cy="159544"/>
            <a:chOff x="2496" y="2160"/>
            <a:chExt cx="768" cy="144"/>
          </a:xfrm>
        </p:grpSpPr>
        <p:sp>
          <p:nvSpPr>
            <p:cNvPr id="5441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441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41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296" name="Group 86"/>
          <p:cNvGrpSpPr>
            <a:grpSpLocks/>
          </p:cNvGrpSpPr>
          <p:nvPr/>
        </p:nvGrpSpPr>
        <p:grpSpPr bwMode="auto">
          <a:xfrm>
            <a:off x="3657600" y="3326607"/>
            <a:ext cx="628650" cy="159544"/>
            <a:chOff x="2112" y="2064"/>
            <a:chExt cx="528" cy="192"/>
          </a:xfrm>
        </p:grpSpPr>
        <p:grpSp>
          <p:nvGrpSpPr>
            <p:cNvPr id="54408" name="Group 87"/>
            <p:cNvGrpSpPr>
              <a:grpSpLocks/>
            </p:cNvGrpSpPr>
            <p:nvPr/>
          </p:nvGrpSpPr>
          <p:grpSpPr bwMode="auto">
            <a:xfrm>
              <a:off x="2112" y="2064"/>
              <a:ext cx="528" cy="192"/>
              <a:chOff x="2208" y="2112"/>
              <a:chExt cx="528" cy="144"/>
            </a:xfrm>
          </p:grpSpPr>
          <p:sp>
            <p:nvSpPr>
              <p:cNvPr id="5441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441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409" name="Group 90"/>
            <p:cNvGrpSpPr>
              <a:grpSpLocks/>
            </p:cNvGrpSpPr>
            <p:nvPr/>
          </p:nvGrpSpPr>
          <p:grpSpPr bwMode="auto">
            <a:xfrm>
              <a:off x="2448" y="2064"/>
              <a:ext cx="144" cy="144"/>
              <a:chOff x="2448" y="2064"/>
              <a:chExt cx="144" cy="144"/>
            </a:xfrm>
          </p:grpSpPr>
          <p:sp>
            <p:nvSpPr>
              <p:cNvPr id="5441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41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297" name="Group 93"/>
          <p:cNvGrpSpPr>
            <a:grpSpLocks/>
          </p:cNvGrpSpPr>
          <p:nvPr/>
        </p:nvGrpSpPr>
        <p:grpSpPr bwMode="auto">
          <a:xfrm>
            <a:off x="2857500" y="2571750"/>
            <a:ext cx="1428750" cy="171450"/>
            <a:chOff x="1440" y="2064"/>
            <a:chExt cx="1200" cy="192"/>
          </a:xfrm>
        </p:grpSpPr>
        <p:grpSp>
          <p:nvGrpSpPr>
            <p:cNvPr id="54397" name="Group 94"/>
            <p:cNvGrpSpPr>
              <a:grpSpLocks/>
            </p:cNvGrpSpPr>
            <p:nvPr/>
          </p:nvGrpSpPr>
          <p:grpSpPr bwMode="auto">
            <a:xfrm>
              <a:off x="1440" y="2064"/>
              <a:ext cx="672" cy="192"/>
              <a:chOff x="2496" y="2160"/>
              <a:chExt cx="768" cy="144"/>
            </a:xfrm>
          </p:grpSpPr>
          <p:sp>
            <p:nvSpPr>
              <p:cNvPr id="5440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440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40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398" name="Group 98"/>
            <p:cNvGrpSpPr>
              <a:grpSpLocks/>
            </p:cNvGrpSpPr>
            <p:nvPr/>
          </p:nvGrpSpPr>
          <p:grpSpPr bwMode="auto">
            <a:xfrm>
              <a:off x="2112" y="2064"/>
              <a:ext cx="528" cy="192"/>
              <a:chOff x="2112" y="2064"/>
              <a:chExt cx="528" cy="192"/>
            </a:xfrm>
          </p:grpSpPr>
          <p:grpSp>
            <p:nvGrpSpPr>
              <p:cNvPr id="54399" name="Group 99"/>
              <p:cNvGrpSpPr>
                <a:grpSpLocks/>
              </p:cNvGrpSpPr>
              <p:nvPr/>
            </p:nvGrpSpPr>
            <p:grpSpPr bwMode="auto">
              <a:xfrm>
                <a:off x="2112" y="2064"/>
                <a:ext cx="528" cy="192"/>
                <a:chOff x="2208" y="2112"/>
                <a:chExt cx="528" cy="144"/>
              </a:xfrm>
            </p:grpSpPr>
            <p:sp>
              <p:nvSpPr>
                <p:cNvPr id="5440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440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400" name="Group 102"/>
              <p:cNvGrpSpPr>
                <a:grpSpLocks/>
              </p:cNvGrpSpPr>
              <p:nvPr/>
            </p:nvGrpSpPr>
            <p:grpSpPr bwMode="auto">
              <a:xfrm>
                <a:off x="2448" y="2064"/>
                <a:ext cx="144" cy="144"/>
                <a:chOff x="2448" y="2064"/>
                <a:chExt cx="144" cy="144"/>
              </a:xfrm>
            </p:grpSpPr>
            <p:sp>
              <p:nvSpPr>
                <p:cNvPr id="5440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40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4298" name="Group 105"/>
          <p:cNvGrpSpPr>
            <a:grpSpLocks/>
          </p:cNvGrpSpPr>
          <p:nvPr/>
        </p:nvGrpSpPr>
        <p:grpSpPr bwMode="auto">
          <a:xfrm>
            <a:off x="2857500" y="3886200"/>
            <a:ext cx="1428750" cy="171450"/>
            <a:chOff x="1440" y="2064"/>
            <a:chExt cx="1200" cy="192"/>
          </a:xfrm>
        </p:grpSpPr>
        <p:grpSp>
          <p:nvGrpSpPr>
            <p:cNvPr id="54386" name="Group 106"/>
            <p:cNvGrpSpPr>
              <a:grpSpLocks/>
            </p:cNvGrpSpPr>
            <p:nvPr/>
          </p:nvGrpSpPr>
          <p:grpSpPr bwMode="auto">
            <a:xfrm>
              <a:off x="1440" y="2064"/>
              <a:ext cx="672" cy="192"/>
              <a:chOff x="2496" y="2160"/>
              <a:chExt cx="768" cy="144"/>
            </a:xfrm>
          </p:grpSpPr>
          <p:sp>
            <p:nvSpPr>
              <p:cNvPr id="5439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439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9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387" name="Group 110"/>
            <p:cNvGrpSpPr>
              <a:grpSpLocks/>
            </p:cNvGrpSpPr>
            <p:nvPr/>
          </p:nvGrpSpPr>
          <p:grpSpPr bwMode="auto">
            <a:xfrm>
              <a:off x="2112" y="2064"/>
              <a:ext cx="528" cy="192"/>
              <a:chOff x="2112" y="2064"/>
              <a:chExt cx="528" cy="192"/>
            </a:xfrm>
          </p:grpSpPr>
          <p:grpSp>
            <p:nvGrpSpPr>
              <p:cNvPr id="54388" name="Group 111"/>
              <p:cNvGrpSpPr>
                <a:grpSpLocks/>
              </p:cNvGrpSpPr>
              <p:nvPr/>
            </p:nvGrpSpPr>
            <p:grpSpPr bwMode="auto">
              <a:xfrm>
                <a:off x="2112" y="2064"/>
                <a:ext cx="528" cy="192"/>
                <a:chOff x="2208" y="2112"/>
                <a:chExt cx="528" cy="144"/>
              </a:xfrm>
            </p:grpSpPr>
            <p:sp>
              <p:nvSpPr>
                <p:cNvPr id="5439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439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389" name="Group 114"/>
              <p:cNvGrpSpPr>
                <a:grpSpLocks/>
              </p:cNvGrpSpPr>
              <p:nvPr/>
            </p:nvGrpSpPr>
            <p:grpSpPr bwMode="auto">
              <a:xfrm>
                <a:off x="2448" y="2064"/>
                <a:ext cx="144" cy="144"/>
                <a:chOff x="2448" y="2064"/>
                <a:chExt cx="144" cy="144"/>
              </a:xfrm>
            </p:grpSpPr>
            <p:sp>
              <p:nvSpPr>
                <p:cNvPr id="5439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9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4299" name="Group 117"/>
          <p:cNvGrpSpPr>
            <a:grpSpLocks/>
          </p:cNvGrpSpPr>
          <p:nvPr/>
        </p:nvGrpSpPr>
        <p:grpSpPr bwMode="auto">
          <a:xfrm>
            <a:off x="2857500" y="4126707"/>
            <a:ext cx="800100" cy="159544"/>
            <a:chOff x="2496" y="2160"/>
            <a:chExt cx="768" cy="144"/>
          </a:xfrm>
        </p:grpSpPr>
        <p:sp>
          <p:nvSpPr>
            <p:cNvPr id="5438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438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8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300" name="Group 121"/>
          <p:cNvGrpSpPr>
            <a:grpSpLocks/>
          </p:cNvGrpSpPr>
          <p:nvPr/>
        </p:nvGrpSpPr>
        <p:grpSpPr bwMode="auto">
          <a:xfrm>
            <a:off x="3657600" y="4126707"/>
            <a:ext cx="628650" cy="159544"/>
            <a:chOff x="2112" y="2064"/>
            <a:chExt cx="528" cy="192"/>
          </a:xfrm>
        </p:grpSpPr>
        <p:grpSp>
          <p:nvGrpSpPr>
            <p:cNvPr id="54377" name="Group 122"/>
            <p:cNvGrpSpPr>
              <a:grpSpLocks/>
            </p:cNvGrpSpPr>
            <p:nvPr/>
          </p:nvGrpSpPr>
          <p:grpSpPr bwMode="auto">
            <a:xfrm>
              <a:off x="2112" y="2064"/>
              <a:ext cx="528" cy="192"/>
              <a:chOff x="2208" y="2112"/>
              <a:chExt cx="528" cy="144"/>
            </a:xfrm>
          </p:grpSpPr>
          <p:sp>
            <p:nvSpPr>
              <p:cNvPr id="5438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438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378" name="Group 125"/>
            <p:cNvGrpSpPr>
              <a:grpSpLocks/>
            </p:cNvGrpSpPr>
            <p:nvPr/>
          </p:nvGrpSpPr>
          <p:grpSpPr bwMode="auto">
            <a:xfrm>
              <a:off x="2448" y="2064"/>
              <a:ext cx="144" cy="144"/>
              <a:chOff x="2448" y="2064"/>
              <a:chExt cx="144" cy="144"/>
            </a:xfrm>
          </p:grpSpPr>
          <p:sp>
            <p:nvSpPr>
              <p:cNvPr id="5437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8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301" name="Group 128"/>
          <p:cNvGrpSpPr>
            <a:grpSpLocks/>
          </p:cNvGrpSpPr>
          <p:nvPr/>
        </p:nvGrpSpPr>
        <p:grpSpPr bwMode="auto">
          <a:xfrm>
            <a:off x="2857500" y="3040857"/>
            <a:ext cx="2228850" cy="159544"/>
            <a:chOff x="1440" y="2256"/>
            <a:chExt cx="1872" cy="192"/>
          </a:xfrm>
        </p:grpSpPr>
        <p:grpSp>
          <p:nvGrpSpPr>
            <p:cNvPr id="54362" name="Group 129"/>
            <p:cNvGrpSpPr>
              <a:grpSpLocks/>
            </p:cNvGrpSpPr>
            <p:nvPr/>
          </p:nvGrpSpPr>
          <p:grpSpPr bwMode="auto">
            <a:xfrm>
              <a:off x="2784" y="2256"/>
              <a:ext cx="528" cy="192"/>
              <a:chOff x="2112" y="2064"/>
              <a:chExt cx="528" cy="192"/>
            </a:xfrm>
          </p:grpSpPr>
          <p:grpSp>
            <p:nvGrpSpPr>
              <p:cNvPr id="54371" name="Group 130"/>
              <p:cNvGrpSpPr>
                <a:grpSpLocks/>
              </p:cNvGrpSpPr>
              <p:nvPr/>
            </p:nvGrpSpPr>
            <p:grpSpPr bwMode="auto">
              <a:xfrm>
                <a:off x="2112" y="2064"/>
                <a:ext cx="528" cy="192"/>
                <a:chOff x="2208" y="2112"/>
                <a:chExt cx="528" cy="144"/>
              </a:xfrm>
            </p:grpSpPr>
            <p:sp>
              <p:nvSpPr>
                <p:cNvPr id="5437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437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372" name="Group 133"/>
              <p:cNvGrpSpPr>
                <a:grpSpLocks/>
              </p:cNvGrpSpPr>
              <p:nvPr/>
            </p:nvGrpSpPr>
            <p:grpSpPr bwMode="auto">
              <a:xfrm>
                <a:off x="2448" y="2064"/>
                <a:ext cx="144" cy="144"/>
                <a:chOff x="2448" y="2064"/>
                <a:chExt cx="144" cy="144"/>
              </a:xfrm>
            </p:grpSpPr>
            <p:sp>
              <p:nvSpPr>
                <p:cNvPr id="5437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7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363" name="Group 136"/>
            <p:cNvGrpSpPr>
              <a:grpSpLocks/>
            </p:cNvGrpSpPr>
            <p:nvPr/>
          </p:nvGrpSpPr>
          <p:grpSpPr bwMode="auto">
            <a:xfrm>
              <a:off x="1440" y="2256"/>
              <a:ext cx="672" cy="192"/>
              <a:chOff x="2496" y="2160"/>
              <a:chExt cx="768" cy="144"/>
            </a:xfrm>
          </p:grpSpPr>
          <p:sp>
            <p:nvSpPr>
              <p:cNvPr id="5436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436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7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364" name="Group 140"/>
            <p:cNvGrpSpPr>
              <a:grpSpLocks/>
            </p:cNvGrpSpPr>
            <p:nvPr/>
          </p:nvGrpSpPr>
          <p:grpSpPr bwMode="auto">
            <a:xfrm>
              <a:off x="2112" y="2256"/>
              <a:ext cx="672" cy="192"/>
              <a:chOff x="2496" y="2160"/>
              <a:chExt cx="768" cy="144"/>
            </a:xfrm>
          </p:grpSpPr>
          <p:sp>
            <p:nvSpPr>
              <p:cNvPr id="5436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436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6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302" name="Group 144"/>
          <p:cNvGrpSpPr>
            <a:grpSpLocks/>
          </p:cNvGrpSpPr>
          <p:nvPr/>
        </p:nvGrpSpPr>
        <p:grpSpPr bwMode="auto">
          <a:xfrm>
            <a:off x="3657600" y="4400550"/>
            <a:ext cx="2228850" cy="171450"/>
            <a:chOff x="1440" y="2256"/>
            <a:chExt cx="1872" cy="192"/>
          </a:xfrm>
        </p:grpSpPr>
        <p:grpSp>
          <p:nvGrpSpPr>
            <p:cNvPr id="54347" name="Group 145"/>
            <p:cNvGrpSpPr>
              <a:grpSpLocks/>
            </p:cNvGrpSpPr>
            <p:nvPr/>
          </p:nvGrpSpPr>
          <p:grpSpPr bwMode="auto">
            <a:xfrm>
              <a:off x="2784" y="2256"/>
              <a:ext cx="528" cy="192"/>
              <a:chOff x="2112" y="2064"/>
              <a:chExt cx="528" cy="192"/>
            </a:xfrm>
          </p:grpSpPr>
          <p:grpSp>
            <p:nvGrpSpPr>
              <p:cNvPr id="54356" name="Group 146"/>
              <p:cNvGrpSpPr>
                <a:grpSpLocks/>
              </p:cNvGrpSpPr>
              <p:nvPr/>
            </p:nvGrpSpPr>
            <p:grpSpPr bwMode="auto">
              <a:xfrm>
                <a:off x="2112" y="2064"/>
                <a:ext cx="528" cy="192"/>
                <a:chOff x="2208" y="2112"/>
                <a:chExt cx="528" cy="144"/>
              </a:xfrm>
            </p:grpSpPr>
            <p:sp>
              <p:nvSpPr>
                <p:cNvPr id="5436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436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4357" name="Group 149"/>
              <p:cNvGrpSpPr>
                <a:grpSpLocks/>
              </p:cNvGrpSpPr>
              <p:nvPr/>
            </p:nvGrpSpPr>
            <p:grpSpPr bwMode="auto">
              <a:xfrm>
                <a:off x="2448" y="2064"/>
                <a:ext cx="144" cy="144"/>
                <a:chOff x="2448" y="2064"/>
                <a:chExt cx="144" cy="144"/>
              </a:xfrm>
            </p:grpSpPr>
            <p:sp>
              <p:nvSpPr>
                <p:cNvPr id="5435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5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348" name="Group 152"/>
            <p:cNvGrpSpPr>
              <a:grpSpLocks/>
            </p:cNvGrpSpPr>
            <p:nvPr/>
          </p:nvGrpSpPr>
          <p:grpSpPr bwMode="auto">
            <a:xfrm>
              <a:off x="1440" y="2256"/>
              <a:ext cx="672" cy="192"/>
              <a:chOff x="2496" y="2160"/>
              <a:chExt cx="768" cy="144"/>
            </a:xfrm>
          </p:grpSpPr>
          <p:sp>
            <p:nvSpPr>
              <p:cNvPr id="5435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435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5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4349" name="Group 156"/>
            <p:cNvGrpSpPr>
              <a:grpSpLocks/>
            </p:cNvGrpSpPr>
            <p:nvPr/>
          </p:nvGrpSpPr>
          <p:grpSpPr bwMode="auto">
            <a:xfrm>
              <a:off x="2112" y="2256"/>
              <a:ext cx="672" cy="192"/>
              <a:chOff x="2496" y="2160"/>
              <a:chExt cx="768" cy="144"/>
            </a:xfrm>
          </p:grpSpPr>
          <p:sp>
            <p:nvSpPr>
              <p:cNvPr id="5435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435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5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4303" name="Group 160"/>
          <p:cNvGrpSpPr>
            <a:grpSpLocks/>
          </p:cNvGrpSpPr>
          <p:nvPr/>
        </p:nvGrpSpPr>
        <p:grpSpPr bwMode="auto">
          <a:xfrm>
            <a:off x="2857500" y="4400550"/>
            <a:ext cx="800100" cy="171450"/>
            <a:chOff x="2496" y="2160"/>
            <a:chExt cx="768" cy="144"/>
          </a:xfrm>
        </p:grpSpPr>
        <p:sp>
          <p:nvSpPr>
            <p:cNvPr id="5434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434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4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430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430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430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07" name="Rectangle 167"/>
          <p:cNvSpPr>
            <a:spLocks noChangeArrowheads="1"/>
          </p:cNvSpPr>
          <p:nvPr/>
        </p:nvSpPr>
        <p:spPr bwMode="auto">
          <a:xfrm>
            <a:off x="6144646" y="285049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430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0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431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11"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431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1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431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15"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431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1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4318"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431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4320" name="Rectangle 180"/>
          <p:cNvSpPr>
            <a:spLocks noChangeArrowheads="1"/>
          </p:cNvSpPr>
          <p:nvPr/>
        </p:nvSpPr>
        <p:spPr bwMode="auto">
          <a:xfrm>
            <a:off x="6216654"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4321"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22"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4323"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4324" name="Group 187"/>
          <p:cNvGrpSpPr>
            <a:grpSpLocks/>
          </p:cNvGrpSpPr>
          <p:nvPr/>
        </p:nvGrpSpPr>
        <p:grpSpPr bwMode="auto">
          <a:xfrm>
            <a:off x="6053138" y="342900"/>
            <a:ext cx="1943100" cy="1943100"/>
            <a:chOff x="2784" y="96"/>
            <a:chExt cx="1632" cy="1680"/>
          </a:xfrm>
        </p:grpSpPr>
        <p:sp>
          <p:nvSpPr>
            <p:cNvPr id="54326" name="Oval 18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4327" name="Oval 18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4328" name="Oval 19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4329" name="Oval 19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4330" name="Oval 19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4331" name="Oval 19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4332" name="Oval 19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4333" name="Line 19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4" name="Line 19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5" name="Line 19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6" name="Line 19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7" name="Line 19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8" name="Line 20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39" name="Oval 20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4340" name="Line 20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41" name="Line 20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42" name="Line 20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4343" name="Line 20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5"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6787854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A7CB9806-B5FB-8B7C-052B-356D5740A12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A7CB9806-B5FB-8B7C-052B-356D5740A12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5298" name="Group 21"/>
          <p:cNvGrpSpPr>
            <a:grpSpLocks/>
          </p:cNvGrpSpPr>
          <p:nvPr/>
        </p:nvGrpSpPr>
        <p:grpSpPr bwMode="auto">
          <a:xfrm>
            <a:off x="1524001" y="2520554"/>
            <a:ext cx="1079897" cy="258365"/>
            <a:chOff x="288" y="2016"/>
            <a:chExt cx="816" cy="192"/>
          </a:xfrm>
        </p:grpSpPr>
        <p:sp>
          <p:nvSpPr>
            <p:cNvPr id="55481"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5482"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529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530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5301" name="Group 26"/>
          <p:cNvGrpSpPr>
            <a:grpSpLocks/>
          </p:cNvGrpSpPr>
          <p:nvPr/>
        </p:nvGrpSpPr>
        <p:grpSpPr bwMode="auto">
          <a:xfrm>
            <a:off x="1524001" y="3036094"/>
            <a:ext cx="1079897" cy="258366"/>
            <a:chOff x="288" y="2016"/>
            <a:chExt cx="816" cy="192"/>
          </a:xfrm>
        </p:grpSpPr>
        <p:sp>
          <p:nvSpPr>
            <p:cNvPr id="55479"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5480"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02" name="Group 29"/>
          <p:cNvGrpSpPr>
            <a:grpSpLocks/>
          </p:cNvGrpSpPr>
          <p:nvPr/>
        </p:nvGrpSpPr>
        <p:grpSpPr bwMode="auto">
          <a:xfrm>
            <a:off x="1524001" y="3294460"/>
            <a:ext cx="1079897" cy="258365"/>
            <a:chOff x="288" y="2016"/>
            <a:chExt cx="816" cy="192"/>
          </a:xfrm>
        </p:grpSpPr>
        <p:sp>
          <p:nvSpPr>
            <p:cNvPr id="55477"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5478"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03" name="Group 32"/>
          <p:cNvGrpSpPr>
            <a:grpSpLocks/>
          </p:cNvGrpSpPr>
          <p:nvPr/>
        </p:nvGrpSpPr>
        <p:grpSpPr bwMode="auto">
          <a:xfrm>
            <a:off x="1524001" y="3552825"/>
            <a:ext cx="1079897" cy="257175"/>
            <a:chOff x="288" y="2016"/>
            <a:chExt cx="816" cy="192"/>
          </a:xfrm>
        </p:grpSpPr>
        <p:sp>
          <p:nvSpPr>
            <p:cNvPr id="55475"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5476"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04" name="Group 35"/>
          <p:cNvGrpSpPr>
            <a:grpSpLocks/>
          </p:cNvGrpSpPr>
          <p:nvPr/>
        </p:nvGrpSpPr>
        <p:grpSpPr bwMode="auto">
          <a:xfrm>
            <a:off x="1524001" y="3810000"/>
            <a:ext cx="1079897" cy="258366"/>
            <a:chOff x="288" y="2016"/>
            <a:chExt cx="816" cy="192"/>
          </a:xfrm>
        </p:grpSpPr>
        <p:sp>
          <p:nvSpPr>
            <p:cNvPr id="55473"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5474"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05" name="Group 38"/>
          <p:cNvGrpSpPr>
            <a:grpSpLocks/>
          </p:cNvGrpSpPr>
          <p:nvPr/>
        </p:nvGrpSpPr>
        <p:grpSpPr bwMode="auto">
          <a:xfrm>
            <a:off x="1524001" y="4325542"/>
            <a:ext cx="1079897" cy="258365"/>
            <a:chOff x="288" y="2016"/>
            <a:chExt cx="816" cy="192"/>
          </a:xfrm>
        </p:grpSpPr>
        <p:sp>
          <p:nvSpPr>
            <p:cNvPr id="55471"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5472"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06" name="Group 41"/>
          <p:cNvGrpSpPr>
            <a:grpSpLocks/>
          </p:cNvGrpSpPr>
          <p:nvPr/>
        </p:nvGrpSpPr>
        <p:grpSpPr bwMode="auto">
          <a:xfrm>
            <a:off x="1524001" y="4068366"/>
            <a:ext cx="1079897" cy="257175"/>
            <a:chOff x="288" y="2016"/>
            <a:chExt cx="816" cy="192"/>
          </a:xfrm>
        </p:grpSpPr>
        <p:sp>
          <p:nvSpPr>
            <p:cNvPr id="55469"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5470"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530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530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1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5317" name="Group 54"/>
          <p:cNvGrpSpPr>
            <a:grpSpLocks/>
          </p:cNvGrpSpPr>
          <p:nvPr/>
        </p:nvGrpSpPr>
        <p:grpSpPr bwMode="auto">
          <a:xfrm>
            <a:off x="2857500" y="3612357"/>
            <a:ext cx="1428750" cy="159544"/>
            <a:chOff x="1440" y="2064"/>
            <a:chExt cx="1200" cy="192"/>
          </a:xfrm>
        </p:grpSpPr>
        <p:grpSp>
          <p:nvGrpSpPr>
            <p:cNvPr id="55458" name="Group 55"/>
            <p:cNvGrpSpPr>
              <a:grpSpLocks/>
            </p:cNvGrpSpPr>
            <p:nvPr/>
          </p:nvGrpSpPr>
          <p:grpSpPr bwMode="auto">
            <a:xfrm>
              <a:off x="1440" y="2064"/>
              <a:ext cx="672" cy="192"/>
              <a:chOff x="2496" y="2160"/>
              <a:chExt cx="768" cy="144"/>
            </a:xfrm>
          </p:grpSpPr>
          <p:sp>
            <p:nvSpPr>
              <p:cNvPr id="55466"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5467"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68"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459" name="Group 59"/>
            <p:cNvGrpSpPr>
              <a:grpSpLocks/>
            </p:cNvGrpSpPr>
            <p:nvPr/>
          </p:nvGrpSpPr>
          <p:grpSpPr bwMode="auto">
            <a:xfrm>
              <a:off x="2112" y="2064"/>
              <a:ext cx="528" cy="192"/>
              <a:chOff x="2112" y="2064"/>
              <a:chExt cx="528" cy="192"/>
            </a:xfrm>
          </p:grpSpPr>
          <p:grpSp>
            <p:nvGrpSpPr>
              <p:cNvPr id="55460" name="Group 60"/>
              <p:cNvGrpSpPr>
                <a:grpSpLocks/>
              </p:cNvGrpSpPr>
              <p:nvPr/>
            </p:nvGrpSpPr>
            <p:grpSpPr bwMode="auto">
              <a:xfrm>
                <a:off x="2112" y="2064"/>
                <a:ext cx="528" cy="192"/>
                <a:chOff x="2208" y="2112"/>
                <a:chExt cx="528" cy="144"/>
              </a:xfrm>
            </p:grpSpPr>
            <p:sp>
              <p:nvSpPr>
                <p:cNvPr id="55464"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5465"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61" name="Group 63"/>
              <p:cNvGrpSpPr>
                <a:grpSpLocks/>
              </p:cNvGrpSpPr>
              <p:nvPr/>
            </p:nvGrpSpPr>
            <p:grpSpPr bwMode="auto">
              <a:xfrm>
                <a:off x="2448" y="2064"/>
                <a:ext cx="144" cy="144"/>
                <a:chOff x="2448" y="2064"/>
                <a:chExt cx="144" cy="144"/>
              </a:xfrm>
            </p:grpSpPr>
            <p:sp>
              <p:nvSpPr>
                <p:cNvPr id="55462"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63"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5318" name="Group 66"/>
          <p:cNvGrpSpPr>
            <a:grpSpLocks/>
          </p:cNvGrpSpPr>
          <p:nvPr/>
        </p:nvGrpSpPr>
        <p:grpSpPr bwMode="auto">
          <a:xfrm>
            <a:off x="2857500" y="2800350"/>
            <a:ext cx="2228850" cy="171450"/>
            <a:chOff x="1440" y="2256"/>
            <a:chExt cx="1872" cy="192"/>
          </a:xfrm>
        </p:grpSpPr>
        <p:grpSp>
          <p:nvGrpSpPr>
            <p:cNvPr id="55443" name="Group 67"/>
            <p:cNvGrpSpPr>
              <a:grpSpLocks/>
            </p:cNvGrpSpPr>
            <p:nvPr/>
          </p:nvGrpSpPr>
          <p:grpSpPr bwMode="auto">
            <a:xfrm>
              <a:off x="2784" y="2256"/>
              <a:ext cx="528" cy="192"/>
              <a:chOff x="2112" y="2064"/>
              <a:chExt cx="528" cy="192"/>
            </a:xfrm>
          </p:grpSpPr>
          <p:grpSp>
            <p:nvGrpSpPr>
              <p:cNvPr id="55452" name="Group 68"/>
              <p:cNvGrpSpPr>
                <a:grpSpLocks/>
              </p:cNvGrpSpPr>
              <p:nvPr/>
            </p:nvGrpSpPr>
            <p:grpSpPr bwMode="auto">
              <a:xfrm>
                <a:off x="2112" y="2064"/>
                <a:ext cx="528" cy="192"/>
                <a:chOff x="2208" y="2112"/>
                <a:chExt cx="528" cy="144"/>
              </a:xfrm>
            </p:grpSpPr>
            <p:sp>
              <p:nvSpPr>
                <p:cNvPr id="55456"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5457"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53" name="Group 71"/>
              <p:cNvGrpSpPr>
                <a:grpSpLocks/>
              </p:cNvGrpSpPr>
              <p:nvPr/>
            </p:nvGrpSpPr>
            <p:grpSpPr bwMode="auto">
              <a:xfrm>
                <a:off x="2448" y="2064"/>
                <a:ext cx="144" cy="144"/>
                <a:chOff x="2448" y="2064"/>
                <a:chExt cx="144" cy="144"/>
              </a:xfrm>
            </p:grpSpPr>
            <p:sp>
              <p:nvSpPr>
                <p:cNvPr id="55454"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55"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444" name="Group 74"/>
            <p:cNvGrpSpPr>
              <a:grpSpLocks/>
            </p:cNvGrpSpPr>
            <p:nvPr/>
          </p:nvGrpSpPr>
          <p:grpSpPr bwMode="auto">
            <a:xfrm>
              <a:off x="1440" y="2256"/>
              <a:ext cx="672" cy="192"/>
              <a:chOff x="2496" y="2160"/>
              <a:chExt cx="768" cy="144"/>
            </a:xfrm>
          </p:grpSpPr>
          <p:sp>
            <p:nvSpPr>
              <p:cNvPr id="55449"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5450"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51"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445" name="Group 78"/>
            <p:cNvGrpSpPr>
              <a:grpSpLocks/>
            </p:cNvGrpSpPr>
            <p:nvPr/>
          </p:nvGrpSpPr>
          <p:grpSpPr bwMode="auto">
            <a:xfrm>
              <a:off x="2112" y="2256"/>
              <a:ext cx="672" cy="192"/>
              <a:chOff x="2496" y="2160"/>
              <a:chExt cx="768" cy="144"/>
            </a:xfrm>
          </p:grpSpPr>
          <p:sp>
            <p:nvSpPr>
              <p:cNvPr id="55446"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5447"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48"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19" name="Group 82"/>
          <p:cNvGrpSpPr>
            <a:grpSpLocks/>
          </p:cNvGrpSpPr>
          <p:nvPr/>
        </p:nvGrpSpPr>
        <p:grpSpPr bwMode="auto">
          <a:xfrm>
            <a:off x="2857500" y="3326607"/>
            <a:ext cx="800100" cy="159544"/>
            <a:chOff x="2496" y="2160"/>
            <a:chExt cx="768" cy="144"/>
          </a:xfrm>
        </p:grpSpPr>
        <p:sp>
          <p:nvSpPr>
            <p:cNvPr id="55440"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5441"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42"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320" name="Group 86"/>
          <p:cNvGrpSpPr>
            <a:grpSpLocks/>
          </p:cNvGrpSpPr>
          <p:nvPr/>
        </p:nvGrpSpPr>
        <p:grpSpPr bwMode="auto">
          <a:xfrm>
            <a:off x="3657600" y="3326607"/>
            <a:ext cx="628650" cy="159544"/>
            <a:chOff x="2112" y="2064"/>
            <a:chExt cx="528" cy="192"/>
          </a:xfrm>
        </p:grpSpPr>
        <p:grpSp>
          <p:nvGrpSpPr>
            <p:cNvPr id="55434" name="Group 87"/>
            <p:cNvGrpSpPr>
              <a:grpSpLocks/>
            </p:cNvGrpSpPr>
            <p:nvPr/>
          </p:nvGrpSpPr>
          <p:grpSpPr bwMode="auto">
            <a:xfrm>
              <a:off x="2112" y="2064"/>
              <a:ext cx="528" cy="192"/>
              <a:chOff x="2208" y="2112"/>
              <a:chExt cx="528" cy="144"/>
            </a:xfrm>
          </p:grpSpPr>
          <p:sp>
            <p:nvSpPr>
              <p:cNvPr id="55438"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5439"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35" name="Group 90"/>
            <p:cNvGrpSpPr>
              <a:grpSpLocks/>
            </p:cNvGrpSpPr>
            <p:nvPr/>
          </p:nvGrpSpPr>
          <p:grpSpPr bwMode="auto">
            <a:xfrm>
              <a:off x="2448" y="2064"/>
              <a:ext cx="144" cy="144"/>
              <a:chOff x="2448" y="2064"/>
              <a:chExt cx="144" cy="144"/>
            </a:xfrm>
          </p:grpSpPr>
          <p:sp>
            <p:nvSpPr>
              <p:cNvPr id="55436"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37"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21" name="Group 93"/>
          <p:cNvGrpSpPr>
            <a:grpSpLocks/>
          </p:cNvGrpSpPr>
          <p:nvPr/>
        </p:nvGrpSpPr>
        <p:grpSpPr bwMode="auto">
          <a:xfrm>
            <a:off x="2857500" y="2571750"/>
            <a:ext cx="1428750" cy="171450"/>
            <a:chOff x="1440" y="2064"/>
            <a:chExt cx="1200" cy="192"/>
          </a:xfrm>
        </p:grpSpPr>
        <p:grpSp>
          <p:nvGrpSpPr>
            <p:cNvPr id="55423" name="Group 94"/>
            <p:cNvGrpSpPr>
              <a:grpSpLocks/>
            </p:cNvGrpSpPr>
            <p:nvPr/>
          </p:nvGrpSpPr>
          <p:grpSpPr bwMode="auto">
            <a:xfrm>
              <a:off x="1440" y="2064"/>
              <a:ext cx="672" cy="192"/>
              <a:chOff x="2496" y="2160"/>
              <a:chExt cx="768" cy="144"/>
            </a:xfrm>
          </p:grpSpPr>
          <p:sp>
            <p:nvSpPr>
              <p:cNvPr id="55431"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5432"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33"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424" name="Group 98"/>
            <p:cNvGrpSpPr>
              <a:grpSpLocks/>
            </p:cNvGrpSpPr>
            <p:nvPr/>
          </p:nvGrpSpPr>
          <p:grpSpPr bwMode="auto">
            <a:xfrm>
              <a:off x="2112" y="2064"/>
              <a:ext cx="528" cy="192"/>
              <a:chOff x="2112" y="2064"/>
              <a:chExt cx="528" cy="192"/>
            </a:xfrm>
          </p:grpSpPr>
          <p:grpSp>
            <p:nvGrpSpPr>
              <p:cNvPr id="55425" name="Group 99"/>
              <p:cNvGrpSpPr>
                <a:grpSpLocks/>
              </p:cNvGrpSpPr>
              <p:nvPr/>
            </p:nvGrpSpPr>
            <p:grpSpPr bwMode="auto">
              <a:xfrm>
                <a:off x="2112" y="2064"/>
                <a:ext cx="528" cy="192"/>
                <a:chOff x="2208" y="2112"/>
                <a:chExt cx="528" cy="144"/>
              </a:xfrm>
            </p:grpSpPr>
            <p:sp>
              <p:nvSpPr>
                <p:cNvPr id="55429"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5430"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26" name="Group 102"/>
              <p:cNvGrpSpPr>
                <a:grpSpLocks/>
              </p:cNvGrpSpPr>
              <p:nvPr/>
            </p:nvGrpSpPr>
            <p:grpSpPr bwMode="auto">
              <a:xfrm>
                <a:off x="2448" y="2064"/>
                <a:ext cx="144" cy="144"/>
                <a:chOff x="2448" y="2064"/>
                <a:chExt cx="144" cy="144"/>
              </a:xfrm>
            </p:grpSpPr>
            <p:sp>
              <p:nvSpPr>
                <p:cNvPr id="55427"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28"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5322" name="Group 105"/>
          <p:cNvGrpSpPr>
            <a:grpSpLocks/>
          </p:cNvGrpSpPr>
          <p:nvPr/>
        </p:nvGrpSpPr>
        <p:grpSpPr bwMode="auto">
          <a:xfrm>
            <a:off x="2857500" y="3886200"/>
            <a:ext cx="1428750" cy="171450"/>
            <a:chOff x="1440" y="2064"/>
            <a:chExt cx="1200" cy="192"/>
          </a:xfrm>
        </p:grpSpPr>
        <p:grpSp>
          <p:nvGrpSpPr>
            <p:cNvPr id="55412" name="Group 106"/>
            <p:cNvGrpSpPr>
              <a:grpSpLocks/>
            </p:cNvGrpSpPr>
            <p:nvPr/>
          </p:nvGrpSpPr>
          <p:grpSpPr bwMode="auto">
            <a:xfrm>
              <a:off x="1440" y="2064"/>
              <a:ext cx="672" cy="192"/>
              <a:chOff x="2496" y="2160"/>
              <a:chExt cx="768" cy="144"/>
            </a:xfrm>
          </p:grpSpPr>
          <p:sp>
            <p:nvSpPr>
              <p:cNvPr id="55420"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5421"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22"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413" name="Group 110"/>
            <p:cNvGrpSpPr>
              <a:grpSpLocks/>
            </p:cNvGrpSpPr>
            <p:nvPr/>
          </p:nvGrpSpPr>
          <p:grpSpPr bwMode="auto">
            <a:xfrm>
              <a:off x="2112" y="2064"/>
              <a:ext cx="528" cy="192"/>
              <a:chOff x="2112" y="2064"/>
              <a:chExt cx="528" cy="192"/>
            </a:xfrm>
          </p:grpSpPr>
          <p:grpSp>
            <p:nvGrpSpPr>
              <p:cNvPr id="55414" name="Group 111"/>
              <p:cNvGrpSpPr>
                <a:grpSpLocks/>
              </p:cNvGrpSpPr>
              <p:nvPr/>
            </p:nvGrpSpPr>
            <p:grpSpPr bwMode="auto">
              <a:xfrm>
                <a:off x="2112" y="2064"/>
                <a:ext cx="528" cy="192"/>
                <a:chOff x="2208" y="2112"/>
                <a:chExt cx="528" cy="144"/>
              </a:xfrm>
            </p:grpSpPr>
            <p:sp>
              <p:nvSpPr>
                <p:cNvPr id="55418"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5419"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15" name="Group 114"/>
              <p:cNvGrpSpPr>
                <a:grpSpLocks/>
              </p:cNvGrpSpPr>
              <p:nvPr/>
            </p:nvGrpSpPr>
            <p:grpSpPr bwMode="auto">
              <a:xfrm>
                <a:off x="2448" y="2064"/>
                <a:ext cx="144" cy="144"/>
                <a:chOff x="2448" y="2064"/>
                <a:chExt cx="144" cy="144"/>
              </a:xfrm>
            </p:grpSpPr>
            <p:sp>
              <p:nvSpPr>
                <p:cNvPr id="55416"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17"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5323" name="Group 117"/>
          <p:cNvGrpSpPr>
            <a:grpSpLocks/>
          </p:cNvGrpSpPr>
          <p:nvPr/>
        </p:nvGrpSpPr>
        <p:grpSpPr bwMode="auto">
          <a:xfrm>
            <a:off x="2857500" y="4126707"/>
            <a:ext cx="800100" cy="159544"/>
            <a:chOff x="2496" y="2160"/>
            <a:chExt cx="768" cy="144"/>
          </a:xfrm>
        </p:grpSpPr>
        <p:sp>
          <p:nvSpPr>
            <p:cNvPr id="55409"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5410"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411"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324" name="Group 121"/>
          <p:cNvGrpSpPr>
            <a:grpSpLocks/>
          </p:cNvGrpSpPr>
          <p:nvPr/>
        </p:nvGrpSpPr>
        <p:grpSpPr bwMode="auto">
          <a:xfrm>
            <a:off x="3657600" y="4126707"/>
            <a:ext cx="628650" cy="159544"/>
            <a:chOff x="2112" y="2064"/>
            <a:chExt cx="528" cy="192"/>
          </a:xfrm>
        </p:grpSpPr>
        <p:grpSp>
          <p:nvGrpSpPr>
            <p:cNvPr id="55403" name="Group 122"/>
            <p:cNvGrpSpPr>
              <a:grpSpLocks/>
            </p:cNvGrpSpPr>
            <p:nvPr/>
          </p:nvGrpSpPr>
          <p:grpSpPr bwMode="auto">
            <a:xfrm>
              <a:off x="2112" y="2064"/>
              <a:ext cx="528" cy="192"/>
              <a:chOff x="2208" y="2112"/>
              <a:chExt cx="528" cy="144"/>
            </a:xfrm>
          </p:grpSpPr>
          <p:sp>
            <p:nvSpPr>
              <p:cNvPr id="55407"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5408"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404" name="Group 125"/>
            <p:cNvGrpSpPr>
              <a:grpSpLocks/>
            </p:cNvGrpSpPr>
            <p:nvPr/>
          </p:nvGrpSpPr>
          <p:grpSpPr bwMode="auto">
            <a:xfrm>
              <a:off x="2448" y="2064"/>
              <a:ext cx="144" cy="144"/>
              <a:chOff x="2448" y="2064"/>
              <a:chExt cx="144" cy="144"/>
            </a:xfrm>
          </p:grpSpPr>
          <p:sp>
            <p:nvSpPr>
              <p:cNvPr id="55405"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06"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25" name="Group 128"/>
          <p:cNvGrpSpPr>
            <a:grpSpLocks/>
          </p:cNvGrpSpPr>
          <p:nvPr/>
        </p:nvGrpSpPr>
        <p:grpSpPr bwMode="auto">
          <a:xfrm>
            <a:off x="2857500" y="3040857"/>
            <a:ext cx="2228850" cy="159544"/>
            <a:chOff x="1440" y="2256"/>
            <a:chExt cx="1872" cy="192"/>
          </a:xfrm>
        </p:grpSpPr>
        <p:grpSp>
          <p:nvGrpSpPr>
            <p:cNvPr id="55388" name="Group 129"/>
            <p:cNvGrpSpPr>
              <a:grpSpLocks/>
            </p:cNvGrpSpPr>
            <p:nvPr/>
          </p:nvGrpSpPr>
          <p:grpSpPr bwMode="auto">
            <a:xfrm>
              <a:off x="2784" y="2256"/>
              <a:ext cx="528" cy="192"/>
              <a:chOff x="2112" y="2064"/>
              <a:chExt cx="528" cy="192"/>
            </a:xfrm>
          </p:grpSpPr>
          <p:grpSp>
            <p:nvGrpSpPr>
              <p:cNvPr id="55397" name="Group 130"/>
              <p:cNvGrpSpPr>
                <a:grpSpLocks/>
              </p:cNvGrpSpPr>
              <p:nvPr/>
            </p:nvGrpSpPr>
            <p:grpSpPr bwMode="auto">
              <a:xfrm>
                <a:off x="2112" y="2064"/>
                <a:ext cx="528" cy="192"/>
                <a:chOff x="2208" y="2112"/>
                <a:chExt cx="528" cy="144"/>
              </a:xfrm>
            </p:grpSpPr>
            <p:sp>
              <p:nvSpPr>
                <p:cNvPr id="55401"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5402"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98" name="Group 133"/>
              <p:cNvGrpSpPr>
                <a:grpSpLocks/>
              </p:cNvGrpSpPr>
              <p:nvPr/>
            </p:nvGrpSpPr>
            <p:grpSpPr bwMode="auto">
              <a:xfrm>
                <a:off x="2448" y="2064"/>
                <a:ext cx="144" cy="144"/>
                <a:chOff x="2448" y="2064"/>
                <a:chExt cx="144" cy="144"/>
              </a:xfrm>
            </p:grpSpPr>
            <p:sp>
              <p:nvSpPr>
                <p:cNvPr id="55399"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400"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89" name="Group 136"/>
            <p:cNvGrpSpPr>
              <a:grpSpLocks/>
            </p:cNvGrpSpPr>
            <p:nvPr/>
          </p:nvGrpSpPr>
          <p:grpSpPr bwMode="auto">
            <a:xfrm>
              <a:off x="1440" y="2256"/>
              <a:ext cx="672" cy="192"/>
              <a:chOff x="2496" y="2160"/>
              <a:chExt cx="768" cy="144"/>
            </a:xfrm>
          </p:grpSpPr>
          <p:sp>
            <p:nvSpPr>
              <p:cNvPr id="55394"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5395"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96"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390" name="Group 140"/>
            <p:cNvGrpSpPr>
              <a:grpSpLocks/>
            </p:cNvGrpSpPr>
            <p:nvPr/>
          </p:nvGrpSpPr>
          <p:grpSpPr bwMode="auto">
            <a:xfrm>
              <a:off x="2112" y="2256"/>
              <a:ext cx="672" cy="192"/>
              <a:chOff x="2496" y="2160"/>
              <a:chExt cx="768" cy="144"/>
            </a:xfrm>
          </p:grpSpPr>
          <p:sp>
            <p:nvSpPr>
              <p:cNvPr id="55391"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5392"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93"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26" name="Group 144"/>
          <p:cNvGrpSpPr>
            <a:grpSpLocks/>
          </p:cNvGrpSpPr>
          <p:nvPr/>
        </p:nvGrpSpPr>
        <p:grpSpPr bwMode="auto">
          <a:xfrm>
            <a:off x="3657600" y="4400550"/>
            <a:ext cx="2228850" cy="171450"/>
            <a:chOff x="1440" y="2256"/>
            <a:chExt cx="1872" cy="192"/>
          </a:xfrm>
        </p:grpSpPr>
        <p:grpSp>
          <p:nvGrpSpPr>
            <p:cNvPr id="55373" name="Group 145"/>
            <p:cNvGrpSpPr>
              <a:grpSpLocks/>
            </p:cNvGrpSpPr>
            <p:nvPr/>
          </p:nvGrpSpPr>
          <p:grpSpPr bwMode="auto">
            <a:xfrm>
              <a:off x="2784" y="2256"/>
              <a:ext cx="528" cy="192"/>
              <a:chOff x="2112" y="2064"/>
              <a:chExt cx="528" cy="192"/>
            </a:xfrm>
          </p:grpSpPr>
          <p:grpSp>
            <p:nvGrpSpPr>
              <p:cNvPr id="55382" name="Group 146"/>
              <p:cNvGrpSpPr>
                <a:grpSpLocks/>
              </p:cNvGrpSpPr>
              <p:nvPr/>
            </p:nvGrpSpPr>
            <p:grpSpPr bwMode="auto">
              <a:xfrm>
                <a:off x="2112" y="2064"/>
                <a:ext cx="528" cy="192"/>
                <a:chOff x="2208" y="2112"/>
                <a:chExt cx="528" cy="144"/>
              </a:xfrm>
            </p:grpSpPr>
            <p:sp>
              <p:nvSpPr>
                <p:cNvPr id="55386"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5387"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5383" name="Group 149"/>
              <p:cNvGrpSpPr>
                <a:grpSpLocks/>
              </p:cNvGrpSpPr>
              <p:nvPr/>
            </p:nvGrpSpPr>
            <p:grpSpPr bwMode="auto">
              <a:xfrm>
                <a:off x="2448" y="2064"/>
                <a:ext cx="144" cy="144"/>
                <a:chOff x="2448" y="2064"/>
                <a:chExt cx="144" cy="144"/>
              </a:xfrm>
            </p:grpSpPr>
            <p:sp>
              <p:nvSpPr>
                <p:cNvPr id="55384"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85"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74" name="Group 152"/>
            <p:cNvGrpSpPr>
              <a:grpSpLocks/>
            </p:cNvGrpSpPr>
            <p:nvPr/>
          </p:nvGrpSpPr>
          <p:grpSpPr bwMode="auto">
            <a:xfrm>
              <a:off x="1440" y="2256"/>
              <a:ext cx="672" cy="192"/>
              <a:chOff x="2496" y="2160"/>
              <a:chExt cx="768" cy="144"/>
            </a:xfrm>
          </p:grpSpPr>
          <p:sp>
            <p:nvSpPr>
              <p:cNvPr id="55379"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5380"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81"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5375" name="Group 156"/>
            <p:cNvGrpSpPr>
              <a:grpSpLocks/>
            </p:cNvGrpSpPr>
            <p:nvPr/>
          </p:nvGrpSpPr>
          <p:grpSpPr bwMode="auto">
            <a:xfrm>
              <a:off x="2112" y="2256"/>
              <a:ext cx="672" cy="192"/>
              <a:chOff x="2496" y="2160"/>
              <a:chExt cx="768" cy="144"/>
            </a:xfrm>
          </p:grpSpPr>
          <p:sp>
            <p:nvSpPr>
              <p:cNvPr id="55376"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5377"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78"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5327" name="Group 160"/>
          <p:cNvGrpSpPr>
            <a:grpSpLocks/>
          </p:cNvGrpSpPr>
          <p:nvPr/>
        </p:nvGrpSpPr>
        <p:grpSpPr bwMode="auto">
          <a:xfrm>
            <a:off x="2857500" y="4400550"/>
            <a:ext cx="800100" cy="171450"/>
            <a:chOff x="2496" y="2160"/>
            <a:chExt cx="768" cy="144"/>
          </a:xfrm>
        </p:grpSpPr>
        <p:sp>
          <p:nvSpPr>
            <p:cNvPr id="55370"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5371"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72"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532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532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533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31"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533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3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533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35"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533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3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533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39"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534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4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5342"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43"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5344"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5345"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46"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5347"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5348"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55349"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5350" name="Group 189"/>
          <p:cNvGrpSpPr>
            <a:grpSpLocks/>
          </p:cNvGrpSpPr>
          <p:nvPr/>
        </p:nvGrpSpPr>
        <p:grpSpPr bwMode="auto">
          <a:xfrm>
            <a:off x="6053138" y="342900"/>
            <a:ext cx="1943100" cy="1943100"/>
            <a:chOff x="2784" y="96"/>
            <a:chExt cx="1632" cy="1680"/>
          </a:xfrm>
        </p:grpSpPr>
        <p:sp>
          <p:nvSpPr>
            <p:cNvPr id="55352" name="Oval 190"/>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5353" name="Oval 191"/>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5354" name="Oval 192"/>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5355" name="Oval 193"/>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5356" name="Oval 194"/>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5357" name="Oval 195"/>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5358" name="Oval 196"/>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5359" name="Line 197"/>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0" name="Line 198"/>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1" name="Line 199"/>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2" name="Line 200"/>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3" name="Line 201"/>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4" name="Line 202"/>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5" name="Oval 203"/>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5366" name="Line 204"/>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7" name="Line 205"/>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8" name="Line 206"/>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5369" name="Line 207"/>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7"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41725599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514AFBB7-9297-B705-3295-2C00A436F7D0}"/>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514AFBB7-9297-B705-3295-2C00A436F7D0}"/>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6322" name="Group 21"/>
          <p:cNvGrpSpPr>
            <a:grpSpLocks/>
          </p:cNvGrpSpPr>
          <p:nvPr/>
        </p:nvGrpSpPr>
        <p:grpSpPr bwMode="auto">
          <a:xfrm>
            <a:off x="1524001" y="2520554"/>
            <a:ext cx="1079897" cy="258365"/>
            <a:chOff x="288" y="2016"/>
            <a:chExt cx="816" cy="192"/>
          </a:xfrm>
        </p:grpSpPr>
        <p:sp>
          <p:nvSpPr>
            <p:cNvPr id="5650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650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632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632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6325" name="Group 26"/>
          <p:cNvGrpSpPr>
            <a:grpSpLocks/>
          </p:cNvGrpSpPr>
          <p:nvPr/>
        </p:nvGrpSpPr>
        <p:grpSpPr bwMode="auto">
          <a:xfrm>
            <a:off x="1524001" y="3036094"/>
            <a:ext cx="1079897" cy="258366"/>
            <a:chOff x="288" y="2016"/>
            <a:chExt cx="816" cy="192"/>
          </a:xfrm>
        </p:grpSpPr>
        <p:sp>
          <p:nvSpPr>
            <p:cNvPr id="5650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650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326" name="Group 29"/>
          <p:cNvGrpSpPr>
            <a:grpSpLocks/>
          </p:cNvGrpSpPr>
          <p:nvPr/>
        </p:nvGrpSpPr>
        <p:grpSpPr bwMode="auto">
          <a:xfrm>
            <a:off x="1524001" y="3294460"/>
            <a:ext cx="1079897" cy="258365"/>
            <a:chOff x="288" y="2016"/>
            <a:chExt cx="816" cy="192"/>
          </a:xfrm>
        </p:grpSpPr>
        <p:sp>
          <p:nvSpPr>
            <p:cNvPr id="5650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650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327" name="Group 32"/>
          <p:cNvGrpSpPr>
            <a:grpSpLocks/>
          </p:cNvGrpSpPr>
          <p:nvPr/>
        </p:nvGrpSpPr>
        <p:grpSpPr bwMode="auto">
          <a:xfrm>
            <a:off x="1524001" y="3552825"/>
            <a:ext cx="1079897" cy="257175"/>
            <a:chOff x="288" y="2016"/>
            <a:chExt cx="816" cy="192"/>
          </a:xfrm>
        </p:grpSpPr>
        <p:sp>
          <p:nvSpPr>
            <p:cNvPr id="5649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650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328" name="Group 35"/>
          <p:cNvGrpSpPr>
            <a:grpSpLocks/>
          </p:cNvGrpSpPr>
          <p:nvPr/>
        </p:nvGrpSpPr>
        <p:grpSpPr bwMode="auto">
          <a:xfrm>
            <a:off x="1524001" y="3810000"/>
            <a:ext cx="1079897" cy="258366"/>
            <a:chOff x="288" y="2016"/>
            <a:chExt cx="816" cy="192"/>
          </a:xfrm>
        </p:grpSpPr>
        <p:sp>
          <p:nvSpPr>
            <p:cNvPr id="5649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649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329" name="Group 38"/>
          <p:cNvGrpSpPr>
            <a:grpSpLocks/>
          </p:cNvGrpSpPr>
          <p:nvPr/>
        </p:nvGrpSpPr>
        <p:grpSpPr bwMode="auto">
          <a:xfrm>
            <a:off x="1524001" y="4325542"/>
            <a:ext cx="1079897" cy="258365"/>
            <a:chOff x="288" y="2016"/>
            <a:chExt cx="816" cy="192"/>
          </a:xfrm>
        </p:grpSpPr>
        <p:sp>
          <p:nvSpPr>
            <p:cNvPr id="5649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649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330" name="Group 41"/>
          <p:cNvGrpSpPr>
            <a:grpSpLocks/>
          </p:cNvGrpSpPr>
          <p:nvPr/>
        </p:nvGrpSpPr>
        <p:grpSpPr bwMode="auto">
          <a:xfrm>
            <a:off x="1524001" y="4068366"/>
            <a:ext cx="1079897" cy="257175"/>
            <a:chOff x="288" y="2016"/>
            <a:chExt cx="816" cy="192"/>
          </a:xfrm>
        </p:grpSpPr>
        <p:sp>
          <p:nvSpPr>
            <p:cNvPr id="5649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649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633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633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3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4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6341" name="Group 54"/>
          <p:cNvGrpSpPr>
            <a:grpSpLocks/>
          </p:cNvGrpSpPr>
          <p:nvPr/>
        </p:nvGrpSpPr>
        <p:grpSpPr bwMode="auto">
          <a:xfrm>
            <a:off x="2857500" y="3612357"/>
            <a:ext cx="1428750" cy="159544"/>
            <a:chOff x="1440" y="2064"/>
            <a:chExt cx="1200" cy="192"/>
          </a:xfrm>
        </p:grpSpPr>
        <p:grpSp>
          <p:nvGrpSpPr>
            <p:cNvPr id="56482" name="Group 55"/>
            <p:cNvGrpSpPr>
              <a:grpSpLocks/>
            </p:cNvGrpSpPr>
            <p:nvPr/>
          </p:nvGrpSpPr>
          <p:grpSpPr bwMode="auto">
            <a:xfrm>
              <a:off x="1440" y="2064"/>
              <a:ext cx="672" cy="192"/>
              <a:chOff x="2496" y="2160"/>
              <a:chExt cx="768" cy="144"/>
            </a:xfrm>
          </p:grpSpPr>
          <p:sp>
            <p:nvSpPr>
              <p:cNvPr id="5649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649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9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483" name="Group 59"/>
            <p:cNvGrpSpPr>
              <a:grpSpLocks/>
            </p:cNvGrpSpPr>
            <p:nvPr/>
          </p:nvGrpSpPr>
          <p:grpSpPr bwMode="auto">
            <a:xfrm>
              <a:off x="2112" y="2064"/>
              <a:ext cx="528" cy="192"/>
              <a:chOff x="2112" y="2064"/>
              <a:chExt cx="528" cy="192"/>
            </a:xfrm>
          </p:grpSpPr>
          <p:grpSp>
            <p:nvGrpSpPr>
              <p:cNvPr id="56484" name="Group 60"/>
              <p:cNvGrpSpPr>
                <a:grpSpLocks/>
              </p:cNvGrpSpPr>
              <p:nvPr/>
            </p:nvGrpSpPr>
            <p:grpSpPr bwMode="auto">
              <a:xfrm>
                <a:off x="2112" y="2064"/>
                <a:ext cx="528" cy="192"/>
                <a:chOff x="2208" y="2112"/>
                <a:chExt cx="528" cy="144"/>
              </a:xfrm>
            </p:grpSpPr>
            <p:sp>
              <p:nvSpPr>
                <p:cNvPr id="5648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648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85" name="Group 63"/>
              <p:cNvGrpSpPr>
                <a:grpSpLocks/>
              </p:cNvGrpSpPr>
              <p:nvPr/>
            </p:nvGrpSpPr>
            <p:grpSpPr bwMode="auto">
              <a:xfrm>
                <a:off x="2448" y="2064"/>
                <a:ext cx="144" cy="144"/>
                <a:chOff x="2448" y="2064"/>
                <a:chExt cx="144" cy="144"/>
              </a:xfrm>
            </p:grpSpPr>
            <p:sp>
              <p:nvSpPr>
                <p:cNvPr id="5648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8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6342" name="Group 66"/>
          <p:cNvGrpSpPr>
            <a:grpSpLocks/>
          </p:cNvGrpSpPr>
          <p:nvPr/>
        </p:nvGrpSpPr>
        <p:grpSpPr bwMode="auto">
          <a:xfrm>
            <a:off x="2857500" y="2800350"/>
            <a:ext cx="2228850" cy="171450"/>
            <a:chOff x="1440" y="2256"/>
            <a:chExt cx="1872" cy="192"/>
          </a:xfrm>
        </p:grpSpPr>
        <p:grpSp>
          <p:nvGrpSpPr>
            <p:cNvPr id="56467" name="Group 67"/>
            <p:cNvGrpSpPr>
              <a:grpSpLocks/>
            </p:cNvGrpSpPr>
            <p:nvPr/>
          </p:nvGrpSpPr>
          <p:grpSpPr bwMode="auto">
            <a:xfrm>
              <a:off x="2784" y="2256"/>
              <a:ext cx="528" cy="192"/>
              <a:chOff x="2112" y="2064"/>
              <a:chExt cx="528" cy="192"/>
            </a:xfrm>
          </p:grpSpPr>
          <p:grpSp>
            <p:nvGrpSpPr>
              <p:cNvPr id="56476" name="Group 68"/>
              <p:cNvGrpSpPr>
                <a:grpSpLocks/>
              </p:cNvGrpSpPr>
              <p:nvPr/>
            </p:nvGrpSpPr>
            <p:grpSpPr bwMode="auto">
              <a:xfrm>
                <a:off x="2112" y="2064"/>
                <a:ext cx="528" cy="192"/>
                <a:chOff x="2208" y="2112"/>
                <a:chExt cx="528" cy="144"/>
              </a:xfrm>
            </p:grpSpPr>
            <p:sp>
              <p:nvSpPr>
                <p:cNvPr id="5648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648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77" name="Group 71"/>
              <p:cNvGrpSpPr>
                <a:grpSpLocks/>
              </p:cNvGrpSpPr>
              <p:nvPr/>
            </p:nvGrpSpPr>
            <p:grpSpPr bwMode="auto">
              <a:xfrm>
                <a:off x="2448" y="2064"/>
                <a:ext cx="144" cy="144"/>
                <a:chOff x="2448" y="2064"/>
                <a:chExt cx="144" cy="144"/>
              </a:xfrm>
            </p:grpSpPr>
            <p:sp>
              <p:nvSpPr>
                <p:cNvPr id="5647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7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468" name="Group 74"/>
            <p:cNvGrpSpPr>
              <a:grpSpLocks/>
            </p:cNvGrpSpPr>
            <p:nvPr/>
          </p:nvGrpSpPr>
          <p:grpSpPr bwMode="auto">
            <a:xfrm>
              <a:off x="1440" y="2256"/>
              <a:ext cx="672" cy="192"/>
              <a:chOff x="2496" y="2160"/>
              <a:chExt cx="768" cy="144"/>
            </a:xfrm>
          </p:grpSpPr>
          <p:sp>
            <p:nvSpPr>
              <p:cNvPr id="5647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647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7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469" name="Group 78"/>
            <p:cNvGrpSpPr>
              <a:grpSpLocks/>
            </p:cNvGrpSpPr>
            <p:nvPr/>
          </p:nvGrpSpPr>
          <p:grpSpPr bwMode="auto">
            <a:xfrm>
              <a:off x="2112" y="2256"/>
              <a:ext cx="672" cy="192"/>
              <a:chOff x="2496" y="2160"/>
              <a:chExt cx="768" cy="144"/>
            </a:xfrm>
          </p:grpSpPr>
          <p:sp>
            <p:nvSpPr>
              <p:cNvPr id="5647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647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7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43" name="Group 82"/>
          <p:cNvGrpSpPr>
            <a:grpSpLocks/>
          </p:cNvGrpSpPr>
          <p:nvPr/>
        </p:nvGrpSpPr>
        <p:grpSpPr bwMode="auto">
          <a:xfrm>
            <a:off x="2857500" y="3326607"/>
            <a:ext cx="800100" cy="159544"/>
            <a:chOff x="2496" y="2160"/>
            <a:chExt cx="768" cy="144"/>
          </a:xfrm>
        </p:grpSpPr>
        <p:sp>
          <p:nvSpPr>
            <p:cNvPr id="5646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646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6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344" name="Group 86"/>
          <p:cNvGrpSpPr>
            <a:grpSpLocks/>
          </p:cNvGrpSpPr>
          <p:nvPr/>
        </p:nvGrpSpPr>
        <p:grpSpPr bwMode="auto">
          <a:xfrm>
            <a:off x="3657600" y="3326607"/>
            <a:ext cx="628650" cy="159544"/>
            <a:chOff x="2112" y="2064"/>
            <a:chExt cx="528" cy="192"/>
          </a:xfrm>
        </p:grpSpPr>
        <p:grpSp>
          <p:nvGrpSpPr>
            <p:cNvPr id="56458" name="Group 87"/>
            <p:cNvGrpSpPr>
              <a:grpSpLocks/>
            </p:cNvGrpSpPr>
            <p:nvPr/>
          </p:nvGrpSpPr>
          <p:grpSpPr bwMode="auto">
            <a:xfrm>
              <a:off x="2112" y="2064"/>
              <a:ext cx="528" cy="192"/>
              <a:chOff x="2208" y="2112"/>
              <a:chExt cx="528" cy="144"/>
            </a:xfrm>
          </p:grpSpPr>
          <p:sp>
            <p:nvSpPr>
              <p:cNvPr id="5646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646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59" name="Group 90"/>
            <p:cNvGrpSpPr>
              <a:grpSpLocks/>
            </p:cNvGrpSpPr>
            <p:nvPr/>
          </p:nvGrpSpPr>
          <p:grpSpPr bwMode="auto">
            <a:xfrm>
              <a:off x="2448" y="2064"/>
              <a:ext cx="144" cy="144"/>
              <a:chOff x="2448" y="2064"/>
              <a:chExt cx="144" cy="144"/>
            </a:xfrm>
          </p:grpSpPr>
          <p:sp>
            <p:nvSpPr>
              <p:cNvPr id="5646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6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45" name="Group 93"/>
          <p:cNvGrpSpPr>
            <a:grpSpLocks/>
          </p:cNvGrpSpPr>
          <p:nvPr/>
        </p:nvGrpSpPr>
        <p:grpSpPr bwMode="auto">
          <a:xfrm>
            <a:off x="2857500" y="2571750"/>
            <a:ext cx="1428750" cy="171450"/>
            <a:chOff x="1440" y="2064"/>
            <a:chExt cx="1200" cy="192"/>
          </a:xfrm>
        </p:grpSpPr>
        <p:grpSp>
          <p:nvGrpSpPr>
            <p:cNvPr id="56447" name="Group 94"/>
            <p:cNvGrpSpPr>
              <a:grpSpLocks/>
            </p:cNvGrpSpPr>
            <p:nvPr/>
          </p:nvGrpSpPr>
          <p:grpSpPr bwMode="auto">
            <a:xfrm>
              <a:off x="1440" y="2064"/>
              <a:ext cx="672" cy="192"/>
              <a:chOff x="2496" y="2160"/>
              <a:chExt cx="768" cy="144"/>
            </a:xfrm>
          </p:grpSpPr>
          <p:sp>
            <p:nvSpPr>
              <p:cNvPr id="5645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645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5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448" name="Group 98"/>
            <p:cNvGrpSpPr>
              <a:grpSpLocks/>
            </p:cNvGrpSpPr>
            <p:nvPr/>
          </p:nvGrpSpPr>
          <p:grpSpPr bwMode="auto">
            <a:xfrm>
              <a:off x="2112" y="2064"/>
              <a:ext cx="528" cy="192"/>
              <a:chOff x="2112" y="2064"/>
              <a:chExt cx="528" cy="192"/>
            </a:xfrm>
          </p:grpSpPr>
          <p:grpSp>
            <p:nvGrpSpPr>
              <p:cNvPr id="56449" name="Group 99"/>
              <p:cNvGrpSpPr>
                <a:grpSpLocks/>
              </p:cNvGrpSpPr>
              <p:nvPr/>
            </p:nvGrpSpPr>
            <p:grpSpPr bwMode="auto">
              <a:xfrm>
                <a:off x="2112" y="2064"/>
                <a:ext cx="528" cy="192"/>
                <a:chOff x="2208" y="2112"/>
                <a:chExt cx="528" cy="144"/>
              </a:xfrm>
            </p:grpSpPr>
            <p:sp>
              <p:nvSpPr>
                <p:cNvPr id="5645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645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50" name="Group 102"/>
              <p:cNvGrpSpPr>
                <a:grpSpLocks/>
              </p:cNvGrpSpPr>
              <p:nvPr/>
            </p:nvGrpSpPr>
            <p:grpSpPr bwMode="auto">
              <a:xfrm>
                <a:off x="2448" y="2064"/>
                <a:ext cx="144" cy="144"/>
                <a:chOff x="2448" y="2064"/>
                <a:chExt cx="144" cy="144"/>
              </a:xfrm>
            </p:grpSpPr>
            <p:sp>
              <p:nvSpPr>
                <p:cNvPr id="5645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5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6346" name="Group 105"/>
          <p:cNvGrpSpPr>
            <a:grpSpLocks/>
          </p:cNvGrpSpPr>
          <p:nvPr/>
        </p:nvGrpSpPr>
        <p:grpSpPr bwMode="auto">
          <a:xfrm>
            <a:off x="2857500" y="3886200"/>
            <a:ext cx="1428750" cy="171450"/>
            <a:chOff x="1440" y="2064"/>
            <a:chExt cx="1200" cy="192"/>
          </a:xfrm>
        </p:grpSpPr>
        <p:grpSp>
          <p:nvGrpSpPr>
            <p:cNvPr id="56436" name="Group 106"/>
            <p:cNvGrpSpPr>
              <a:grpSpLocks/>
            </p:cNvGrpSpPr>
            <p:nvPr/>
          </p:nvGrpSpPr>
          <p:grpSpPr bwMode="auto">
            <a:xfrm>
              <a:off x="1440" y="2064"/>
              <a:ext cx="672" cy="192"/>
              <a:chOff x="2496" y="2160"/>
              <a:chExt cx="768" cy="144"/>
            </a:xfrm>
          </p:grpSpPr>
          <p:sp>
            <p:nvSpPr>
              <p:cNvPr id="5644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644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4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437" name="Group 110"/>
            <p:cNvGrpSpPr>
              <a:grpSpLocks/>
            </p:cNvGrpSpPr>
            <p:nvPr/>
          </p:nvGrpSpPr>
          <p:grpSpPr bwMode="auto">
            <a:xfrm>
              <a:off x="2112" y="2064"/>
              <a:ext cx="528" cy="192"/>
              <a:chOff x="2112" y="2064"/>
              <a:chExt cx="528" cy="192"/>
            </a:xfrm>
          </p:grpSpPr>
          <p:grpSp>
            <p:nvGrpSpPr>
              <p:cNvPr id="56438" name="Group 111"/>
              <p:cNvGrpSpPr>
                <a:grpSpLocks/>
              </p:cNvGrpSpPr>
              <p:nvPr/>
            </p:nvGrpSpPr>
            <p:grpSpPr bwMode="auto">
              <a:xfrm>
                <a:off x="2112" y="2064"/>
                <a:ext cx="528" cy="192"/>
                <a:chOff x="2208" y="2112"/>
                <a:chExt cx="528" cy="144"/>
              </a:xfrm>
            </p:grpSpPr>
            <p:sp>
              <p:nvSpPr>
                <p:cNvPr id="5644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644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39" name="Group 114"/>
              <p:cNvGrpSpPr>
                <a:grpSpLocks/>
              </p:cNvGrpSpPr>
              <p:nvPr/>
            </p:nvGrpSpPr>
            <p:grpSpPr bwMode="auto">
              <a:xfrm>
                <a:off x="2448" y="2064"/>
                <a:ext cx="144" cy="144"/>
                <a:chOff x="2448" y="2064"/>
                <a:chExt cx="144" cy="144"/>
              </a:xfrm>
            </p:grpSpPr>
            <p:sp>
              <p:nvSpPr>
                <p:cNvPr id="5644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4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6347" name="Group 117"/>
          <p:cNvGrpSpPr>
            <a:grpSpLocks/>
          </p:cNvGrpSpPr>
          <p:nvPr/>
        </p:nvGrpSpPr>
        <p:grpSpPr bwMode="auto">
          <a:xfrm>
            <a:off x="2857500" y="4126707"/>
            <a:ext cx="800100" cy="159544"/>
            <a:chOff x="2496" y="2160"/>
            <a:chExt cx="768" cy="144"/>
          </a:xfrm>
        </p:grpSpPr>
        <p:sp>
          <p:nvSpPr>
            <p:cNvPr id="5643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643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3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348" name="Group 121"/>
          <p:cNvGrpSpPr>
            <a:grpSpLocks/>
          </p:cNvGrpSpPr>
          <p:nvPr/>
        </p:nvGrpSpPr>
        <p:grpSpPr bwMode="auto">
          <a:xfrm>
            <a:off x="3657600" y="4126707"/>
            <a:ext cx="628650" cy="159544"/>
            <a:chOff x="2112" y="2064"/>
            <a:chExt cx="528" cy="192"/>
          </a:xfrm>
        </p:grpSpPr>
        <p:grpSp>
          <p:nvGrpSpPr>
            <p:cNvPr id="56427" name="Group 122"/>
            <p:cNvGrpSpPr>
              <a:grpSpLocks/>
            </p:cNvGrpSpPr>
            <p:nvPr/>
          </p:nvGrpSpPr>
          <p:grpSpPr bwMode="auto">
            <a:xfrm>
              <a:off x="2112" y="2064"/>
              <a:ext cx="528" cy="192"/>
              <a:chOff x="2208" y="2112"/>
              <a:chExt cx="528" cy="144"/>
            </a:xfrm>
          </p:grpSpPr>
          <p:sp>
            <p:nvSpPr>
              <p:cNvPr id="5643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643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28" name="Group 125"/>
            <p:cNvGrpSpPr>
              <a:grpSpLocks/>
            </p:cNvGrpSpPr>
            <p:nvPr/>
          </p:nvGrpSpPr>
          <p:grpSpPr bwMode="auto">
            <a:xfrm>
              <a:off x="2448" y="2064"/>
              <a:ext cx="144" cy="144"/>
              <a:chOff x="2448" y="2064"/>
              <a:chExt cx="144" cy="144"/>
            </a:xfrm>
          </p:grpSpPr>
          <p:sp>
            <p:nvSpPr>
              <p:cNvPr id="5642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3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49" name="Group 128"/>
          <p:cNvGrpSpPr>
            <a:grpSpLocks/>
          </p:cNvGrpSpPr>
          <p:nvPr/>
        </p:nvGrpSpPr>
        <p:grpSpPr bwMode="auto">
          <a:xfrm>
            <a:off x="2857500" y="3040857"/>
            <a:ext cx="2228850" cy="159544"/>
            <a:chOff x="1440" y="2256"/>
            <a:chExt cx="1872" cy="192"/>
          </a:xfrm>
        </p:grpSpPr>
        <p:grpSp>
          <p:nvGrpSpPr>
            <p:cNvPr id="56412" name="Group 129"/>
            <p:cNvGrpSpPr>
              <a:grpSpLocks/>
            </p:cNvGrpSpPr>
            <p:nvPr/>
          </p:nvGrpSpPr>
          <p:grpSpPr bwMode="auto">
            <a:xfrm>
              <a:off x="2784" y="2256"/>
              <a:ext cx="528" cy="192"/>
              <a:chOff x="2112" y="2064"/>
              <a:chExt cx="528" cy="192"/>
            </a:xfrm>
          </p:grpSpPr>
          <p:grpSp>
            <p:nvGrpSpPr>
              <p:cNvPr id="56421" name="Group 130"/>
              <p:cNvGrpSpPr>
                <a:grpSpLocks/>
              </p:cNvGrpSpPr>
              <p:nvPr/>
            </p:nvGrpSpPr>
            <p:grpSpPr bwMode="auto">
              <a:xfrm>
                <a:off x="2112" y="2064"/>
                <a:ext cx="528" cy="192"/>
                <a:chOff x="2208" y="2112"/>
                <a:chExt cx="528" cy="144"/>
              </a:xfrm>
            </p:grpSpPr>
            <p:sp>
              <p:nvSpPr>
                <p:cNvPr id="5642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642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22" name="Group 133"/>
              <p:cNvGrpSpPr>
                <a:grpSpLocks/>
              </p:cNvGrpSpPr>
              <p:nvPr/>
            </p:nvGrpSpPr>
            <p:grpSpPr bwMode="auto">
              <a:xfrm>
                <a:off x="2448" y="2064"/>
                <a:ext cx="144" cy="144"/>
                <a:chOff x="2448" y="2064"/>
                <a:chExt cx="144" cy="144"/>
              </a:xfrm>
            </p:grpSpPr>
            <p:sp>
              <p:nvSpPr>
                <p:cNvPr id="5642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2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413" name="Group 136"/>
            <p:cNvGrpSpPr>
              <a:grpSpLocks/>
            </p:cNvGrpSpPr>
            <p:nvPr/>
          </p:nvGrpSpPr>
          <p:grpSpPr bwMode="auto">
            <a:xfrm>
              <a:off x="1440" y="2256"/>
              <a:ext cx="672" cy="192"/>
              <a:chOff x="2496" y="2160"/>
              <a:chExt cx="768" cy="144"/>
            </a:xfrm>
          </p:grpSpPr>
          <p:sp>
            <p:nvSpPr>
              <p:cNvPr id="5641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641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2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414" name="Group 140"/>
            <p:cNvGrpSpPr>
              <a:grpSpLocks/>
            </p:cNvGrpSpPr>
            <p:nvPr/>
          </p:nvGrpSpPr>
          <p:grpSpPr bwMode="auto">
            <a:xfrm>
              <a:off x="2112" y="2256"/>
              <a:ext cx="672" cy="192"/>
              <a:chOff x="2496" y="2160"/>
              <a:chExt cx="768" cy="144"/>
            </a:xfrm>
          </p:grpSpPr>
          <p:sp>
            <p:nvSpPr>
              <p:cNvPr id="5641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641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1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50" name="Group 144"/>
          <p:cNvGrpSpPr>
            <a:grpSpLocks/>
          </p:cNvGrpSpPr>
          <p:nvPr/>
        </p:nvGrpSpPr>
        <p:grpSpPr bwMode="auto">
          <a:xfrm>
            <a:off x="3657600" y="4400550"/>
            <a:ext cx="2228850" cy="171450"/>
            <a:chOff x="1440" y="2256"/>
            <a:chExt cx="1872" cy="192"/>
          </a:xfrm>
        </p:grpSpPr>
        <p:grpSp>
          <p:nvGrpSpPr>
            <p:cNvPr id="56397" name="Group 145"/>
            <p:cNvGrpSpPr>
              <a:grpSpLocks/>
            </p:cNvGrpSpPr>
            <p:nvPr/>
          </p:nvGrpSpPr>
          <p:grpSpPr bwMode="auto">
            <a:xfrm>
              <a:off x="2784" y="2256"/>
              <a:ext cx="528" cy="192"/>
              <a:chOff x="2112" y="2064"/>
              <a:chExt cx="528" cy="192"/>
            </a:xfrm>
          </p:grpSpPr>
          <p:grpSp>
            <p:nvGrpSpPr>
              <p:cNvPr id="56406" name="Group 146"/>
              <p:cNvGrpSpPr>
                <a:grpSpLocks/>
              </p:cNvGrpSpPr>
              <p:nvPr/>
            </p:nvGrpSpPr>
            <p:grpSpPr bwMode="auto">
              <a:xfrm>
                <a:off x="2112" y="2064"/>
                <a:ext cx="528" cy="192"/>
                <a:chOff x="2208" y="2112"/>
                <a:chExt cx="528" cy="144"/>
              </a:xfrm>
            </p:grpSpPr>
            <p:sp>
              <p:nvSpPr>
                <p:cNvPr id="5641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641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6407" name="Group 149"/>
              <p:cNvGrpSpPr>
                <a:grpSpLocks/>
              </p:cNvGrpSpPr>
              <p:nvPr/>
            </p:nvGrpSpPr>
            <p:grpSpPr bwMode="auto">
              <a:xfrm>
                <a:off x="2448" y="2064"/>
                <a:ext cx="144" cy="144"/>
                <a:chOff x="2448" y="2064"/>
                <a:chExt cx="144" cy="144"/>
              </a:xfrm>
            </p:grpSpPr>
            <p:sp>
              <p:nvSpPr>
                <p:cNvPr id="5640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40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98" name="Group 152"/>
            <p:cNvGrpSpPr>
              <a:grpSpLocks/>
            </p:cNvGrpSpPr>
            <p:nvPr/>
          </p:nvGrpSpPr>
          <p:grpSpPr bwMode="auto">
            <a:xfrm>
              <a:off x="1440" y="2256"/>
              <a:ext cx="672" cy="192"/>
              <a:chOff x="2496" y="2160"/>
              <a:chExt cx="768" cy="144"/>
            </a:xfrm>
          </p:grpSpPr>
          <p:sp>
            <p:nvSpPr>
              <p:cNvPr id="5640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640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0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6399" name="Group 156"/>
            <p:cNvGrpSpPr>
              <a:grpSpLocks/>
            </p:cNvGrpSpPr>
            <p:nvPr/>
          </p:nvGrpSpPr>
          <p:grpSpPr bwMode="auto">
            <a:xfrm>
              <a:off x="2112" y="2256"/>
              <a:ext cx="672" cy="192"/>
              <a:chOff x="2496" y="2160"/>
              <a:chExt cx="768" cy="144"/>
            </a:xfrm>
          </p:grpSpPr>
          <p:sp>
            <p:nvSpPr>
              <p:cNvPr id="5640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640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40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6351" name="Group 160"/>
          <p:cNvGrpSpPr>
            <a:grpSpLocks/>
          </p:cNvGrpSpPr>
          <p:nvPr/>
        </p:nvGrpSpPr>
        <p:grpSpPr bwMode="auto">
          <a:xfrm>
            <a:off x="2857500" y="4400550"/>
            <a:ext cx="800100" cy="171450"/>
            <a:chOff x="2496" y="2160"/>
            <a:chExt cx="768" cy="144"/>
          </a:xfrm>
        </p:grpSpPr>
        <p:sp>
          <p:nvSpPr>
            <p:cNvPr id="5639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639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9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635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635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635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55"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635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5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635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59"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636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6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636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63"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636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6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6366"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67"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6368"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6369"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70"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6371"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6372"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56373"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6374" name="Group 189"/>
          <p:cNvGrpSpPr>
            <a:grpSpLocks/>
          </p:cNvGrpSpPr>
          <p:nvPr/>
        </p:nvGrpSpPr>
        <p:grpSpPr bwMode="auto">
          <a:xfrm>
            <a:off x="6053138" y="342900"/>
            <a:ext cx="1943100" cy="1943100"/>
            <a:chOff x="2784" y="96"/>
            <a:chExt cx="1632" cy="1680"/>
          </a:xfrm>
        </p:grpSpPr>
        <p:sp>
          <p:nvSpPr>
            <p:cNvPr id="56376" name="Oval 190"/>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6377" name="Oval 191"/>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6378" name="Oval 192"/>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6379" name="Oval 193"/>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6380" name="Oval 194"/>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6381" name="Oval 195"/>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6382" name="Oval 196"/>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6383" name="Line 197"/>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4" name="Line 198"/>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5" name="Line 199"/>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6" name="Line 200"/>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7" name="Line 201"/>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8" name="Line 202"/>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89" name="Oval 203"/>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6390" name="Line 204"/>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91" name="Line 205"/>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92" name="Line 206"/>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6393" name="Line 207"/>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7"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6343336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55810E5C-9181-CFC5-BBEE-2B41334C05FF}"/>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55810E5C-9181-CFC5-BBEE-2B41334C05FF}"/>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7346" name="Group 21"/>
          <p:cNvGrpSpPr>
            <a:grpSpLocks/>
          </p:cNvGrpSpPr>
          <p:nvPr/>
        </p:nvGrpSpPr>
        <p:grpSpPr bwMode="auto">
          <a:xfrm>
            <a:off x="1524001" y="2520554"/>
            <a:ext cx="1079897" cy="258365"/>
            <a:chOff x="288" y="2016"/>
            <a:chExt cx="816" cy="192"/>
          </a:xfrm>
        </p:grpSpPr>
        <p:sp>
          <p:nvSpPr>
            <p:cNvPr id="5753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753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734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734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7349" name="Group 26"/>
          <p:cNvGrpSpPr>
            <a:grpSpLocks/>
          </p:cNvGrpSpPr>
          <p:nvPr/>
        </p:nvGrpSpPr>
        <p:grpSpPr bwMode="auto">
          <a:xfrm>
            <a:off x="1524001" y="3036094"/>
            <a:ext cx="1079897" cy="258366"/>
            <a:chOff x="288" y="2016"/>
            <a:chExt cx="816" cy="192"/>
          </a:xfrm>
        </p:grpSpPr>
        <p:sp>
          <p:nvSpPr>
            <p:cNvPr id="5752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752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350" name="Group 29"/>
          <p:cNvGrpSpPr>
            <a:grpSpLocks/>
          </p:cNvGrpSpPr>
          <p:nvPr/>
        </p:nvGrpSpPr>
        <p:grpSpPr bwMode="auto">
          <a:xfrm>
            <a:off x="1524001" y="3294460"/>
            <a:ext cx="1079897" cy="258365"/>
            <a:chOff x="288" y="2016"/>
            <a:chExt cx="816" cy="192"/>
          </a:xfrm>
        </p:grpSpPr>
        <p:sp>
          <p:nvSpPr>
            <p:cNvPr id="5752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752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351" name="Group 32"/>
          <p:cNvGrpSpPr>
            <a:grpSpLocks/>
          </p:cNvGrpSpPr>
          <p:nvPr/>
        </p:nvGrpSpPr>
        <p:grpSpPr bwMode="auto">
          <a:xfrm>
            <a:off x="1524001" y="3552825"/>
            <a:ext cx="1079897" cy="257175"/>
            <a:chOff x="288" y="2016"/>
            <a:chExt cx="816" cy="192"/>
          </a:xfrm>
        </p:grpSpPr>
        <p:sp>
          <p:nvSpPr>
            <p:cNvPr id="5752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752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352" name="Group 35"/>
          <p:cNvGrpSpPr>
            <a:grpSpLocks/>
          </p:cNvGrpSpPr>
          <p:nvPr/>
        </p:nvGrpSpPr>
        <p:grpSpPr bwMode="auto">
          <a:xfrm>
            <a:off x="1524001" y="3810000"/>
            <a:ext cx="1079897" cy="258366"/>
            <a:chOff x="288" y="2016"/>
            <a:chExt cx="816" cy="192"/>
          </a:xfrm>
        </p:grpSpPr>
        <p:sp>
          <p:nvSpPr>
            <p:cNvPr id="5752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752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353" name="Group 38"/>
          <p:cNvGrpSpPr>
            <a:grpSpLocks/>
          </p:cNvGrpSpPr>
          <p:nvPr/>
        </p:nvGrpSpPr>
        <p:grpSpPr bwMode="auto">
          <a:xfrm>
            <a:off x="1524001" y="4325542"/>
            <a:ext cx="1079897" cy="258365"/>
            <a:chOff x="288" y="2016"/>
            <a:chExt cx="816" cy="192"/>
          </a:xfrm>
        </p:grpSpPr>
        <p:sp>
          <p:nvSpPr>
            <p:cNvPr id="5752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752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354" name="Group 41"/>
          <p:cNvGrpSpPr>
            <a:grpSpLocks/>
          </p:cNvGrpSpPr>
          <p:nvPr/>
        </p:nvGrpSpPr>
        <p:grpSpPr bwMode="auto">
          <a:xfrm>
            <a:off x="1524001" y="4068366"/>
            <a:ext cx="1079897" cy="257175"/>
            <a:chOff x="288" y="2016"/>
            <a:chExt cx="816" cy="192"/>
          </a:xfrm>
        </p:grpSpPr>
        <p:sp>
          <p:nvSpPr>
            <p:cNvPr id="5751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751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735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735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5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5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6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6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6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6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6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7365" name="Group 54"/>
          <p:cNvGrpSpPr>
            <a:grpSpLocks/>
          </p:cNvGrpSpPr>
          <p:nvPr/>
        </p:nvGrpSpPr>
        <p:grpSpPr bwMode="auto">
          <a:xfrm>
            <a:off x="2857500" y="3612357"/>
            <a:ext cx="1428750" cy="159544"/>
            <a:chOff x="1440" y="2064"/>
            <a:chExt cx="1200" cy="192"/>
          </a:xfrm>
        </p:grpSpPr>
        <p:grpSp>
          <p:nvGrpSpPr>
            <p:cNvPr id="57507" name="Group 55"/>
            <p:cNvGrpSpPr>
              <a:grpSpLocks/>
            </p:cNvGrpSpPr>
            <p:nvPr/>
          </p:nvGrpSpPr>
          <p:grpSpPr bwMode="auto">
            <a:xfrm>
              <a:off x="1440" y="2064"/>
              <a:ext cx="672" cy="192"/>
              <a:chOff x="2496" y="2160"/>
              <a:chExt cx="768" cy="144"/>
            </a:xfrm>
          </p:grpSpPr>
          <p:sp>
            <p:nvSpPr>
              <p:cNvPr id="5751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751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51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508" name="Group 59"/>
            <p:cNvGrpSpPr>
              <a:grpSpLocks/>
            </p:cNvGrpSpPr>
            <p:nvPr/>
          </p:nvGrpSpPr>
          <p:grpSpPr bwMode="auto">
            <a:xfrm>
              <a:off x="2112" y="2064"/>
              <a:ext cx="528" cy="192"/>
              <a:chOff x="2112" y="2064"/>
              <a:chExt cx="528" cy="192"/>
            </a:xfrm>
          </p:grpSpPr>
          <p:grpSp>
            <p:nvGrpSpPr>
              <p:cNvPr id="57509" name="Group 60"/>
              <p:cNvGrpSpPr>
                <a:grpSpLocks/>
              </p:cNvGrpSpPr>
              <p:nvPr/>
            </p:nvGrpSpPr>
            <p:grpSpPr bwMode="auto">
              <a:xfrm>
                <a:off x="2112" y="2064"/>
                <a:ext cx="528" cy="192"/>
                <a:chOff x="2208" y="2112"/>
                <a:chExt cx="528" cy="144"/>
              </a:xfrm>
            </p:grpSpPr>
            <p:sp>
              <p:nvSpPr>
                <p:cNvPr id="5751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751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510" name="Group 63"/>
              <p:cNvGrpSpPr>
                <a:grpSpLocks/>
              </p:cNvGrpSpPr>
              <p:nvPr/>
            </p:nvGrpSpPr>
            <p:grpSpPr bwMode="auto">
              <a:xfrm>
                <a:off x="2448" y="2064"/>
                <a:ext cx="144" cy="144"/>
                <a:chOff x="2448" y="2064"/>
                <a:chExt cx="144" cy="144"/>
              </a:xfrm>
            </p:grpSpPr>
            <p:sp>
              <p:nvSpPr>
                <p:cNvPr id="5751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51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7366" name="Group 66"/>
          <p:cNvGrpSpPr>
            <a:grpSpLocks/>
          </p:cNvGrpSpPr>
          <p:nvPr/>
        </p:nvGrpSpPr>
        <p:grpSpPr bwMode="auto">
          <a:xfrm>
            <a:off x="2857500" y="2800350"/>
            <a:ext cx="2228850" cy="171450"/>
            <a:chOff x="1440" y="2256"/>
            <a:chExt cx="1872" cy="192"/>
          </a:xfrm>
        </p:grpSpPr>
        <p:grpSp>
          <p:nvGrpSpPr>
            <p:cNvPr id="57492" name="Group 67"/>
            <p:cNvGrpSpPr>
              <a:grpSpLocks/>
            </p:cNvGrpSpPr>
            <p:nvPr/>
          </p:nvGrpSpPr>
          <p:grpSpPr bwMode="auto">
            <a:xfrm>
              <a:off x="2784" y="2256"/>
              <a:ext cx="528" cy="192"/>
              <a:chOff x="2112" y="2064"/>
              <a:chExt cx="528" cy="192"/>
            </a:xfrm>
          </p:grpSpPr>
          <p:grpSp>
            <p:nvGrpSpPr>
              <p:cNvPr id="57501" name="Group 68"/>
              <p:cNvGrpSpPr>
                <a:grpSpLocks/>
              </p:cNvGrpSpPr>
              <p:nvPr/>
            </p:nvGrpSpPr>
            <p:grpSpPr bwMode="auto">
              <a:xfrm>
                <a:off x="2112" y="2064"/>
                <a:ext cx="528" cy="192"/>
                <a:chOff x="2208" y="2112"/>
                <a:chExt cx="528" cy="144"/>
              </a:xfrm>
            </p:grpSpPr>
            <p:sp>
              <p:nvSpPr>
                <p:cNvPr id="5750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750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502" name="Group 71"/>
              <p:cNvGrpSpPr>
                <a:grpSpLocks/>
              </p:cNvGrpSpPr>
              <p:nvPr/>
            </p:nvGrpSpPr>
            <p:grpSpPr bwMode="auto">
              <a:xfrm>
                <a:off x="2448" y="2064"/>
                <a:ext cx="144" cy="144"/>
                <a:chOff x="2448" y="2064"/>
                <a:chExt cx="144" cy="144"/>
              </a:xfrm>
            </p:grpSpPr>
            <p:sp>
              <p:nvSpPr>
                <p:cNvPr id="5750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50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493" name="Group 74"/>
            <p:cNvGrpSpPr>
              <a:grpSpLocks/>
            </p:cNvGrpSpPr>
            <p:nvPr/>
          </p:nvGrpSpPr>
          <p:grpSpPr bwMode="auto">
            <a:xfrm>
              <a:off x="1440" y="2256"/>
              <a:ext cx="672" cy="192"/>
              <a:chOff x="2496" y="2160"/>
              <a:chExt cx="768" cy="144"/>
            </a:xfrm>
          </p:grpSpPr>
          <p:sp>
            <p:nvSpPr>
              <p:cNvPr id="5749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749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50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494" name="Group 78"/>
            <p:cNvGrpSpPr>
              <a:grpSpLocks/>
            </p:cNvGrpSpPr>
            <p:nvPr/>
          </p:nvGrpSpPr>
          <p:grpSpPr bwMode="auto">
            <a:xfrm>
              <a:off x="2112" y="2256"/>
              <a:ext cx="672" cy="192"/>
              <a:chOff x="2496" y="2160"/>
              <a:chExt cx="768" cy="144"/>
            </a:xfrm>
          </p:grpSpPr>
          <p:sp>
            <p:nvSpPr>
              <p:cNvPr id="5749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749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9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367" name="Group 82"/>
          <p:cNvGrpSpPr>
            <a:grpSpLocks/>
          </p:cNvGrpSpPr>
          <p:nvPr/>
        </p:nvGrpSpPr>
        <p:grpSpPr bwMode="auto">
          <a:xfrm>
            <a:off x="2857500" y="3326607"/>
            <a:ext cx="800100" cy="159544"/>
            <a:chOff x="2496" y="2160"/>
            <a:chExt cx="768" cy="144"/>
          </a:xfrm>
        </p:grpSpPr>
        <p:sp>
          <p:nvSpPr>
            <p:cNvPr id="5748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749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9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368" name="Group 86"/>
          <p:cNvGrpSpPr>
            <a:grpSpLocks/>
          </p:cNvGrpSpPr>
          <p:nvPr/>
        </p:nvGrpSpPr>
        <p:grpSpPr bwMode="auto">
          <a:xfrm>
            <a:off x="3657600" y="3326607"/>
            <a:ext cx="628650" cy="159544"/>
            <a:chOff x="2112" y="2064"/>
            <a:chExt cx="528" cy="192"/>
          </a:xfrm>
        </p:grpSpPr>
        <p:grpSp>
          <p:nvGrpSpPr>
            <p:cNvPr id="57483" name="Group 87"/>
            <p:cNvGrpSpPr>
              <a:grpSpLocks/>
            </p:cNvGrpSpPr>
            <p:nvPr/>
          </p:nvGrpSpPr>
          <p:grpSpPr bwMode="auto">
            <a:xfrm>
              <a:off x="2112" y="2064"/>
              <a:ext cx="528" cy="192"/>
              <a:chOff x="2208" y="2112"/>
              <a:chExt cx="528" cy="144"/>
            </a:xfrm>
          </p:grpSpPr>
          <p:sp>
            <p:nvSpPr>
              <p:cNvPr id="5748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748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84" name="Group 90"/>
            <p:cNvGrpSpPr>
              <a:grpSpLocks/>
            </p:cNvGrpSpPr>
            <p:nvPr/>
          </p:nvGrpSpPr>
          <p:grpSpPr bwMode="auto">
            <a:xfrm>
              <a:off x="2448" y="2064"/>
              <a:ext cx="144" cy="144"/>
              <a:chOff x="2448" y="2064"/>
              <a:chExt cx="144" cy="144"/>
            </a:xfrm>
          </p:grpSpPr>
          <p:sp>
            <p:nvSpPr>
              <p:cNvPr id="5748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8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369" name="Group 93"/>
          <p:cNvGrpSpPr>
            <a:grpSpLocks/>
          </p:cNvGrpSpPr>
          <p:nvPr/>
        </p:nvGrpSpPr>
        <p:grpSpPr bwMode="auto">
          <a:xfrm>
            <a:off x="2857500" y="2571750"/>
            <a:ext cx="1428750" cy="171450"/>
            <a:chOff x="1440" y="2064"/>
            <a:chExt cx="1200" cy="192"/>
          </a:xfrm>
        </p:grpSpPr>
        <p:grpSp>
          <p:nvGrpSpPr>
            <p:cNvPr id="57472" name="Group 94"/>
            <p:cNvGrpSpPr>
              <a:grpSpLocks/>
            </p:cNvGrpSpPr>
            <p:nvPr/>
          </p:nvGrpSpPr>
          <p:grpSpPr bwMode="auto">
            <a:xfrm>
              <a:off x="1440" y="2064"/>
              <a:ext cx="672" cy="192"/>
              <a:chOff x="2496" y="2160"/>
              <a:chExt cx="768" cy="144"/>
            </a:xfrm>
          </p:grpSpPr>
          <p:sp>
            <p:nvSpPr>
              <p:cNvPr id="5748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748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8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473" name="Group 98"/>
            <p:cNvGrpSpPr>
              <a:grpSpLocks/>
            </p:cNvGrpSpPr>
            <p:nvPr/>
          </p:nvGrpSpPr>
          <p:grpSpPr bwMode="auto">
            <a:xfrm>
              <a:off x="2112" y="2064"/>
              <a:ext cx="528" cy="192"/>
              <a:chOff x="2112" y="2064"/>
              <a:chExt cx="528" cy="192"/>
            </a:xfrm>
          </p:grpSpPr>
          <p:grpSp>
            <p:nvGrpSpPr>
              <p:cNvPr id="57474" name="Group 99"/>
              <p:cNvGrpSpPr>
                <a:grpSpLocks/>
              </p:cNvGrpSpPr>
              <p:nvPr/>
            </p:nvGrpSpPr>
            <p:grpSpPr bwMode="auto">
              <a:xfrm>
                <a:off x="2112" y="2064"/>
                <a:ext cx="528" cy="192"/>
                <a:chOff x="2208" y="2112"/>
                <a:chExt cx="528" cy="144"/>
              </a:xfrm>
            </p:grpSpPr>
            <p:sp>
              <p:nvSpPr>
                <p:cNvPr id="5747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747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75" name="Group 102"/>
              <p:cNvGrpSpPr>
                <a:grpSpLocks/>
              </p:cNvGrpSpPr>
              <p:nvPr/>
            </p:nvGrpSpPr>
            <p:grpSpPr bwMode="auto">
              <a:xfrm>
                <a:off x="2448" y="2064"/>
                <a:ext cx="144" cy="144"/>
                <a:chOff x="2448" y="2064"/>
                <a:chExt cx="144" cy="144"/>
              </a:xfrm>
            </p:grpSpPr>
            <p:sp>
              <p:nvSpPr>
                <p:cNvPr id="5747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7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7370" name="Group 105"/>
          <p:cNvGrpSpPr>
            <a:grpSpLocks/>
          </p:cNvGrpSpPr>
          <p:nvPr/>
        </p:nvGrpSpPr>
        <p:grpSpPr bwMode="auto">
          <a:xfrm>
            <a:off x="2857500" y="3886200"/>
            <a:ext cx="1428750" cy="171450"/>
            <a:chOff x="1440" y="2064"/>
            <a:chExt cx="1200" cy="192"/>
          </a:xfrm>
        </p:grpSpPr>
        <p:grpSp>
          <p:nvGrpSpPr>
            <p:cNvPr id="57461" name="Group 106"/>
            <p:cNvGrpSpPr>
              <a:grpSpLocks/>
            </p:cNvGrpSpPr>
            <p:nvPr/>
          </p:nvGrpSpPr>
          <p:grpSpPr bwMode="auto">
            <a:xfrm>
              <a:off x="1440" y="2064"/>
              <a:ext cx="672" cy="192"/>
              <a:chOff x="2496" y="2160"/>
              <a:chExt cx="768" cy="144"/>
            </a:xfrm>
          </p:grpSpPr>
          <p:sp>
            <p:nvSpPr>
              <p:cNvPr id="5746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747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7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462" name="Group 110"/>
            <p:cNvGrpSpPr>
              <a:grpSpLocks/>
            </p:cNvGrpSpPr>
            <p:nvPr/>
          </p:nvGrpSpPr>
          <p:grpSpPr bwMode="auto">
            <a:xfrm>
              <a:off x="2112" y="2064"/>
              <a:ext cx="528" cy="192"/>
              <a:chOff x="2112" y="2064"/>
              <a:chExt cx="528" cy="192"/>
            </a:xfrm>
          </p:grpSpPr>
          <p:grpSp>
            <p:nvGrpSpPr>
              <p:cNvPr id="57463" name="Group 111"/>
              <p:cNvGrpSpPr>
                <a:grpSpLocks/>
              </p:cNvGrpSpPr>
              <p:nvPr/>
            </p:nvGrpSpPr>
            <p:grpSpPr bwMode="auto">
              <a:xfrm>
                <a:off x="2112" y="2064"/>
                <a:ext cx="528" cy="192"/>
                <a:chOff x="2208" y="2112"/>
                <a:chExt cx="528" cy="144"/>
              </a:xfrm>
            </p:grpSpPr>
            <p:sp>
              <p:nvSpPr>
                <p:cNvPr id="5746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746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64" name="Group 114"/>
              <p:cNvGrpSpPr>
                <a:grpSpLocks/>
              </p:cNvGrpSpPr>
              <p:nvPr/>
            </p:nvGrpSpPr>
            <p:grpSpPr bwMode="auto">
              <a:xfrm>
                <a:off x="2448" y="2064"/>
                <a:ext cx="144" cy="144"/>
                <a:chOff x="2448" y="2064"/>
                <a:chExt cx="144" cy="144"/>
              </a:xfrm>
            </p:grpSpPr>
            <p:sp>
              <p:nvSpPr>
                <p:cNvPr id="5746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6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7371" name="Group 117"/>
          <p:cNvGrpSpPr>
            <a:grpSpLocks/>
          </p:cNvGrpSpPr>
          <p:nvPr/>
        </p:nvGrpSpPr>
        <p:grpSpPr bwMode="auto">
          <a:xfrm>
            <a:off x="2857500" y="4126707"/>
            <a:ext cx="800100" cy="159544"/>
            <a:chOff x="2496" y="2160"/>
            <a:chExt cx="768" cy="144"/>
          </a:xfrm>
        </p:grpSpPr>
        <p:sp>
          <p:nvSpPr>
            <p:cNvPr id="5745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745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6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372" name="Group 121"/>
          <p:cNvGrpSpPr>
            <a:grpSpLocks/>
          </p:cNvGrpSpPr>
          <p:nvPr/>
        </p:nvGrpSpPr>
        <p:grpSpPr bwMode="auto">
          <a:xfrm>
            <a:off x="3657600" y="4126707"/>
            <a:ext cx="628650" cy="159544"/>
            <a:chOff x="2112" y="2064"/>
            <a:chExt cx="528" cy="192"/>
          </a:xfrm>
        </p:grpSpPr>
        <p:grpSp>
          <p:nvGrpSpPr>
            <p:cNvPr id="57452" name="Group 122"/>
            <p:cNvGrpSpPr>
              <a:grpSpLocks/>
            </p:cNvGrpSpPr>
            <p:nvPr/>
          </p:nvGrpSpPr>
          <p:grpSpPr bwMode="auto">
            <a:xfrm>
              <a:off x="2112" y="2064"/>
              <a:ext cx="528" cy="192"/>
              <a:chOff x="2208" y="2112"/>
              <a:chExt cx="528" cy="144"/>
            </a:xfrm>
          </p:grpSpPr>
          <p:sp>
            <p:nvSpPr>
              <p:cNvPr id="5745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745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53" name="Group 125"/>
            <p:cNvGrpSpPr>
              <a:grpSpLocks/>
            </p:cNvGrpSpPr>
            <p:nvPr/>
          </p:nvGrpSpPr>
          <p:grpSpPr bwMode="auto">
            <a:xfrm>
              <a:off x="2448" y="2064"/>
              <a:ext cx="144" cy="144"/>
              <a:chOff x="2448" y="2064"/>
              <a:chExt cx="144" cy="144"/>
            </a:xfrm>
          </p:grpSpPr>
          <p:sp>
            <p:nvSpPr>
              <p:cNvPr id="5745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5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373" name="Group 128"/>
          <p:cNvGrpSpPr>
            <a:grpSpLocks/>
          </p:cNvGrpSpPr>
          <p:nvPr/>
        </p:nvGrpSpPr>
        <p:grpSpPr bwMode="auto">
          <a:xfrm>
            <a:off x="2857500" y="3040857"/>
            <a:ext cx="2228850" cy="159544"/>
            <a:chOff x="1440" y="2256"/>
            <a:chExt cx="1872" cy="192"/>
          </a:xfrm>
        </p:grpSpPr>
        <p:grpSp>
          <p:nvGrpSpPr>
            <p:cNvPr id="57437" name="Group 129"/>
            <p:cNvGrpSpPr>
              <a:grpSpLocks/>
            </p:cNvGrpSpPr>
            <p:nvPr/>
          </p:nvGrpSpPr>
          <p:grpSpPr bwMode="auto">
            <a:xfrm>
              <a:off x="2784" y="2256"/>
              <a:ext cx="528" cy="192"/>
              <a:chOff x="2112" y="2064"/>
              <a:chExt cx="528" cy="192"/>
            </a:xfrm>
          </p:grpSpPr>
          <p:grpSp>
            <p:nvGrpSpPr>
              <p:cNvPr id="57446" name="Group 130"/>
              <p:cNvGrpSpPr>
                <a:grpSpLocks/>
              </p:cNvGrpSpPr>
              <p:nvPr/>
            </p:nvGrpSpPr>
            <p:grpSpPr bwMode="auto">
              <a:xfrm>
                <a:off x="2112" y="2064"/>
                <a:ext cx="528" cy="192"/>
                <a:chOff x="2208" y="2112"/>
                <a:chExt cx="528" cy="144"/>
              </a:xfrm>
            </p:grpSpPr>
            <p:sp>
              <p:nvSpPr>
                <p:cNvPr id="5745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745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47" name="Group 133"/>
              <p:cNvGrpSpPr>
                <a:grpSpLocks/>
              </p:cNvGrpSpPr>
              <p:nvPr/>
            </p:nvGrpSpPr>
            <p:grpSpPr bwMode="auto">
              <a:xfrm>
                <a:off x="2448" y="2064"/>
                <a:ext cx="144" cy="144"/>
                <a:chOff x="2448" y="2064"/>
                <a:chExt cx="144" cy="144"/>
              </a:xfrm>
            </p:grpSpPr>
            <p:sp>
              <p:nvSpPr>
                <p:cNvPr id="5744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4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438" name="Group 136"/>
            <p:cNvGrpSpPr>
              <a:grpSpLocks/>
            </p:cNvGrpSpPr>
            <p:nvPr/>
          </p:nvGrpSpPr>
          <p:grpSpPr bwMode="auto">
            <a:xfrm>
              <a:off x="1440" y="2256"/>
              <a:ext cx="672" cy="192"/>
              <a:chOff x="2496" y="2160"/>
              <a:chExt cx="768" cy="144"/>
            </a:xfrm>
          </p:grpSpPr>
          <p:sp>
            <p:nvSpPr>
              <p:cNvPr id="5744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744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4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439" name="Group 140"/>
            <p:cNvGrpSpPr>
              <a:grpSpLocks/>
            </p:cNvGrpSpPr>
            <p:nvPr/>
          </p:nvGrpSpPr>
          <p:grpSpPr bwMode="auto">
            <a:xfrm>
              <a:off x="2112" y="2256"/>
              <a:ext cx="672" cy="192"/>
              <a:chOff x="2496" y="2160"/>
              <a:chExt cx="768" cy="144"/>
            </a:xfrm>
          </p:grpSpPr>
          <p:sp>
            <p:nvSpPr>
              <p:cNvPr id="5744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744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4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374" name="Group 144"/>
          <p:cNvGrpSpPr>
            <a:grpSpLocks/>
          </p:cNvGrpSpPr>
          <p:nvPr/>
        </p:nvGrpSpPr>
        <p:grpSpPr bwMode="auto">
          <a:xfrm>
            <a:off x="3657600" y="4400550"/>
            <a:ext cx="2228850" cy="171450"/>
            <a:chOff x="1440" y="2256"/>
            <a:chExt cx="1872" cy="192"/>
          </a:xfrm>
        </p:grpSpPr>
        <p:grpSp>
          <p:nvGrpSpPr>
            <p:cNvPr id="57422" name="Group 145"/>
            <p:cNvGrpSpPr>
              <a:grpSpLocks/>
            </p:cNvGrpSpPr>
            <p:nvPr/>
          </p:nvGrpSpPr>
          <p:grpSpPr bwMode="auto">
            <a:xfrm>
              <a:off x="2784" y="2256"/>
              <a:ext cx="528" cy="192"/>
              <a:chOff x="2112" y="2064"/>
              <a:chExt cx="528" cy="192"/>
            </a:xfrm>
          </p:grpSpPr>
          <p:grpSp>
            <p:nvGrpSpPr>
              <p:cNvPr id="57431" name="Group 146"/>
              <p:cNvGrpSpPr>
                <a:grpSpLocks/>
              </p:cNvGrpSpPr>
              <p:nvPr/>
            </p:nvGrpSpPr>
            <p:grpSpPr bwMode="auto">
              <a:xfrm>
                <a:off x="2112" y="2064"/>
                <a:ext cx="528" cy="192"/>
                <a:chOff x="2208" y="2112"/>
                <a:chExt cx="528" cy="144"/>
              </a:xfrm>
            </p:grpSpPr>
            <p:sp>
              <p:nvSpPr>
                <p:cNvPr id="5743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743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7432" name="Group 149"/>
              <p:cNvGrpSpPr>
                <a:grpSpLocks/>
              </p:cNvGrpSpPr>
              <p:nvPr/>
            </p:nvGrpSpPr>
            <p:grpSpPr bwMode="auto">
              <a:xfrm>
                <a:off x="2448" y="2064"/>
                <a:ext cx="144" cy="144"/>
                <a:chOff x="2448" y="2064"/>
                <a:chExt cx="144" cy="144"/>
              </a:xfrm>
            </p:grpSpPr>
            <p:sp>
              <p:nvSpPr>
                <p:cNvPr id="5743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3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423" name="Group 152"/>
            <p:cNvGrpSpPr>
              <a:grpSpLocks/>
            </p:cNvGrpSpPr>
            <p:nvPr/>
          </p:nvGrpSpPr>
          <p:grpSpPr bwMode="auto">
            <a:xfrm>
              <a:off x="1440" y="2256"/>
              <a:ext cx="672" cy="192"/>
              <a:chOff x="2496" y="2160"/>
              <a:chExt cx="768" cy="144"/>
            </a:xfrm>
          </p:grpSpPr>
          <p:sp>
            <p:nvSpPr>
              <p:cNvPr id="5742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742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3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7424" name="Group 156"/>
            <p:cNvGrpSpPr>
              <a:grpSpLocks/>
            </p:cNvGrpSpPr>
            <p:nvPr/>
          </p:nvGrpSpPr>
          <p:grpSpPr bwMode="auto">
            <a:xfrm>
              <a:off x="2112" y="2256"/>
              <a:ext cx="672" cy="192"/>
              <a:chOff x="2496" y="2160"/>
              <a:chExt cx="768" cy="144"/>
            </a:xfrm>
          </p:grpSpPr>
          <p:sp>
            <p:nvSpPr>
              <p:cNvPr id="5742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742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2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7375" name="Group 160"/>
          <p:cNvGrpSpPr>
            <a:grpSpLocks/>
          </p:cNvGrpSpPr>
          <p:nvPr/>
        </p:nvGrpSpPr>
        <p:grpSpPr bwMode="auto">
          <a:xfrm>
            <a:off x="2857500" y="4400550"/>
            <a:ext cx="800100" cy="171450"/>
            <a:chOff x="2496" y="2160"/>
            <a:chExt cx="768" cy="144"/>
          </a:xfrm>
        </p:grpSpPr>
        <p:sp>
          <p:nvSpPr>
            <p:cNvPr id="5741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742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42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737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737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737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379"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738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8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738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383"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738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8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738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387"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738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8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7390"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391"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7392"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7393"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94"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7395"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7396"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57397"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398"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grpSp>
        <p:nvGrpSpPr>
          <p:cNvPr id="57399" name="Group 190"/>
          <p:cNvGrpSpPr>
            <a:grpSpLocks/>
          </p:cNvGrpSpPr>
          <p:nvPr/>
        </p:nvGrpSpPr>
        <p:grpSpPr bwMode="auto">
          <a:xfrm>
            <a:off x="6053138" y="342900"/>
            <a:ext cx="1943100" cy="1943100"/>
            <a:chOff x="2784" y="96"/>
            <a:chExt cx="1632" cy="1680"/>
          </a:xfrm>
        </p:grpSpPr>
        <p:sp>
          <p:nvSpPr>
            <p:cNvPr id="57401" name="Oval 19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7402" name="Oval 19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7403" name="Oval 19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7404" name="Oval 19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7405" name="Oval 19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7406" name="Oval 19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7407" name="Oval 19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7408" name="Line 19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09" name="Line 19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0" name="Line 20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1" name="Line 20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2" name="Line 20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3" name="Line 20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4" name="Oval 20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7415" name="Line 20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6" name="Line 20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7" name="Line 20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7418" name="Line 20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8"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983687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0C10F5D-39CF-4118-5A48-48E227D6F14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0C10F5D-39CF-4118-5A48-48E227D6F14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8370" name="Group 21"/>
          <p:cNvGrpSpPr>
            <a:grpSpLocks/>
          </p:cNvGrpSpPr>
          <p:nvPr/>
        </p:nvGrpSpPr>
        <p:grpSpPr bwMode="auto">
          <a:xfrm>
            <a:off x="1524001" y="2520554"/>
            <a:ext cx="1079897" cy="258365"/>
            <a:chOff x="288" y="2016"/>
            <a:chExt cx="816" cy="192"/>
          </a:xfrm>
        </p:grpSpPr>
        <p:sp>
          <p:nvSpPr>
            <p:cNvPr id="5855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855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837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837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8373" name="Group 26"/>
          <p:cNvGrpSpPr>
            <a:grpSpLocks/>
          </p:cNvGrpSpPr>
          <p:nvPr/>
        </p:nvGrpSpPr>
        <p:grpSpPr bwMode="auto">
          <a:xfrm>
            <a:off x="1524001" y="3036094"/>
            <a:ext cx="1079897" cy="258366"/>
            <a:chOff x="288" y="2016"/>
            <a:chExt cx="816" cy="192"/>
          </a:xfrm>
        </p:grpSpPr>
        <p:sp>
          <p:nvSpPr>
            <p:cNvPr id="5855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855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374" name="Group 29"/>
          <p:cNvGrpSpPr>
            <a:grpSpLocks/>
          </p:cNvGrpSpPr>
          <p:nvPr/>
        </p:nvGrpSpPr>
        <p:grpSpPr bwMode="auto">
          <a:xfrm>
            <a:off x="1524001" y="3294460"/>
            <a:ext cx="1079897" cy="258365"/>
            <a:chOff x="288" y="2016"/>
            <a:chExt cx="816" cy="192"/>
          </a:xfrm>
        </p:grpSpPr>
        <p:sp>
          <p:nvSpPr>
            <p:cNvPr id="5855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855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375" name="Group 32"/>
          <p:cNvGrpSpPr>
            <a:grpSpLocks/>
          </p:cNvGrpSpPr>
          <p:nvPr/>
        </p:nvGrpSpPr>
        <p:grpSpPr bwMode="auto">
          <a:xfrm>
            <a:off x="1524001" y="3552825"/>
            <a:ext cx="1079897" cy="257175"/>
            <a:chOff x="288" y="2016"/>
            <a:chExt cx="816" cy="192"/>
          </a:xfrm>
        </p:grpSpPr>
        <p:sp>
          <p:nvSpPr>
            <p:cNvPr id="5854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855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376" name="Group 35"/>
          <p:cNvGrpSpPr>
            <a:grpSpLocks/>
          </p:cNvGrpSpPr>
          <p:nvPr/>
        </p:nvGrpSpPr>
        <p:grpSpPr bwMode="auto">
          <a:xfrm>
            <a:off x="1524001" y="3810000"/>
            <a:ext cx="1079897" cy="258366"/>
            <a:chOff x="288" y="2016"/>
            <a:chExt cx="816" cy="192"/>
          </a:xfrm>
        </p:grpSpPr>
        <p:sp>
          <p:nvSpPr>
            <p:cNvPr id="5854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854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377" name="Group 38"/>
          <p:cNvGrpSpPr>
            <a:grpSpLocks/>
          </p:cNvGrpSpPr>
          <p:nvPr/>
        </p:nvGrpSpPr>
        <p:grpSpPr bwMode="auto">
          <a:xfrm>
            <a:off x="1524001" y="4325542"/>
            <a:ext cx="1079897" cy="258365"/>
            <a:chOff x="288" y="2016"/>
            <a:chExt cx="816" cy="192"/>
          </a:xfrm>
        </p:grpSpPr>
        <p:sp>
          <p:nvSpPr>
            <p:cNvPr id="5854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854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378" name="Group 41"/>
          <p:cNvGrpSpPr>
            <a:grpSpLocks/>
          </p:cNvGrpSpPr>
          <p:nvPr/>
        </p:nvGrpSpPr>
        <p:grpSpPr bwMode="auto">
          <a:xfrm>
            <a:off x="1524001" y="4068366"/>
            <a:ext cx="1079897" cy="257175"/>
            <a:chOff x="288" y="2016"/>
            <a:chExt cx="816" cy="192"/>
          </a:xfrm>
        </p:grpSpPr>
        <p:sp>
          <p:nvSpPr>
            <p:cNvPr id="5854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854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837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838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38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8389" name="Group 54"/>
          <p:cNvGrpSpPr>
            <a:grpSpLocks/>
          </p:cNvGrpSpPr>
          <p:nvPr/>
        </p:nvGrpSpPr>
        <p:grpSpPr bwMode="auto">
          <a:xfrm>
            <a:off x="2857500" y="3612357"/>
            <a:ext cx="1428750" cy="159544"/>
            <a:chOff x="1440" y="2064"/>
            <a:chExt cx="1200" cy="192"/>
          </a:xfrm>
        </p:grpSpPr>
        <p:grpSp>
          <p:nvGrpSpPr>
            <p:cNvPr id="58532" name="Group 55"/>
            <p:cNvGrpSpPr>
              <a:grpSpLocks/>
            </p:cNvGrpSpPr>
            <p:nvPr/>
          </p:nvGrpSpPr>
          <p:grpSpPr bwMode="auto">
            <a:xfrm>
              <a:off x="1440" y="2064"/>
              <a:ext cx="672" cy="192"/>
              <a:chOff x="2496" y="2160"/>
              <a:chExt cx="768" cy="144"/>
            </a:xfrm>
          </p:grpSpPr>
          <p:sp>
            <p:nvSpPr>
              <p:cNvPr id="5854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854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54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533" name="Group 59"/>
            <p:cNvGrpSpPr>
              <a:grpSpLocks/>
            </p:cNvGrpSpPr>
            <p:nvPr/>
          </p:nvGrpSpPr>
          <p:grpSpPr bwMode="auto">
            <a:xfrm>
              <a:off x="2112" y="2064"/>
              <a:ext cx="528" cy="192"/>
              <a:chOff x="2112" y="2064"/>
              <a:chExt cx="528" cy="192"/>
            </a:xfrm>
          </p:grpSpPr>
          <p:grpSp>
            <p:nvGrpSpPr>
              <p:cNvPr id="58534" name="Group 60"/>
              <p:cNvGrpSpPr>
                <a:grpSpLocks/>
              </p:cNvGrpSpPr>
              <p:nvPr/>
            </p:nvGrpSpPr>
            <p:grpSpPr bwMode="auto">
              <a:xfrm>
                <a:off x="2112" y="2064"/>
                <a:ext cx="528" cy="192"/>
                <a:chOff x="2208" y="2112"/>
                <a:chExt cx="528" cy="144"/>
              </a:xfrm>
            </p:grpSpPr>
            <p:sp>
              <p:nvSpPr>
                <p:cNvPr id="5853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853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535" name="Group 63"/>
              <p:cNvGrpSpPr>
                <a:grpSpLocks/>
              </p:cNvGrpSpPr>
              <p:nvPr/>
            </p:nvGrpSpPr>
            <p:grpSpPr bwMode="auto">
              <a:xfrm>
                <a:off x="2448" y="2064"/>
                <a:ext cx="144" cy="144"/>
                <a:chOff x="2448" y="2064"/>
                <a:chExt cx="144" cy="144"/>
              </a:xfrm>
            </p:grpSpPr>
            <p:sp>
              <p:nvSpPr>
                <p:cNvPr id="5853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53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8390" name="Group 66"/>
          <p:cNvGrpSpPr>
            <a:grpSpLocks/>
          </p:cNvGrpSpPr>
          <p:nvPr/>
        </p:nvGrpSpPr>
        <p:grpSpPr bwMode="auto">
          <a:xfrm>
            <a:off x="2857500" y="2800350"/>
            <a:ext cx="2228850" cy="171450"/>
            <a:chOff x="1440" y="2256"/>
            <a:chExt cx="1872" cy="192"/>
          </a:xfrm>
        </p:grpSpPr>
        <p:grpSp>
          <p:nvGrpSpPr>
            <p:cNvPr id="58517" name="Group 67"/>
            <p:cNvGrpSpPr>
              <a:grpSpLocks/>
            </p:cNvGrpSpPr>
            <p:nvPr/>
          </p:nvGrpSpPr>
          <p:grpSpPr bwMode="auto">
            <a:xfrm>
              <a:off x="2784" y="2256"/>
              <a:ext cx="528" cy="192"/>
              <a:chOff x="2112" y="2064"/>
              <a:chExt cx="528" cy="192"/>
            </a:xfrm>
          </p:grpSpPr>
          <p:grpSp>
            <p:nvGrpSpPr>
              <p:cNvPr id="58526" name="Group 68"/>
              <p:cNvGrpSpPr>
                <a:grpSpLocks/>
              </p:cNvGrpSpPr>
              <p:nvPr/>
            </p:nvGrpSpPr>
            <p:grpSpPr bwMode="auto">
              <a:xfrm>
                <a:off x="2112" y="2064"/>
                <a:ext cx="528" cy="192"/>
                <a:chOff x="2208" y="2112"/>
                <a:chExt cx="528" cy="144"/>
              </a:xfrm>
            </p:grpSpPr>
            <p:sp>
              <p:nvSpPr>
                <p:cNvPr id="5853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853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527" name="Group 71"/>
              <p:cNvGrpSpPr>
                <a:grpSpLocks/>
              </p:cNvGrpSpPr>
              <p:nvPr/>
            </p:nvGrpSpPr>
            <p:grpSpPr bwMode="auto">
              <a:xfrm>
                <a:off x="2448" y="2064"/>
                <a:ext cx="144" cy="144"/>
                <a:chOff x="2448" y="2064"/>
                <a:chExt cx="144" cy="144"/>
              </a:xfrm>
            </p:grpSpPr>
            <p:sp>
              <p:nvSpPr>
                <p:cNvPr id="5852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52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518" name="Group 74"/>
            <p:cNvGrpSpPr>
              <a:grpSpLocks/>
            </p:cNvGrpSpPr>
            <p:nvPr/>
          </p:nvGrpSpPr>
          <p:grpSpPr bwMode="auto">
            <a:xfrm>
              <a:off x="1440" y="2256"/>
              <a:ext cx="672" cy="192"/>
              <a:chOff x="2496" y="2160"/>
              <a:chExt cx="768" cy="144"/>
            </a:xfrm>
          </p:grpSpPr>
          <p:sp>
            <p:nvSpPr>
              <p:cNvPr id="5852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852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52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519" name="Group 78"/>
            <p:cNvGrpSpPr>
              <a:grpSpLocks/>
            </p:cNvGrpSpPr>
            <p:nvPr/>
          </p:nvGrpSpPr>
          <p:grpSpPr bwMode="auto">
            <a:xfrm>
              <a:off x="2112" y="2256"/>
              <a:ext cx="672" cy="192"/>
              <a:chOff x="2496" y="2160"/>
              <a:chExt cx="768" cy="144"/>
            </a:xfrm>
          </p:grpSpPr>
          <p:sp>
            <p:nvSpPr>
              <p:cNvPr id="5852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852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52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391" name="Group 82"/>
          <p:cNvGrpSpPr>
            <a:grpSpLocks/>
          </p:cNvGrpSpPr>
          <p:nvPr/>
        </p:nvGrpSpPr>
        <p:grpSpPr bwMode="auto">
          <a:xfrm>
            <a:off x="2857500" y="3326607"/>
            <a:ext cx="800100" cy="159544"/>
            <a:chOff x="2496" y="2160"/>
            <a:chExt cx="768" cy="144"/>
          </a:xfrm>
        </p:grpSpPr>
        <p:sp>
          <p:nvSpPr>
            <p:cNvPr id="5851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851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51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392" name="Group 86"/>
          <p:cNvGrpSpPr>
            <a:grpSpLocks/>
          </p:cNvGrpSpPr>
          <p:nvPr/>
        </p:nvGrpSpPr>
        <p:grpSpPr bwMode="auto">
          <a:xfrm>
            <a:off x="3657600" y="3326607"/>
            <a:ext cx="628650" cy="159544"/>
            <a:chOff x="2112" y="2064"/>
            <a:chExt cx="528" cy="192"/>
          </a:xfrm>
        </p:grpSpPr>
        <p:grpSp>
          <p:nvGrpSpPr>
            <p:cNvPr id="58508" name="Group 87"/>
            <p:cNvGrpSpPr>
              <a:grpSpLocks/>
            </p:cNvGrpSpPr>
            <p:nvPr/>
          </p:nvGrpSpPr>
          <p:grpSpPr bwMode="auto">
            <a:xfrm>
              <a:off x="2112" y="2064"/>
              <a:ext cx="528" cy="192"/>
              <a:chOff x="2208" y="2112"/>
              <a:chExt cx="528" cy="144"/>
            </a:xfrm>
          </p:grpSpPr>
          <p:sp>
            <p:nvSpPr>
              <p:cNvPr id="5851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851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509" name="Group 90"/>
            <p:cNvGrpSpPr>
              <a:grpSpLocks/>
            </p:cNvGrpSpPr>
            <p:nvPr/>
          </p:nvGrpSpPr>
          <p:grpSpPr bwMode="auto">
            <a:xfrm>
              <a:off x="2448" y="2064"/>
              <a:ext cx="144" cy="144"/>
              <a:chOff x="2448" y="2064"/>
              <a:chExt cx="144" cy="144"/>
            </a:xfrm>
          </p:grpSpPr>
          <p:sp>
            <p:nvSpPr>
              <p:cNvPr id="5851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51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393" name="Group 93"/>
          <p:cNvGrpSpPr>
            <a:grpSpLocks/>
          </p:cNvGrpSpPr>
          <p:nvPr/>
        </p:nvGrpSpPr>
        <p:grpSpPr bwMode="auto">
          <a:xfrm>
            <a:off x="2857500" y="2571750"/>
            <a:ext cx="1428750" cy="171450"/>
            <a:chOff x="1440" y="2064"/>
            <a:chExt cx="1200" cy="192"/>
          </a:xfrm>
        </p:grpSpPr>
        <p:grpSp>
          <p:nvGrpSpPr>
            <p:cNvPr id="58497" name="Group 94"/>
            <p:cNvGrpSpPr>
              <a:grpSpLocks/>
            </p:cNvGrpSpPr>
            <p:nvPr/>
          </p:nvGrpSpPr>
          <p:grpSpPr bwMode="auto">
            <a:xfrm>
              <a:off x="1440" y="2064"/>
              <a:ext cx="672" cy="192"/>
              <a:chOff x="2496" y="2160"/>
              <a:chExt cx="768" cy="144"/>
            </a:xfrm>
          </p:grpSpPr>
          <p:sp>
            <p:nvSpPr>
              <p:cNvPr id="5850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850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50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498" name="Group 98"/>
            <p:cNvGrpSpPr>
              <a:grpSpLocks/>
            </p:cNvGrpSpPr>
            <p:nvPr/>
          </p:nvGrpSpPr>
          <p:grpSpPr bwMode="auto">
            <a:xfrm>
              <a:off x="2112" y="2064"/>
              <a:ext cx="528" cy="192"/>
              <a:chOff x="2112" y="2064"/>
              <a:chExt cx="528" cy="192"/>
            </a:xfrm>
          </p:grpSpPr>
          <p:grpSp>
            <p:nvGrpSpPr>
              <p:cNvPr id="58499" name="Group 99"/>
              <p:cNvGrpSpPr>
                <a:grpSpLocks/>
              </p:cNvGrpSpPr>
              <p:nvPr/>
            </p:nvGrpSpPr>
            <p:grpSpPr bwMode="auto">
              <a:xfrm>
                <a:off x="2112" y="2064"/>
                <a:ext cx="528" cy="192"/>
                <a:chOff x="2208" y="2112"/>
                <a:chExt cx="528" cy="144"/>
              </a:xfrm>
            </p:grpSpPr>
            <p:sp>
              <p:nvSpPr>
                <p:cNvPr id="5850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850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500" name="Group 102"/>
              <p:cNvGrpSpPr>
                <a:grpSpLocks/>
              </p:cNvGrpSpPr>
              <p:nvPr/>
            </p:nvGrpSpPr>
            <p:grpSpPr bwMode="auto">
              <a:xfrm>
                <a:off x="2448" y="2064"/>
                <a:ext cx="144" cy="144"/>
                <a:chOff x="2448" y="2064"/>
                <a:chExt cx="144" cy="144"/>
              </a:xfrm>
            </p:grpSpPr>
            <p:sp>
              <p:nvSpPr>
                <p:cNvPr id="5850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50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8394" name="Group 105"/>
          <p:cNvGrpSpPr>
            <a:grpSpLocks/>
          </p:cNvGrpSpPr>
          <p:nvPr/>
        </p:nvGrpSpPr>
        <p:grpSpPr bwMode="auto">
          <a:xfrm>
            <a:off x="2857500" y="3886200"/>
            <a:ext cx="1428750" cy="171450"/>
            <a:chOff x="1440" y="2064"/>
            <a:chExt cx="1200" cy="192"/>
          </a:xfrm>
        </p:grpSpPr>
        <p:grpSp>
          <p:nvGrpSpPr>
            <p:cNvPr id="58486" name="Group 106"/>
            <p:cNvGrpSpPr>
              <a:grpSpLocks/>
            </p:cNvGrpSpPr>
            <p:nvPr/>
          </p:nvGrpSpPr>
          <p:grpSpPr bwMode="auto">
            <a:xfrm>
              <a:off x="1440" y="2064"/>
              <a:ext cx="672" cy="192"/>
              <a:chOff x="2496" y="2160"/>
              <a:chExt cx="768" cy="144"/>
            </a:xfrm>
          </p:grpSpPr>
          <p:sp>
            <p:nvSpPr>
              <p:cNvPr id="5849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849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9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487" name="Group 110"/>
            <p:cNvGrpSpPr>
              <a:grpSpLocks/>
            </p:cNvGrpSpPr>
            <p:nvPr/>
          </p:nvGrpSpPr>
          <p:grpSpPr bwMode="auto">
            <a:xfrm>
              <a:off x="2112" y="2064"/>
              <a:ext cx="528" cy="192"/>
              <a:chOff x="2112" y="2064"/>
              <a:chExt cx="528" cy="192"/>
            </a:xfrm>
          </p:grpSpPr>
          <p:grpSp>
            <p:nvGrpSpPr>
              <p:cNvPr id="58488" name="Group 111"/>
              <p:cNvGrpSpPr>
                <a:grpSpLocks/>
              </p:cNvGrpSpPr>
              <p:nvPr/>
            </p:nvGrpSpPr>
            <p:grpSpPr bwMode="auto">
              <a:xfrm>
                <a:off x="2112" y="2064"/>
                <a:ext cx="528" cy="192"/>
                <a:chOff x="2208" y="2112"/>
                <a:chExt cx="528" cy="144"/>
              </a:xfrm>
            </p:grpSpPr>
            <p:sp>
              <p:nvSpPr>
                <p:cNvPr id="5849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849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489" name="Group 114"/>
              <p:cNvGrpSpPr>
                <a:grpSpLocks/>
              </p:cNvGrpSpPr>
              <p:nvPr/>
            </p:nvGrpSpPr>
            <p:grpSpPr bwMode="auto">
              <a:xfrm>
                <a:off x="2448" y="2064"/>
                <a:ext cx="144" cy="144"/>
                <a:chOff x="2448" y="2064"/>
                <a:chExt cx="144" cy="144"/>
              </a:xfrm>
            </p:grpSpPr>
            <p:sp>
              <p:nvSpPr>
                <p:cNvPr id="5849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9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8395" name="Group 117"/>
          <p:cNvGrpSpPr>
            <a:grpSpLocks/>
          </p:cNvGrpSpPr>
          <p:nvPr/>
        </p:nvGrpSpPr>
        <p:grpSpPr bwMode="auto">
          <a:xfrm>
            <a:off x="2857500" y="4126707"/>
            <a:ext cx="800100" cy="159544"/>
            <a:chOff x="2496" y="2160"/>
            <a:chExt cx="768" cy="144"/>
          </a:xfrm>
        </p:grpSpPr>
        <p:sp>
          <p:nvSpPr>
            <p:cNvPr id="5848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848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8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396" name="Group 121"/>
          <p:cNvGrpSpPr>
            <a:grpSpLocks/>
          </p:cNvGrpSpPr>
          <p:nvPr/>
        </p:nvGrpSpPr>
        <p:grpSpPr bwMode="auto">
          <a:xfrm>
            <a:off x="3657600" y="4126707"/>
            <a:ext cx="628650" cy="159544"/>
            <a:chOff x="2112" y="2064"/>
            <a:chExt cx="528" cy="192"/>
          </a:xfrm>
        </p:grpSpPr>
        <p:grpSp>
          <p:nvGrpSpPr>
            <p:cNvPr id="58477" name="Group 122"/>
            <p:cNvGrpSpPr>
              <a:grpSpLocks/>
            </p:cNvGrpSpPr>
            <p:nvPr/>
          </p:nvGrpSpPr>
          <p:grpSpPr bwMode="auto">
            <a:xfrm>
              <a:off x="2112" y="2064"/>
              <a:ext cx="528" cy="192"/>
              <a:chOff x="2208" y="2112"/>
              <a:chExt cx="528" cy="144"/>
            </a:xfrm>
          </p:grpSpPr>
          <p:sp>
            <p:nvSpPr>
              <p:cNvPr id="5848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848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478" name="Group 125"/>
            <p:cNvGrpSpPr>
              <a:grpSpLocks/>
            </p:cNvGrpSpPr>
            <p:nvPr/>
          </p:nvGrpSpPr>
          <p:grpSpPr bwMode="auto">
            <a:xfrm>
              <a:off x="2448" y="2064"/>
              <a:ext cx="144" cy="144"/>
              <a:chOff x="2448" y="2064"/>
              <a:chExt cx="144" cy="144"/>
            </a:xfrm>
          </p:grpSpPr>
          <p:sp>
            <p:nvSpPr>
              <p:cNvPr id="5847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8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397" name="Group 128"/>
          <p:cNvGrpSpPr>
            <a:grpSpLocks/>
          </p:cNvGrpSpPr>
          <p:nvPr/>
        </p:nvGrpSpPr>
        <p:grpSpPr bwMode="auto">
          <a:xfrm>
            <a:off x="2857500" y="3040857"/>
            <a:ext cx="2228850" cy="159544"/>
            <a:chOff x="1440" y="2256"/>
            <a:chExt cx="1872" cy="192"/>
          </a:xfrm>
        </p:grpSpPr>
        <p:grpSp>
          <p:nvGrpSpPr>
            <p:cNvPr id="58462" name="Group 129"/>
            <p:cNvGrpSpPr>
              <a:grpSpLocks/>
            </p:cNvGrpSpPr>
            <p:nvPr/>
          </p:nvGrpSpPr>
          <p:grpSpPr bwMode="auto">
            <a:xfrm>
              <a:off x="2784" y="2256"/>
              <a:ext cx="528" cy="192"/>
              <a:chOff x="2112" y="2064"/>
              <a:chExt cx="528" cy="192"/>
            </a:xfrm>
          </p:grpSpPr>
          <p:grpSp>
            <p:nvGrpSpPr>
              <p:cNvPr id="58471" name="Group 130"/>
              <p:cNvGrpSpPr>
                <a:grpSpLocks/>
              </p:cNvGrpSpPr>
              <p:nvPr/>
            </p:nvGrpSpPr>
            <p:grpSpPr bwMode="auto">
              <a:xfrm>
                <a:off x="2112" y="2064"/>
                <a:ext cx="528" cy="192"/>
                <a:chOff x="2208" y="2112"/>
                <a:chExt cx="528" cy="144"/>
              </a:xfrm>
            </p:grpSpPr>
            <p:sp>
              <p:nvSpPr>
                <p:cNvPr id="5847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847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472" name="Group 133"/>
              <p:cNvGrpSpPr>
                <a:grpSpLocks/>
              </p:cNvGrpSpPr>
              <p:nvPr/>
            </p:nvGrpSpPr>
            <p:grpSpPr bwMode="auto">
              <a:xfrm>
                <a:off x="2448" y="2064"/>
                <a:ext cx="144" cy="144"/>
                <a:chOff x="2448" y="2064"/>
                <a:chExt cx="144" cy="144"/>
              </a:xfrm>
            </p:grpSpPr>
            <p:sp>
              <p:nvSpPr>
                <p:cNvPr id="5847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7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463" name="Group 136"/>
            <p:cNvGrpSpPr>
              <a:grpSpLocks/>
            </p:cNvGrpSpPr>
            <p:nvPr/>
          </p:nvGrpSpPr>
          <p:grpSpPr bwMode="auto">
            <a:xfrm>
              <a:off x="1440" y="2256"/>
              <a:ext cx="672" cy="192"/>
              <a:chOff x="2496" y="2160"/>
              <a:chExt cx="768" cy="144"/>
            </a:xfrm>
          </p:grpSpPr>
          <p:sp>
            <p:nvSpPr>
              <p:cNvPr id="5846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846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7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464" name="Group 140"/>
            <p:cNvGrpSpPr>
              <a:grpSpLocks/>
            </p:cNvGrpSpPr>
            <p:nvPr/>
          </p:nvGrpSpPr>
          <p:grpSpPr bwMode="auto">
            <a:xfrm>
              <a:off x="2112" y="2256"/>
              <a:ext cx="672" cy="192"/>
              <a:chOff x="2496" y="2160"/>
              <a:chExt cx="768" cy="144"/>
            </a:xfrm>
          </p:grpSpPr>
          <p:sp>
            <p:nvSpPr>
              <p:cNvPr id="5846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846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6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398" name="Group 144"/>
          <p:cNvGrpSpPr>
            <a:grpSpLocks/>
          </p:cNvGrpSpPr>
          <p:nvPr/>
        </p:nvGrpSpPr>
        <p:grpSpPr bwMode="auto">
          <a:xfrm>
            <a:off x="3657600" y="4400550"/>
            <a:ext cx="2228850" cy="171450"/>
            <a:chOff x="1440" y="2256"/>
            <a:chExt cx="1872" cy="192"/>
          </a:xfrm>
        </p:grpSpPr>
        <p:grpSp>
          <p:nvGrpSpPr>
            <p:cNvPr id="58447" name="Group 145"/>
            <p:cNvGrpSpPr>
              <a:grpSpLocks/>
            </p:cNvGrpSpPr>
            <p:nvPr/>
          </p:nvGrpSpPr>
          <p:grpSpPr bwMode="auto">
            <a:xfrm>
              <a:off x="2784" y="2256"/>
              <a:ext cx="528" cy="192"/>
              <a:chOff x="2112" y="2064"/>
              <a:chExt cx="528" cy="192"/>
            </a:xfrm>
          </p:grpSpPr>
          <p:grpSp>
            <p:nvGrpSpPr>
              <p:cNvPr id="58456" name="Group 146"/>
              <p:cNvGrpSpPr>
                <a:grpSpLocks/>
              </p:cNvGrpSpPr>
              <p:nvPr/>
            </p:nvGrpSpPr>
            <p:grpSpPr bwMode="auto">
              <a:xfrm>
                <a:off x="2112" y="2064"/>
                <a:ext cx="528" cy="192"/>
                <a:chOff x="2208" y="2112"/>
                <a:chExt cx="528" cy="144"/>
              </a:xfrm>
            </p:grpSpPr>
            <p:sp>
              <p:nvSpPr>
                <p:cNvPr id="5846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846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8457" name="Group 149"/>
              <p:cNvGrpSpPr>
                <a:grpSpLocks/>
              </p:cNvGrpSpPr>
              <p:nvPr/>
            </p:nvGrpSpPr>
            <p:grpSpPr bwMode="auto">
              <a:xfrm>
                <a:off x="2448" y="2064"/>
                <a:ext cx="144" cy="144"/>
                <a:chOff x="2448" y="2064"/>
                <a:chExt cx="144" cy="144"/>
              </a:xfrm>
            </p:grpSpPr>
            <p:sp>
              <p:nvSpPr>
                <p:cNvPr id="5845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5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448" name="Group 152"/>
            <p:cNvGrpSpPr>
              <a:grpSpLocks/>
            </p:cNvGrpSpPr>
            <p:nvPr/>
          </p:nvGrpSpPr>
          <p:grpSpPr bwMode="auto">
            <a:xfrm>
              <a:off x="1440" y="2256"/>
              <a:ext cx="672" cy="192"/>
              <a:chOff x="2496" y="2160"/>
              <a:chExt cx="768" cy="144"/>
            </a:xfrm>
          </p:grpSpPr>
          <p:sp>
            <p:nvSpPr>
              <p:cNvPr id="5845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845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5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8449" name="Group 156"/>
            <p:cNvGrpSpPr>
              <a:grpSpLocks/>
            </p:cNvGrpSpPr>
            <p:nvPr/>
          </p:nvGrpSpPr>
          <p:grpSpPr bwMode="auto">
            <a:xfrm>
              <a:off x="2112" y="2256"/>
              <a:ext cx="672" cy="192"/>
              <a:chOff x="2496" y="2160"/>
              <a:chExt cx="768" cy="144"/>
            </a:xfrm>
          </p:grpSpPr>
          <p:sp>
            <p:nvSpPr>
              <p:cNvPr id="5845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845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5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8399" name="Group 160"/>
          <p:cNvGrpSpPr>
            <a:grpSpLocks/>
          </p:cNvGrpSpPr>
          <p:nvPr/>
        </p:nvGrpSpPr>
        <p:grpSpPr bwMode="auto">
          <a:xfrm>
            <a:off x="2857500" y="4400550"/>
            <a:ext cx="800100" cy="171450"/>
            <a:chOff x="2496" y="2160"/>
            <a:chExt cx="768" cy="144"/>
          </a:xfrm>
        </p:grpSpPr>
        <p:sp>
          <p:nvSpPr>
            <p:cNvPr id="5844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844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4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8400"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840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840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03" name="Rectangle 167"/>
          <p:cNvSpPr>
            <a:spLocks noChangeArrowheads="1"/>
          </p:cNvSpPr>
          <p:nvPr/>
        </p:nvSpPr>
        <p:spPr bwMode="auto">
          <a:xfrm>
            <a:off x="6144646"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840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0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840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07" name="Rectangle 171"/>
          <p:cNvSpPr>
            <a:spLocks noChangeArrowheads="1"/>
          </p:cNvSpPr>
          <p:nvPr/>
        </p:nvSpPr>
        <p:spPr bwMode="auto">
          <a:xfrm>
            <a:off x="6144646"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840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0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841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11" name="Rectangle 175"/>
          <p:cNvSpPr>
            <a:spLocks noChangeArrowheads="1"/>
          </p:cNvSpPr>
          <p:nvPr/>
        </p:nvSpPr>
        <p:spPr bwMode="auto">
          <a:xfrm>
            <a:off x="6144646"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841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1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8414"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15"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8416"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8417"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18"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8419"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8420"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58421"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22"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58423" name="AutoShape 187"/>
          <p:cNvSpPr>
            <a:spLocks noChangeArrowheads="1"/>
          </p:cNvSpPr>
          <p:nvPr/>
        </p:nvSpPr>
        <p:spPr bwMode="auto">
          <a:xfrm>
            <a:off x="30289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8424" name="Group 191"/>
          <p:cNvGrpSpPr>
            <a:grpSpLocks/>
          </p:cNvGrpSpPr>
          <p:nvPr/>
        </p:nvGrpSpPr>
        <p:grpSpPr bwMode="auto">
          <a:xfrm>
            <a:off x="6053138" y="342900"/>
            <a:ext cx="1943100" cy="1943100"/>
            <a:chOff x="2784" y="96"/>
            <a:chExt cx="1632" cy="1680"/>
          </a:xfrm>
        </p:grpSpPr>
        <p:sp>
          <p:nvSpPr>
            <p:cNvPr id="58426" name="Oval 192"/>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8427" name="Oval 193"/>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8428" name="Oval 194"/>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8429" name="Oval 195"/>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8430" name="Oval 196"/>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8431" name="Oval 197"/>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8432" name="Oval 198"/>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8433" name="Line 199"/>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4" name="Line 200"/>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5" name="Line 201"/>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6" name="Line 202"/>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7" name="Line 203"/>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8" name="Line 204"/>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39" name="Oval 205"/>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8440" name="Line 206"/>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41" name="Line 207"/>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42" name="Line 208"/>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8443" name="Line 209"/>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9"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6537705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9B4BF5B2-89E7-C74F-1F78-3C88BD6B15B0}"/>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9B4BF5B2-89E7-C74F-1F78-3C88BD6B15B0}"/>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59394" name="Group 21"/>
          <p:cNvGrpSpPr>
            <a:grpSpLocks/>
          </p:cNvGrpSpPr>
          <p:nvPr/>
        </p:nvGrpSpPr>
        <p:grpSpPr bwMode="auto">
          <a:xfrm>
            <a:off x="1524001" y="2520554"/>
            <a:ext cx="1079897" cy="258365"/>
            <a:chOff x="288" y="2016"/>
            <a:chExt cx="816" cy="192"/>
          </a:xfrm>
        </p:grpSpPr>
        <p:sp>
          <p:nvSpPr>
            <p:cNvPr id="5957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958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939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939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9397" name="Group 26"/>
          <p:cNvGrpSpPr>
            <a:grpSpLocks/>
          </p:cNvGrpSpPr>
          <p:nvPr/>
        </p:nvGrpSpPr>
        <p:grpSpPr bwMode="auto">
          <a:xfrm>
            <a:off x="1524001" y="3036094"/>
            <a:ext cx="1079897" cy="258366"/>
            <a:chOff x="288" y="2016"/>
            <a:chExt cx="816" cy="192"/>
          </a:xfrm>
        </p:grpSpPr>
        <p:sp>
          <p:nvSpPr>
            <p:cNvPr id="5957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957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398" name="Group 29"/>
          <p:cNvGrpSpPr>
            <a:grpSpLocks/>
          </p:cNvGrpSpPr>
          <p:nvPr/>
        </p:nvGrpSpPr>
        <p:grpSpPr bwMode="auto">
          <a:xfrm>
            <a:off x="1524001" y="3294460"/>
            <a:ext cx="1079897" cy="258365"/>
            <a:chOff x="288" y="2016"/>
            <a:chExt cx="816" cy="192"/>
          </a:xfrm>
        </p:grpSpPr>
        <p:sp>
          <p:nvSpPr>
            <p:cNvPr id="5957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957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399" name="Group 32"/>
          <p:cNvGrpSpPr>
            <a:grpSpLocks/>
          </p:cNvGrpSpPr>
          <p:nvPr/>
        </p:nvGrpSpPr>
        <p:grpSpPr bwMode="auto">
          <a:xfrm>
            <a:off x="1524001" y="3552825"/>
            <a:ext cx="1079897" cy="257175"/>
            <a:chOff x="288" y="2016"/>
            <a:chExt cx="816" cy="192"/>
          </a:xfrm>
        </p:grpSpPr>
        <p:sp>
          <p:nvSpPr>
            <p:cNvPr id="5957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957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400" name="Group 35"/>
          <p:cNvGrpSpPr>
            <a:grpSpLocks/>
          </p:cNvGrpSpPr>
          <p:nvPr/>
        </p:nvGrpSpPr>
        <p:grpSpPr bwMode="auto">
          <a:xfrm>
            <a:off x="1524001" y="3810000"/>
            <a:ext cx="1079897" cy="258366"/>
            <a:chOff x="288" y="2016"/>
            <a:chExt cx="816" cy="192"/>
          </a:xfrm>
        </p:grpSpPr>
        <p:sp>
          <p:nvSpPr>
            <p:cNvPr id="5957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957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401" name="Group 38"/>
          <p:cNvGrpSpPr>
            <a:grpSpLocks/>
          </p:cNvGrpSpPr>
          <p:nvPr/>
        </p:nvGrpSpPr>
        <p:grpSpPr bwMode="auto">
          <a:xfrm>
            <a:off x="1524001" y="4325542"/>
            <a:ext cx="1079897" cy="258365"/>
            <a:chOff x="288" y="2016"/>
            <a:chExt cx="816" cy="192"/>
          </a:xfrm>
        </p:grpSpPr>
        <p:sp>
          <p:nvSpPr>
            <p:cNvPr id="5956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957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402" name="Group 41"/>
          <p:cNvGrpSpPr>
            <a:grpSpLocks/>
          </p:cNvGrpSpPr>
          <p:nvPr/>
        </p:nvGrpSpPr>
        <p:grpSpPr bwMode="auto">
          <a:xfrm>
            <a:off x="1524001" y="4068366"/>
            <a:ext cx="1079897" cy="257175"/>
            <a:chOff x="288" y="2016"/>
            <a:chExt cx="816" cy="192"/>
          </a:xfrm>
        </p:grpSpPr>
        <p:sp>
          <p:nvSpPr>
            <p:cNvPr id="5956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956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5940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5940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0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0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0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0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1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1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1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59413" name="Group 54"/>
          <p:cNvGrpSpPr>
            <a:grpSpLocks/>
          </p:cNvGrpSpPr>
          <p:nvPr/>
        </p:nvGrpSpPr>
        <p:grpSpPr bwMode="auto">
          <a:xfrm>
            <a:off x="2857500" y="3612357"/>
            <a:ext cx="1428750" cy="159544"/>
            <a:chOff x="1440" y="2064"/>
            <a:chExt cx="1200" cy="192"/>
          </a:xfrm>
        </p:grpSpPr>
        <p:grpSp>
          <p:nvGrpSpPr>
            <p:cNvPr id="59556" name="Group 55"/>
            <p:cNvGrpSpPr>
              <a:grpSpLocks/>
            </p:cNvGrpSpPr>
            <p:nvPr/>
          </p:nvGrpSpPr>
          <p:grpSpPr bwMode="auto">
            <a:xfrm>
              <a:off x="1440" y="2064"/>
              <a:ext cx="672" cy="192"/>
              <a:chOff x="2496" y="2160"/>
              <a:chExt cx="768" cy="144"/>
            </a:xfrm>
          </p:grpSpPr>
          <p:sp>
            <p:nvSpPr>
              <p:cNvPr id="5956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956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6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557" name="Group 59"/>
            <p:cNvGrpSpPr>
              <a:grpSpLocks/>
            </p:cNvGrpSpPr>
            <p:nvPr/>
          </p:nvGrpSpPr>
          <p:grpSpPr bwMode="auto">
            <a:xfrm>
              <a:off x="2112" y="2064"/>
              <a:ext cx="528" cy="192"/>
              <a:chOff x="2112" y="2064"/>
              <a:chExt cx="528" cy="192"/>
            </a:xfrm>
          </p:grpSpPr>
          <p:grpSp>
            <p:nvGrpSpPr>
              <p:cNvPr id="59558" name="Group 60"/>
              <p:cNvGrpSpPr>
                <a:grpSpLocks/>
              </p:cNvGrpSpPr>
              <p:nvPr/>
            </p:nvGrpSpPr>
            <p:grpSpPr bwMode="auto">
              <a:xfrm>
                <a:off x="2112" y="2064"/>
                <a:ext cx="528" cy="192"/>
                <a:chOff x="2208" y="2112"/>
                <a:chExt cx="528" cy="144"/>
              </a:xfrm>
            </p:grpSpPr>
            <p:sp>
              <p:nvSpPr>
                <p:cNvPr id="5956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956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59" name="Group 63"/>
              <p:cNvGrpSpPr>
                <a:grpSpLocks/>
              </p:cNvGrpSpPr>
              <p:nvPr/>
            </p:nvGrpSpPr>
            <p:grpSpPr bwMode="auto">
              <a:xfrm>
                <a:off x="2448" y="2064"/>
                <a:ext cx="144" cy="144"/>
                <a:chOff x="2448" y="2064"/>
                <a:chExt cx="144" cy="144"/>
              </a:xfrm>
            </p:grpSpPr>
            <p:sp>
              <p:nvSpPr>
                <p:cNvPr id="5956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6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9414" name="Group 66"/>
          <p:cNvGrpSpPr>
            <a:grpSpLocks/>
          </p:cNvGrpSpPr>
          <p:nvPr/>
        </p:nvGrpSpPr>
        <p:grpSpPr bwMode="auto">
          <a:xfrm>
            <a:off x="2857500" y="2800350"/>
            <a:ext cx="2228850" cy="171450"/>
            <a:chOff x="1440" y="2256"/>
            <a:chExt cx="1872" cy="192"/>
          </a:xfrm>
        </p:grpSpPr>
        <p:grpSp>
          <p:nvGrpSpPr>
            <p:cNvPr id="59541" name="Group 67"/>
            <p:cNvGrpSpPr>
              <a:grpSpLocks/>
            </p:cNvGrpSpPr>
            <p:nvPr/>
          </p:nvGrpSpPr>
          <p:grpSpPr bwMode="auto">
            <a:xfrm>
              <a:off x="2784" y="2256"/>
              <a:ext cx="528" cy="192"/>
              <a:chOff x="2112" y="2064"/>
              <a:chExt cx="528" cy="192"/>
            </a:xfrm>
          </p:grpSpPr>
          <p:grpSp>
            <p:nvGrpSpPr>
              <p:cNvPr id="59550" name="Group 68"/>
              <p:cNvGrpSpPr>
                <a:grpSpLocks/>
              </p:cNvGrpSpPr>
              <p:nvPr/>
            </p:nvGrpSpPr>
            <p:grpSpPr bwMode="auto">
              <a:xfrm>
                <a:off x="2112" y="2064"/>
                <a:ext cx="528" cy="192"/>
                <a:chOff x="2208" y="2112"/>
                <a:chExt cx="528" cy="144"/>
              </a:xfrm>
            </p:grpSpPr>
            <p:sp>
              <p:nvSpPr>
                <p:cNvPr id="5955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955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51" name="Group 71"/>
              <p:cNvGrpSpPr>
                <a:grpSpLocks/>
              </p:cNvGrpSpPr>
              <p:nvPr/>
            </p:nvGrpSpPr>
            <p:grpSpPr bwMode="auto">
              <a:xfrm>
                <a:off x="2448" y="2064"/>
                <a:ext cx="144" cy="144"/>
                <a:chOff x="2448" y="2064"/>
                <a:chExt cx="144" cy="144"/>
              </a:xfrm>
            </p:grpSpPr>
            <p:sp>
              <p:nvSpPr>
                <p:cNvPr id="5955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5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542" name="Group 74"/>
            <p:cNvGrpSpPr>
              <a:grpSpLocks/>
            </p:cNvGrpSpPr>
            <p:nvPr/>
          </p:nvGrpSpPr>
          <p:grpSpPr bwMode="auto">
            <a:xfrm>
              <a:off x="1440" y="2256"/>
              <a:ext cx="672" cy="192"/>
              <a:chOff x="2496" y="2160"/>
              <a:chExt cx="768" cy="144"/>
            </a:xfrm>
          </p:grpSpPr>
          <p:sp>
            <p:nvSpPr>
              <p:cNvPr id="5954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954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4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543" name="Group 78"/>
            <p:cNvGrpSpPr>
              <a:grpSpLocks/>
            </p:cNvGrpSpPr>
            <p:nvPr/>
          </p:nvGrpSpPr>
          <p:grpSpPr bwMode="auto">
            <a:xfrm>
              <a:off x="2112" y="2256"/>
              <a:ext cx="672" cy="192"/>
              <a:chOff x="2496" y="2160"/>
              <a:chExt cx="768" cy="144"/>
            </a:xfrm>
          </p:grpSpPr>
          <p:sp>
            <p:nvSpPr>
              <p:cNvPr id="5954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954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4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15" name="Group 82"/>
          <p:cNvGrpSpPr>
            <a:grpSpLocks/>
          </p:cNvGrpSpPr>
          <p:nvPr/>
        </p:nvGrpSpPr>
        <p:grpSpPr bwMode="auto">
          <a:xfrm>
            <a:off x="2857500" y="3326607"/>
            <a:ext cx="800100" cy="159544"/>
            <a:chOff x="2496" y="2160"/>
            <a:chExt cx="768" cy="144"/>
          </a:xfrm>
        </p:grpSpPr>
        <p:sp>
          <p:nvSpPr>
            <p:cNvPr id="5953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953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4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416" name="Group 86"/>
          <p:cNvGrpSpPr>
            <a:grpSpLocks/>
          </p:cNvGrpSpPr>
          <p:nvPr/>
        </p:nvGrpSpPr>
        <p:grpSpPr bwMode="auto">
          <a:xfrm>
            <a:off x="3657600" y="3326607"/>
            <a:ext cx="628650" cy="159544"/>
            <a:chOff x="2112" y="2064"/>
            <a:chExt cx="528" cy="192"/>
          </a:xfrm>
        </p:grpSpPr>
        <p:grpSp>
          <p:nvGrpSpPr>
            <p:cNvPr id="59532" name="Group 87"/>
            <p:cNvGrpSpPr>
              <a:grpSpLocks/>
            </p:cNvGrpSpPr>
            <p:nvPr/>
          </p:nvGrpSpPr>
          <p:grpSpPr bwMode="auto">
            <a:xfrm>
              <a:off x="2112" y="2064"/>
              <a:ext cx="528" cy="192"/>
              <a:chOff x="2208" y="2112"/>
              <a:chExt cx="528" cy="144"/>
            </a:xfrm>
          </p:grpSpPr>
          <p:sp>
            <p:nvSpPr>
              <p:cNvPr id="5953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953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33" name="Group 90"/>
            <p:cNvGrpSpPr>
              <a:grpSpLocks/>
            </p:cNvGrpSpPr>
            <p:nvPr/>
          </p:nvGrpSpPr>
          <p:grpSpPr bwMode="auto">
            <a:xfrm>
              <a:off x="2448" y="2064"/>
              <a:ext cx="144" cy="144"/>
              <a:chOff x="2448" y="2064"/>
              <a:chExt cx="144" cy="144"/>
            </a:xfrm>
          </p:grpSpPr>
          <p:sp>
            <p:nvSpPr>
              <p:cNvPr id="5953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3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17" name="Group 93"/>
          <p:cNvGrpSpPr>
            <a:grpSpLocks/>
          </p:cNvGrpSpPr>
          <p:nvPr/>
        </p:nvGrpSpPr>
        <p:grpSpPr bwMode="auto">
          <a:xfrm>
            <a:off x="2857500" y="2571750"/>
            <a:ext cx="1428750" cy="171450"/>
            <a:chOff x="1440" y="2064"/>
            <a:chExt cx="1200" cy="192"/>
          </a:xfrm>
        </p:grpSpPr>
        <p:grpSp>
          <p:nvGrpSpPr>
            <p:cNvPr id="59521" name="Group 94"/>
            <p:cNvGrpSpPr>
              <a:grpSpLocks/>
            </p:cNvGrpSpPr>
            <p:nvPr/>
          </p:nvGrpSpPr>
          <p:grpSpPr bwMode="auto">
            <a:xfrm>
              <a:off x="1440" y="2064"/>
              <a:ext cx="672" cy="192"/>
              <a:chOff x="2496" y="2160"/>
              <a:chExt cx="768" cy="144"/>
            </a:xfrm>
          </p:grpSpPr>
          <p:sp>
            <p:nvSpPr>
              <p:cNvPr id="5952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5953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3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522" name="Group 98"/>
            <p:cNvGrpSpPr>
              <a:grpSpLocks/>
            </p:cNvGrpSpPr>
            <p:nvPr/>
          </p:nvGrpSpPr>
          <p:grpSpPr bwMode="auto">
            <a:xfrm>
              <a:off x="2112" y="2064"/>
              <a:ext cx="528" cy="192"/>
              <a:chOff x="2112" y="2064"/>
              <a:chExt cx="528" cy="192"/>
            </a:xfrm>
          </p:grpSpPr>
          <p:grpSp>
            <p:nvGrpSpPr>
              <p:cNvPr id="59523" name="Group 99"/>
              <p:cNvGrpSpPr>
                <a:grpSpLocks/>
              </p:cNvGrpSpPr>
              <p:nvPr/>
            </p:nvGrpSpPr>
            <p:grpSpPr bwMode="auto">
              <a:xfrm>
                <a:off x="2112" y="2064"/>
                <a:ext cx="528" cy="192"/>
                <a:chOff x="2208" y="2112"/>
                <a:chExt cx="528" cy="144"/>
              </a:xfrm>
            </p:grpSpPr>
            <p:sp>
              <p:nvSpPr>
                <p:cNvPr id="5952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952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24" name="Group 102"/>
              <p:cNvGrpSpPr>
                <a:grpSpLocks/>
              </p:cNvGrpSpPr>
              <p:nvPr/>
            </p:nvGrpSpPr>
            <p:grpSpPr bwMode="auto">
              <a:xfrm>
                <a:off x="2448" y="2064"/>
                <a:ext cx="144" cy="144"/>
                <a:chOff x="2448" y="2064"/>
                <a:chExt cx="144" cy="144"/>
              </a:xfrm>
            </p:grpSpPr>
            <p:sp>
              <p:nvSpPr>
                <p:cNvPr id="5952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2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9418" name="Group 105"/>
          <p:cNvGrpSpPr>
            <a:grpSpLocks/>
          </p:cNvGrpSpPr>
          <p:nvPr/>
        </p:nvGrpSpPr>
        <p:grpSpPr bwMode="auto">
          <a:xfrm>
            <a:off x="2857500" y="3886200"/>
            <a:ext cx="1428750" cy="171450"/>
            <a:chOff x="1440" y="2064"/>
            <a:chExt cx="1200" cy="192"/>
          </a:xfrm>
        </p:grpSpPr>
        <p:grpSp>
          <p:nvGrpSpPr>
            <p:cNvPr id="59510" name="Group 106"/>
            <p:cNvGrpSpPr>
              <a:grpSpLocks/>
            </p:cNvGrpSpPr>
            <p:nvPr/>
          </p:nvGrpSpPr>
          <p:grpSpPr bwMode="auto">
            <a:xfrm>
              <a:off x="1440" y="2064"/>
              <a:ext cx="672" cy="192"/>
              <a:chOff x="2496" y="2160"/>
              <a:chExt cx="768" cy="144"/>
            </a:xfrm>
          </p:grpSpPr>
          <p:sp>
            <p:nvSpPr>
              <p:cNvPr id="5951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951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2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511" name="Group 110"/>
            <p:cNvGrpSpPr>
              <a:grpSpLocks/>
            </p:cNvGrpSpPr>
            <p:nvPr/>
          </p:nvGrpSpPr>
          <p:grpSpPr bwMode="auto">
            <a:xfrm>
              <a:off x="2112" y="2064"/>
              <a:ext cx="528" cy="192"/>
              <a:chOff x="2112" y="2064"/>
              <a:chExt cx="528" cy="192"/>
            </a:xfrm>
          </p:grpSpPr>
          <p:grpSp>
            <p:nvGrpSpPr>
              <p:cNvPr id="59512" name="Group 111"/>
              <p:cNvGrpSpPr>
                <a:grpSpLocks/>
              </p:cNvGrpSpPr>
              <p:nvPr/>
            </p:nvGrpSpPr>
            <p:grpSpPr bwMode="auto">
              <a:xfrm>
                <a:off x="2112" y="2064"/>
                <a:ext cx="528" cy="192"/>
                <a:chOff x="2208" y="2112"/>
                <a:chExt cx="528" cy="144"/>
              </a:xfrm>
            </p:grpSpPr>
            <p:sp>
              <p:nvSpPr>
                <p:cNvPr id="5951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951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13" name="Group 114"/>
              <p:cNvGrpSpPr>
                <a:grpSpLocks/>
              </p:cNvGrpSpPr>
              <p:nvPr/>
            </p:nvGrpSpPr>
            <p:grpSpPr bwMode="auto">
              <a:xfrm>
                <a:off x="2448" y="2064"/>
                <a:ext cx="144" cy="144"/>
                <a:chOff x="2448" y="2064"/>
                <a:chExt cx="144" cy="144"/>
              </a:xfrm>
            </p:grpSpPr>
            <p:sp>
              <p:nvSpPr>
                <p:cNvPr id="5951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1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59419" name="Group 117"/>
          <p:cNvGrpSpPr>
            <a:grpSpLocks/>
          </p:cNvGrpSpPr>
          <p:nvPr/>
        </p:nvGrpSpPr>
        <p:grpSpPr bwMode="auto">
          <a:xfrm>
            <a:off x="2857500" y="4126707"/>
            <a:ext cx="800100" cy="159544"/>
            <a:chOff x="2496" y="2160"/>
            <a:chExt cx="768" cy="144"/>
          </a:xfrm>
        </p:grpSpPr>
        <p:sp>
          <p:nvSpPr>
            <p:cNvPr id="5950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5950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50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420" name="Group 121"/>
          <p:cNvGrpSpPr>
            <a:grpSpLocks/>
          </p:cNvGrpSpPr>
          <p:nvPr/>
        </p:nvGrpSpPr>
        <p:grpSpPr bwMode="auto">
          <a:xfrm>
            <a:off x="3657600" y="4126707"/>
            <a:ext cx="628650" cy="159544"/>
            <a:chOff x="2112" y="2064"/>
            <a:chExt cx="528" cy="192"/>
          </a:xfrm>
        </p:grpSpPr>
        <p:grpSp>
          <p:nvGrpSpPr>
            <p:cNvPr id="59501" name="Group 122"/>
            <p:cNvGrpSpPr>
              <a:grpSpLocks/>
            </p:cNvGrpSpPr>
            <p:nvPr/>
          </p:nvGrpSpPr>
          <p:grpSpPr bwMode="auto">
            <a:xfrm>
              <a:off x="2112" y="2064"/>
              <a:ext cx="528" cy="192"/>
              <a:chOff x="2208" y="2112"/>
              <a:chExt cx="528" cy="144"/>
            </a:xfrm>
          </p:grpSpPr>
          <p:sp>
            <p:nvSpPr>
              <p:cNvPr id="5950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5950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502" name="Group 125"/>
            <p:cNvGrpSpPr>
              <a:grpSpLocks/>
            </p:cNvGrpSpPr>
            <p:nvPr/>
          </p:nvGrpSpPr>
          <p:grpSpPr bwMode="auto">
            <a:xfrm>
              <a:off x="2448" y="2064"/>
              <a:ext cx="144" cy="144"/>
              <a:chOff x="2448" y="2064"/>
              <a:chExt cx="144" cy="144"/>
            </a:xfrm>
          </p:grpSpPr>
          <p:sp>
            <p:nvSpPr>
              <p:cNvPr id="5950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50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21" name="Group 128"/>
          <p:cNvGrpSpPr>
            <a:grpSpLocks/>
          </p:cNvGrpSpPr>
          <p:nvPr/>
        </p:nvGrpSpPr>
        <p:grpSpPr bwMode="auto">
          <a:xfrm>
            <a:off x="2857500" y="3040857"/>
            <a:ext cx="2228850" cy="159544"/>
            <a:chOff x="1440" y="2256"/>
            <a:chExt cx="1872" cy="192"/>
          </a:xfrm>
        </p:grpSpPr>
        <p:grpSp>
          <p:nvGrpSpPr>
            <p:cNvPr id="59486" name="Group 129"/>
            <p:cNvGrpSpPr>
              <a:grpSpLocks/>
            </p:cNvGrpSpPr>
            <p:nvPr/>
          </p:nvGrpSpPr>
          <p:grpSpPr bwMode="auto">
            <a:xfrm>
              <a:off x="2784" y="2256"/>
              <a:ext cx="528" cy="192"/>
              <a:chOff x="2112" y="2064"/>
              <a:chExt cx="528" cy="192"/>
            </a:xfrm>
          </p:grpSpPr>
          <p:grpSp>
            <p:nvGrpSpPr>
              <p:cNvPr id="59495" name="Group 130"/>
              <p:cNvGrpSpPr>
                <a:grpSpLocks/>
              </p:cNvGrpSpPr>
              <p:nvPr/>
            </p:nvGrpSpPr>
            <p:grpSpPr bwMode="auto">
              <a:xfrm>
                <a:off x="2112" y="2064"/>
                <a:ext cx="528" cy="192"/>
                <a:chOff x="2208" y="2112"/>
                <a:chExt cx="528" cy="144"/>
              </a:xfrm>
            </p:grpSpPr>
            <p:sp>
              <p:nvSpPr>
                <p:cNvPr id="5949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950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496" name="Group 133"/>
              <p:cNvGrpSpPr>
                <a:grpSpLocks/>
              </p:cNvGrpSpPr>
              <p:nvPr/>
            </p:nvGrpSpPr>
            <p:grpSpPr bwMode="auto">
              <a:xfrm>
                <a:off x="2448" y="2064"/>
                <a:ext cx="144" cy="144"/>
                <a:chOff x="2448" y="2064"/>
                <a:chExt cx="144" cy="144"/>
              </a:xfrm>
            </p:grpSpPr>
            <p:sp>
              <p:nvSpPr>
                <p:cNvPr id="5949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9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87" name="Group 136"/>
            <p:cNvGrpSpPr>
              <a:grpSpLocks/>
            </p:cNvGrpSpPr>
            <p:nvPr/>
          </p:nvGrpSpPr>
          <p:grpSpPr bwMode="auto">
            <a:xfrm>
              <a:off x="1440" y="2256"/>
              <a:ext cx="672" cy="192"/>
              <a:chOff x="2496" y="2160"/>
              <a:chExt cx="768" cy="144"/>
            </a:xfrm>
          </p:grpSpPr>
          <p:sp>
            <p:nvSpPr>
              <p:cNvPr id="5949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5949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9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488" name="Group 140"/>
            <p:cNvGrpSpPr>
              <a:grpSpLocks/>
            </p:cNvGrpSpPr>
            <p:nvPr/>
          </p:nvGrpSpPr>
          <p:grpSpPr bwMode="auto">
            <a:xfrm>
              <a:off x="2112" y="2256"/>
              <a:ext cx="672" cy="192"/>
              <a:chOff x="2496" y="2160"/>
              <a:chExt cx="768" cy="144"/>
            </a:xfrm>
          </p:grpSpPr>
          <p:sp>
            <p:nvSpPr>
              <p:cNvPr id="5948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949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9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22" name="Group 144"/>
          <p:cNvGrpSpPr>
            <a:grpSpLocks/>
          </p:cNvGrpSpPr>
          <p:nvPr/>
        </p:nvGrpSpPr>
        <p:grpSpPr bwMode="auto">
          <a:xfrm>
            <a:off x="3657600" y="4400550"/>
            <a:ext cx="2228850" cy="171450"/>
            <a:chOff x="1440" y="2256"/>
            <a:chExt cx="1872" cy="192"/>
          </a:xfrm>
        </p:grpSpPr>
        <p:grpSp>
          <p:nvGrpSpPr>
            <p:cNvPr id="59471" name="Group 145"/>
            <p:cNvGrpSpPr>
              <a:grpSpLocks/>
            </p:cNvGrpSpPr>
            <p:nvPr/>
          </p:nvGrpSpPr>
          <p:grpSpPr bwMode="auto">
            <a:xfrm>
              <a:off x="2784" y="2256"/>
              <a:ext cx="528" cy="192"/>
              <a:chOff x="2112" y="2064"/>
              <a:chExt cx="528" cy="192"/>
            </a:xfrm>
          </p:grpSpPr>
          <p:grpSp>
            <p:nvGrpSpPr>
              <p:cNvPr id="59480" name="Group 146"/>
              <p:cNvGrpSpPr>
                <a:grpSpLocks/>
              </p:cNvGrpSpPr>
              <p:nvPr/>
            </p:nvGrpSpPr>
            <p:grpSpPr bwMode="auto">
              <a:xfrm>
                <a:off x="2112" y="2064"/>
                <a:ext cx="528" cy="192"/>
                <a:chOff x="2208" y="2112"/>
                <a:chExt cx="528" cy="144"/>
              </a:xfrm>
            </p:grpSpPr>
            <p:sp>
              <p:nvSpPr>
                <p:cNvPr id="5948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5948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59481" name="Group 149"/>
              <p:cNvGrpSpPr>
                <a:grpSpLocks/>
              </p:cNvGrpSpPr>
              <p:nvPr/>
            </p:nvGrpSpPr>
            <p:grpSpPr bwMode="auto">
              <a:xfrm>
                <a:off x="2448" y="2064"/>
                <a:ext cx="144" cy="144"/>
                <a:chOff x="2448" y="2064"/>
                <a:chExt cx="144" cy="144"/>
              </a:xfrm>
            </p:grpSpPr>
            <p:sp>
              <p:nvSpPr>
                <p:cNvPr id="5948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8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72" name="Group 152"/>
            <p:cNvGrpSpPr>
              <a:grpSpLocks/>
            </p:cNvGrpSpPr>
            <p:nvPr/>
          </p:nvGrpSpPr>
          <p:grpSpPr bwMode="auto">
            <a:xfrm>
              <a:off x="1440" y="2256"/>
              <a:ext cx="672" cy="192"/>
              <a:chOff x="2496" y="2160"/>
              <a:chExt cx="768" cy="144"/>
            </a:xfrm>
          </p:grpSpPr>
          <p:sp>
            <p:nvSpPr>
              <p:cNvPr id="5947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5947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7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59473" name="Group 156"/>
            <p:cNvGrpSpPr>
              <a:grpSpLocks/>
            </p:cNvGrpSpPr>
            <p:nvPr/>
          </p:nvGrpSpPr>
          <p:grpSpPr bwMode="auto">
            <a:xfrm>
              <a:off x="2112" y="2256"/>
              <a:ext cx="672" cy="192"/>
              <a:chOff x="2496" y="2160"/>
              <a:chExt cx="768" cy="144"/>
            </a:xfrm>
          </p:grpSpPr>
          <p:sp>
            <p:nvSpPr>
              <p:cNvPr id="5947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5947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7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59423" name="Group 160"/>
          <p:cNvGrpSpPr>
            <a:grpSpLocks/>
          </p:cNvGrpSpPr>
          <p:nvPr/>
        </p:nvGrpSpPr>
        <p:grpSpPr bwMode="auto">
          <a:xfrm>
            <a:off x="2857500" y="4400550"/>
            <a:ext cx="800100" cy="171450"/>
            <a:chOff x="2496" y="2160"/>
            <a:chExt cx="768" cy="144"/>
          </a:xfrm>
        </p:grpSpPr>
        <p:sp>
          <p:nvSpPr>
            <p:cNvPr id="5946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5946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7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59424" name="Text Box 164"/>
          <p:cNvSpPr txBox="1">
            <a:spLocks noChangeArrowheads="1"/>
          </p:cNvSpPr>
          <p:nvPr/>
        </p:nvSpPr>
        <p:spPr bwMode="auto">
          <a:xfrm>
            <a:off x="601216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5942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5942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27"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5942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2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5943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31"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5943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3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5943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35"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5943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3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59438"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3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59440"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59441"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42"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59443"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59444"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59445"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46"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59447" name="AutoShape 187"/>
          <p:cNvSpPr>
            <a:spLocks noChangeArrowheads="1"/>
          </p:cNvSpPr>
          <p:nvPr/>
        </p:nvSpPr>
        <p:spPr bwMode="auto">
          <a:xfrm>
            <a:off x="400050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59448" name="Group 191"/>
          <p:cNvGrpSpPr>
            <a:grpSpLocks/>
          </p:cNvGrpSpPr>
          <p:nvPr/>
        </p:nvGrpSpPr>
        <p:grpSpPr bwMode="auto">
          <a:xfrm>
            <a:off x="6053138" y="342900"/>
            <a:ext cx="1943100" cy="1943100"/>
            <a:chOff x="2784" y="96"/>
            <a:chExt cx="1632" cy="1680"/>
          </a:xfrm>
        </p:grpSpPr>
        <p:sp>
          <p:nvSpPr>
            <p:cNvPr id="59450" name="Oval 192"/>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59451" name="Oval 193"/>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59452" name="Oval 194"/>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59453" name="Oval 195"/>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59454" name="Oval 196"/>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59455" name="Oval 197"/>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59456" name="Oval 198"/>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59457" name="Line 199"/>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58" name="Line 200"/>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59" name="Line 201"/>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0" name="Line 202"/>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1" name="Line 203"/>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2" name="Line 204"/>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3" name="Oval 205"/>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59464" name="Line 206"/>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5" name="Line 207"/>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6" name="Line 208"/>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59467" name="Line 209"/>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9"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4011849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6054FF75-BDD3-A08D-F06F-6463B4DF2022}"/>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6054FF75-BDD3-A08D-F06F-6463B4DF2022}"/>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0418" name="Group 21"/>
          <p:cNvGrpSpPr>
            <a:grpSpLocks/>
          </p:cNvGrpSpPr>
          <p:nvPr/>
        </p:nvGrpSpPr>
        <p:grpSpPr bwMode="auto">
          <a:xfrm>
            <a:off x="1524001" y="2520554"/>
            <a:ext cx="1079897" cy="258365"/>
            <a:chOff x="288" y="2016"/>
            <a:chExt cx="816" cy="192"/>
          </a:xfrm>
        </p:grpSpPr>
        <p:sp>
          <p:nvSpPr>
            <p:cNvPr id="60603"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0604"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041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042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0421" name="Group 26"/>
          <p:cNvGrpSpPr>
            <a:grpSpLocks/>
          </p:cNvGrpSpPr>
          <p:nvPr/>
        </p:nvGrpSpPr>
        <p:grpSpPr bwMode="auto">
          <a:xfrm>
            <a:off x="1524001" y="3036094"/>
            <a:ext cx="1079897" cy="258366"/>
            <a:chOff x="288" y="2016"/>
            <a:chExt cx="816" cy="192"/>
          </a:xfrm>
        </p:grpSpPr>
        <p:sp>
          <p:nvSpPr>
            <p:cNvPr id="60601"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0602"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422" name="Group 29"/>
          <p:cNvGrpSpPr>
            <a:grpSpLocks/>
          </p:cNvGrpSpPr>
          <p:nvPr/>
        </p:nvGrpSpPr>
        <p:grpSpPr bwMode="auto">
          <a:xfrm>
            <a:off x="1524001" y="3294460"/>
            <a:ext cx="1079897" cy="258365"/>
            <a:chOff x="288" y="2016"/>
            <a:chExt cx="816" cy="192"/>
          </a:xfrm>
        </p:grpSpPr>
        <p:sp>
          <p:nvSpPr>
            <p:cNvPr id="60599"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0600"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423" name="Group 32"/>
          <p:cNvGrpSpPr>
            <a:grpSpLocks/>
          </p:cNvGrpSpPr>
          <p:nvPr/>
        </p:nvGrpSpPr>
        <p:grpSpPr bwMode="auto">
          <a:xfrm>
            <a:off x="1524001" y="3552825"/>
            <a:ext cx="1079897" cy="257175"/>
            <a:chOff x="288" y="2016"/>
            <a:chExt cx="816" cy="192"/>
          </a:xfrm>
        </p:grpSpPr>
        <p:sp>
          <p:nvSpPr>
            <p:cNvPr id="60597"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0598"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424" name="Group 35"/>
          <p:cNvGrpSpPr>
            <a:grpSpLocks/>
          </p:cNvGrpSpPr>
          <p:nvPr/>
        </p:nvGrpSpPr>
        <p:grpSpPr bwMode="auto">
          <a:xfrm>
            <a:off x="1524001" y="3810000"/>
            <a:ext cx="1079897" cy="258366"/>
            <a:chOff x="288" y="2016"/>
            <a:chExt cx="816" cy="192"/>
          </a:xfrm>
        </p:grpSpPr>
        <p:sp>
          <p:nvSpPr>
            <p:cNvPr id="60595"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0596"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425" name="Group 38"/>
          <p:cNvGrpSpPr>
            <a:grpSpLocks/>
          </p:cNvGrpSpPr>
          <p:nvPr/>
        </p:nvGrpSpPr>
        <p:grpSpPr bwMode="auto">
          <a:xfrm>
            <a:off x="1524001" y="4325542"/>
            <a:ext cx="1079897" cy="258365"/>
            <a:chOff x="288" y="2016"/>
            <a:chExt cx="816" cy="192"/>
          </a:xfrm>
        </p:grpSpPr>
        <p:sp>
          <p:nvSpPr>
            <p:cNvPr id="60593"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0594"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426" name="Group 41"/>
          <p:cNvGrpSpPr>
            <a:grpSpLocks/>
          </p:cNvGrpSpPr>
          <p:nvPr/>
        </p:nvGrpSpPr>
        <p:grpSpPr bwMode="auto">
          <a:xfrm>
            <a:off x="1524001" y="4068366"/>
            <a:ext cx="1079897" cy="257175"/>
            <a:chOff x="288" y="2016"/>
            <a:chExt cx="816" cy="192"/>
          </a:xfrm>
        </p:grpSpPr>
        <p:sp>
          <p:nvSpPr>
            <p:cNvPr id="60591"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0592"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042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042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3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0437" name="Group 54"/>
          <p:cNvGrpSpPr>
            <a:grpSpLocks/>
          </p:cNvGrpSpPr>
          <p:nvPr/>
        </p:nvGrpSpPr>
        <p:grpSpPr bwMode="auto">
          <a:xfrm>
            <a:off x="2857500" y="3612357"/>
            <a:ext cx="1428750" cy="159544"/>
            <a:chOff x="1440" y="2064"/>
            <a:chExt cx="1200" cy="192"/>
          </a:xfrm>
        </p:grpSpPr>
        <p:grpSp>
          <p:nvGrpSpPr>
            <p:cNvPr id="60580" name="Group 55"/>
            <p:cNvGrpSpPr>
              <a:grpSpLocks/>
            </p:cNvGrpSpPr>
            <p:nvPr/>
          </p:nvGrpSpPr>
          <p:grpSpPr bwMode="auto">
            <a:xfrm>
              <a:off x="1440" y="2064"/>
              <a:ext cx="672" cy="192"/>
              <a:chOff x="2496" y="2160"/>
              <a:chExt cx="768" cy="144"/>
            </a:xfrm>
          </p:grpSpPr>
          <p:sp>
            <p:nvSpPr>
              <p:cNvPr id="60588"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0589"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90"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581" name="Group 59"/>
            <p:cNvGrpSpPr>
              <a:grpSpLocks/>
            </p:cNvGrpSpPr>
            <p:nvPr/>
          </p:nvGrpSpPr>
          <p:grpSpPr bwMode="auto">
            <a:xfrm>
              <a:off x="2112" y="2064"/>
              <a:ext cx="528" cy="192"/>
              <a:chOff x="2112" y="2064"/>
              <a:chExt cx="528" cy="192"/>
            </a:xfrm>
          </p:grpSpPr>
          <p:grpSp>
            <p:nvGrpSpPr>
              <p:cNvPr id="60582" name="Group 60"/>
              <p:cNvGrpSpPr>
                <a:grpSpLocks/>
              </p:cNvGrpSpPr>
              <p:nvPr/>
            </p:nvGrpSpPr>
            <p:grpSpPr bwMode="auto">
              <a:xfrm>
                <a:off x="2112" y="2064"/>
                <a:ext cx="528" cy="192"/>
                <a:chOff x="2208" y="2112"/>
                <a:chExt cx="528" cy="144"/>
              </a:xfrm>
            </p:grpSpPr>
            <p:sp>
              <p:nvSpPr>
                <p:cNvPr id="60586"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0587"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83" name="Group 63"/>
              <p:cNvGrpSpPr>
                <a:grpSpLocks/>
              </p:cNvGrpSpPr>
              <p:nvPr/>
            </p:nvGrpSpPr>
            <p:grpSpPr bwMode="auto">
              <a:xfrm>
                <a:off x="2448" y="2064"/>
                <a:ext cx="144" cy="144"/>
                <a:chOff x="2448" y="2064"/>
                <a:chExt cx="144" cy="144"/>
              </a:xfrm>
            </p:grpSpPr>
            <p:sp>
              <p:nvSpPr>
                <p:cNvPr id="60584"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85"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0438" name="Group 66"/>
          <p:cNvGrpSpPr>
            <a:grpSpLocks/>
          </p:cNvGrpSpPr>
          <p:nvPr/>
        </p:nvGrpSpPr>
        <p:grpSpPr bwMode="auto">
          <a:xfrm>
            <a:off x="2857500" y="2800350"/>
            <a:ext cx="2228850" cy="171450"/>
            <a:chOff x="1440" y="2256"/>
            <a:chExt cx="1872" cy="192"/>
          </a:xfrm>
        </p:grpSpPr>
        <p:grpSp>
          <p:nvGrpSpPr>
            <p:cNvPr id="60565" name="Group 67"/>
            <p:cNvGrpSpPr>
              <a:grpSpLocks/>
            </p:cNvGrpSpPr>
            <p:nvPr/>
          </p:nvGrpSpPr>
          <p:grpSpPr bwMode="auto">
            <a:xfrm>
              <a:off x="2784" y="2256"/>
              <a:ext cx="528" cy="192"/>
              <a:chOff x="2112" y="2064"/>
              <a:chExt cx="528" cy="192"/>
            </a:xfrm>
          </p:grpSpPr>
          <p:grpSp>
            <p:nvGrpSpPr>
              <p:cNvPr id="60574" name="Group 68"/>
              <p:cNvGrpSpPr>
                <a:grpSpLocks/>
              </p:cNvGrpSpPr>
              <p:nvPr/>
            </p:nvGrpSpPr>
            <p:grpSpPr bwMode="auto">
              <a:xfrm>
                <a:off x="2112" y="2064"/>
                <a:ext cx="528" cy="192"/>
                <a:chOff x="2208" y="2112"/>
                <a:chExt cx="528" cy="144"/>
              </a:xfrm>
            </p:grpSpPr>
            <p:sp>
              <p:nvSpPr>
                <p:cNvPr id="60578"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0579"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75" name="Group 71"/>
              <p:cNvGrpSpPr>
                <a:grpSpLocks/>
              </p:cNvGrpSpPr>
              <p:nvPr/>
            </p:nvGrpSpPr>
            <p:grpSpPr bwMode="auto">
              <a:xfrm>
                <a:off x="2448" y="2064"/>
                <a:ext cx="144" cy="144"/>
                <a:chOff x="2448" y="2064"/>
                <a:chExt cx="144" cy="144"/>
              </a:xfrm>
            </p:grpSpPr>
            <p:sp>
              <p:nvSpPr>
                <p:cNvPr id="60576"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77"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566" name="Group 74"/>
            <p:cNvGrpSpPr>
              <a:grpSpLocks/>
            </p:cNvGrpSpPr>
            <p:nvPr/>
          </p:nvGrpSpPr>
          <p:grpSpPr bwMode="auto">
            <a:xfrm>
              <a:off x="1440" y="2256"/>
              <a:ext cx="672" cy="192"/>
              <a:chOff x="2496" y="2160"/>
              <a:chExt cx="768" cy="144"/>
            </a:xfrm>
          </p:grpSpPr>
          <p:sp>
            <p:nvSpPr>
              <p:cNvPr id="60571"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0572"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73"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567" name="Group 78"/>
            <p:cNvGrpSpPr>
              <a:grpSpLocks/>
            </p:cNvGrpSpPr>
            <p:nvPr/>
          </p:nvGrpSpPr>
          <p:grpSpPr bwMode="auto">
            <a:xfrm>
              <a:off x="2112" y="2256"/>
              <a:ext cx="672" cy="192"/>
              <a:chOff x="2496" y="2160"/>
              <a:chExt cx="768" cy="144"/>
            </a:xfrm>
          </p:grpSpPr>
          <p:sp>
            <p:nvSpPr>
              <p:cNvPr id="60568"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0569"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70"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39" name="Group 82"/>
          <p:cNvGrpSpPr>
            <a:grpSpLocks/>
          </p:cNvGrpSpPr>
          <p:nvPr/>
        </p:nvGrpSpPr>
        <p:grpSpPr bwMode="auto">
          <a:xfrm>
            <a:off x="2857500" y="3326607"/>
            <a:ext cx="800100" cy="159544"/>
            <a:chOff x="2496" y="2160"/>
            <a:chExt cx="768" cy="144"/>
          </a:xfrm>
        </p:grpSpPr>
        <p:sp>
          <p:nvSpPr>
            <p:cNvPr id="60562"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0563"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64"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440" name="Group 86"/>
          <p:cNvGrpSpPr>
            <a:grpSpLocks/>
          </p:cNvGrpSpPr>
          <p:nvPr/>
        </p:nvGrpSpPr>
        <p:grpSpPr bwMode="auto">
          <a:xfrm>
            <a:off x="3657600" y="3326607"/>
            <a:ext cx="628650" cy="159544"/>
            <a:chOff x="2112" y="2064"/>
            <a:chExt cx="528" cy="192"/>
          </a:xfrm>
        </p:grpSpPr>
        <p:grpSp>
          <p:nvGrpSpPr>
            <p:cNvPr id="60556" name="Group 87"/>
            <p:cNvGrpSpPr>
              <a:grpSpLocks/>
            </p:cNvGrpSpPr>
            <p:nvPr/>
          </p:nvGrpSpPr>
          <p:grpSpPr bwMode="auto">
            <a:xfrm>
              <a:off x="2112" y="2064"/>
              <a:ext cx="528" cy="192"/>
              <a:chOff x="2208" y="2112"/>
              <a:chExt cx="528" cy="144"/>
            </a:xfrm>
          </p:grpSpPr>
          <p:sp>
            <p:nvSpPr>
              <p:cNvPr id="60560"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0561"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57" name="Group 90"/>
            <p:cNvGrpSpPr>
              <a:grpSpLocks/>
            </p:cNvGrpSpPr>
            <p:nvPr/>
          </p:nvGrpSpPr>
          <p:grpSpPr bwMode="auto">
            <a:xfrm>
              <a:off x="2448" y="2064"/>
              <a:ext cx="144" cy="144"/>
              <a:chOff x="2448" y="2064"/>
              <a:chExt cx="144" cy="144"/>
            </a:xfrm>
          </p:grpSpPr>
          <p:sp>
            <p:nvSpPr>
              <p:cNvPr id="60558"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59"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41" name="Group 93"/>
          <p:cNvGrpSpPr>
            <a:grpSpLocks/>
          </p:cNvGrpSpPr>
          <p:nvPr/>
        </p:nvGrpSpPr>
        <p:grpSpPr bwMode="auto">
          <a:xfrm>
            <a:off x="2857500" y="2571750"/>
            <a:ext cx="1428750" cy="171450"/>
            <a:chOff x="1440" y="2064"/>
            <a:chExt cx="1200" cy="192"/>
          </a:xfrm>
        </p:grpSpPr>
        <p:grpSp>
          <p:nvGrpSpPr>
            <p:cNvPr id="60545" name="Group 94"/>
            <p:cNvGrpSpPr>
              <a:grpSpLocks/>
            </p:cNvGrpSpPr>
            <p:nvPr/>
          </p:nvGrpSpPr>
          <p:grpSpPr bwMode="auto">
            <a:xfrm>
              <a:off x="1440" y="2064"/>
              <a:ext cx="672" cy="192"/>
              <a:chOff x="2496" y="2160"/>
              <a:chExt cx="768" cy="144"/>
            </a:xfrm>
          </p:grpSpPr>
          <p:sp>
            <p:nvSpPr>
              <p:cNvPr id="60553"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0554"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55"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546" name="Group 98"/>
            <p:cNvGrpSpPr>
              <a:grpSpLocks/>
            </p:cNvGrpSpPr>
            <p:nvPr/>
          </p:nvGrpSpPr>
          <p:grpSpPr bwMode="auto">
            <a:xfrm>
              <a:off x="2112" y="2064"/>
              <a:ext cx="528" cy="192"/>
              <a:chOff x="2112" y="2064"/>
              <a:chExt cx="528" cy="192"/>
            </a:xfrm>
          </p:grpSpPr>
          <p:grpSp>
            <p:nvGrpSpPr>
              <p:cNvPr id="60547" name="Group 99"/>
              <p:cNvGrpSpPr>
                <a:grpSpLocks/>
              </p:cNvGrpSpPr>
              <p:nvPr/>
            </p:nvGrpSpPr>
            <p:grpSpPr bwMode="auto">
              <a:xfrm>
                <a:off x="2112" y="2064"/>
                <a:ext cx="528" cy="192"/>
                <a:chOff x="2208" y="2112"/>
                <a:chExt cx="528" cy="144"/>
              </a:xfrm>
            </p:grpSpPr>
            <p:sp>
              <p:nvSpPr>
                <p:cNvPr id="60551"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0552"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48" name="Group 102"/>
              <p:cNvGrpSpPr>
                <a:grpSpLocks/>
              </p:cNvGrpSpPr>
              <p:nvPr/>
            </p:nvGrpSpPr>
            <p:grpSpPr bwMode="auto">
              <a:xfrm>
                <a:off x="2448" y="2064"/>
                <a:ext cx="144" cy="144"/>
                <a:chOff x="2448" y="2064"/>
                <a:chExt cx="144" cy="144"/>
              </a:xfrm>
            </p:grpSpPr>
            <p:sp>
              <p:nvSpPr>
                <p:cNvPr id="60549"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50"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0442" name="Group 105"/>
          <p:cNvGrpSpPr>
            <a:grpSpLocks/>
          </p:cNvGrpSpPr>
          <p:nvPr/>
        </p:nvGrpSpPr>
        <p:grpSpPr bwMode="auto">
          <a:xfrm>
            <a:off x="2857500" y="3886200"/>
            <a:ext cx="1428750" cy="171450"/>
            <a:chOff x="1440" y="2064"/>
            <a:chExt cx="1200" cy="192"/>
          </a:xfrm>
        </p:grpSpPr>
        <p:grpSp>
          <p:nvGrpSpPr>
            <p:cNvPr id="60534" name="Group 106"/>
            <p:cNvGrpSpPr>
              <a:grpSpLocks/>
            </p:cNvGrpSpPr>
            <p:nvPr/>
          </p:nvGrpSpPr>
          <p:grpSpPr bwMode="auto">
            <a:xfrm>
              <a:off x="1440" y="2064"/>
              <a:ext cx="672" cy="192"/>
              <a:chOff x="2496" y="2160"/>
              <a:chExt cx="768" cy="144"/>
            </a:xfrm>
          </p:grpSpPr>
          <p:sp>
            <p:nvSpPr>
              <p:cNvPr id="60542"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0543"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44"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535" name="Group 110"/>
            <p:cNvGrpSpPr>
              <a:grpSpLocks/>
            </p:cNvGrpSpPr>
            <p:nvPr/>
          </p:nvGrpSpPr>
          <p:grpSpPr bwMode="auto">
            <a:xfrm>
              <a:off x="2112" y="2064"/>
              <a:ext cx="528" cy="192"/>
              <a:chOff x="2112" y="2064"/>
              <a:chExt cx="528" cy="192"/>
            </a:xfrm>
          </p:grpSpPr>
          <p:grpSp>
            <p:nvGrpSpPr>
              <p:cNvPr id="60536" name="Group 111"/>
              <p:cNvGrpSpPr>
                <a:grpSpLocks/>
              </p:cNvGrpSpPr>
              <p:nvPr/>
            </p:nvGrpSpPr>
            <p:grpSpPr bwMode="auto">
              <a:xfrm>
                <a:off x="2112" y="2064"/>
                <a:ext cx="528" cy="192"/>
                <a:chOff x="2208" y="2112"/>
                <a:chExt cx="528" cy="144"/>
              </a:xfrm>
            </p:grpSpPr>
            <p:sp>
              <p:nvSpPr>
                <p:cNvPr id="60540"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0541"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37" name="Group 114"/>
              <p:cNvGrpSpPr>
                <a:grpSpLocks/>
              </p:cNvGrpSpPr>
              <p:nvPr/>
            </p:nvGrpSpPr>
            <p:grpSpPr bwMode="auto">
              <a:xfrm>
                <a:off x="2448" y="2064"/>
                <a:ext cx="144" cy="144"/>
                <a:chOff x="2448" y="2064"/>
                <a:chExt cx="144" cy="144"/>
              </a:xfrm>
            </p:grpSpPr>
            <p:sp>
              <p:nvSpPr>
                <p:cNvPr id="60538"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39"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0443" name="Group 117"/>
          <p:cNvGrpSpPr>
            <a:grpSpLocks/>
          </p:cNvGrpSpPr>
          <p:nvPr/>
        </p:nvGrpSpPr>
        <p:grpSpPr bwMode="auto">
          <a:xfrm>
            <a:off x="2857500" y="4126707"/>
            <a:ext cx="800100" cy="159544"/>
            <a:chOff x="2496" y="2160"/>
            <a:chExt cx="768" cy="144"/>
          </a:xfrm>
        </p:grpSpPr>
        <p:sp>
          <p:nvSpPr>
            <p:cNvPr id="60531"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0532"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33"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444" name="Group 121"/>
          <p:cNvGrpSpPr>
            <a:grpSpLocks/>
          </p:cNvGrpSpPr>
          <p:nvPr/>
        </p:nvGrpSpPr>
        <p:grpSpPr bwMode="auto">
          <a:xfrm>
            <a:off x="3657600" y="4126707"/>
            <a:ext cx="628650" cy="159544"/>
            <a:chOff x="2112" y="2064"/>
            <a:chExt cx="528" cy="192"/>
          </a:xfrm>
        </p:grpSpPr>
        <p:grpSp>
          <p:nvGrpSpPr>
            <p:cNvPr id="60525" name="Group 122"/>
            <p:cNvGrpSpPr>
              <a:grpSpLocks/>
            </p:cNvGrpSpPr>
            <p:nvPr/>
          </p:nvGrpSpPr>
          <p:grpSpPr bwMode="auto">
            <a:xfrm>
              <a:off x="2112" y="2064"/>
              <a:ext cx="528" cy="192"/>
              <a:chOff x="2208" y="2112"/>
              <a:chExt cx="528" cy="144"/>
            </a:xfrm>
          </p:grpSpPr>
          <p:sp>
            <p:nvSpPr>
              <p:cNvPr id="60529"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0530"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26" name="Group 125"/>
            <p:cNvGrpSpPr>
              <a:grpSpLocks/>
            </p:cNvGrpSpPr>
            <p:nvPr/>
          </p:nvGrpSpPr>
          <p:grpSpPr bwMode="auto">
            <a:xfrm>
              <a:off x="2448" y="2064"/>
              <a:ext cx="144" cy="144"/>
              <a:chOff x="2448" y="2064"/>
              <a:chExt cx="144" cy="144"/>
            </a:xfrm>
          </p:grpSpPr>
          <p:sp>
            <p:nvSpPr>
              <p:cNvPr id="60527"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28"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45" name="Group 128"/>
          <p:cNvGrpSpPr>
            <a:grpSpLocks/>
          </p:cNvGrpSpPr>
          <p:nvPr/>
        </p:nvGrpSpPr>
        <p:grpSpPr bwMode="auto">
          <a:xfrm>
            <a:off x="2857500" y="3040857"/>
            <a:ext cx="2228850" cy="159544"/>
            <a:chOff x="1440" y="2256"/>
            <a:chExt cx="1872" cy="192"/>
          </a:xfrm>
        </p:grpSpPr>
        <p:grpSp>
          <p:nvGrpSpPr>
            <p:cNvPr id="60510" name="Group 129"/>
            <p:cNvGrpSpPr>
              <a:grpSpLocks/>
            </p:cNvGrpSpPr>
            <p:nvPr/>
          </p:nvGrpSpPr>
          <p:grpSpPr bwMode="auto">
            <a:xfrm>
              <a:off x="2784" y="2256"/>
              <a:ext cx="528" cy="192"/>
              <a:chOff x="2112" y="2064"/>
              <a:chExt cx="528" cy="192"/>
            </a:xfrm>
          </p:grpSpPr>
          <p:grpSp>
            <p:nvGrpSpPr>
              <p:cNvPr id="60519" name="Group 130"/>
              <p:cNvGrpSpPr>
                <a:grpSpLocks/>
              </p:cNvGrpSpPr>
              <p:nvPr/>
            </p:nvGrpSpPr>
            <p:grpSpPr bwMode="auto">
              <a:xfrm>
                <a:off x="2112" y="2064"/>
                <a:ext cx="528" cy="192"/>
                <a:chOff x="2208" y="2112"/>
                <a:chExt cx="528" cy="144"/>
              </a:xfrm>
            </p:grpSpPr>
            <p:sp>
              <p:nvSpPr>
                <p:cNvPr id="60523"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0524"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20" name="Group 133"/>
              <p:cNvGrpSpPr>
                <a:grpSpLocks/>
              </p:cNvGrpSpPr>
              <p:nvPr/>
            </p:nvGrpSpPr>
            <p:grpSpPr bwMode="auto">
              <a:xfrm>
                <a:off x="2448" y="2064"/>
                <a:ext cx="144" cy="144"/>
                <a:chOff x="2448" y="2064"/>
                <a:chExt cx="144" cy="144"/>
              </a:xfrm>
            </p:grpSpPr>
            <p:sp>
              <p:nvSpPr>
                <p:cNvPr id="60521"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22"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511" name="Group 136"/>
            <p:cNvGrpSpPr>
              <a:grpSpLocks/>
            </p:cNvGrpSpPr>
            <p:nvPr/>
          </p:nvGrpSpPr>
          <p:grpSpPr bwMode="auto">
            <a:xfrm>
              <a:off x="1440" y="2256"/>
              <a:ext cx="672" cy="192"/>
              <a:chOff x="2496" y="2160"/>
              <a:chExt cx="768" cy="144"/>
            </a:xfrm>
          </p:grpSpPr>
          <p:sp>
            <p:nvSpPr>
              <p:cNvPr id="60516"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0517"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18"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512" name="Group 140"/>
            <p:cNvGrpSpPr>
              <a:grpSpLocks/>
            </p:cNvGrpSpPr>
            <p:nvPr/>
          </p:nvGrpSpPr>
          <p:grpSpPr bwMode="auto">
            <a:xfrm>
              <a:off x="2112" y="2256"/>
              <a:ext cx="672" cy="192"/>
              <a:chOff x="2496" y="2160"/>
              <a:chExt cx="768" cy="144"/>
            </a:xfrm>
          </p:grpSpPr>
          <p:sp>
            <p:nvSpPr>
              <p:cNvPr id="60513"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0514"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15"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46" name="Group 144"/>
          <p:cNvGrpSpPr>
            <a:grpSpLocks/>
          </p:cNvGrpSpPr>
          <p:nvPr/>
        </p:nvGrpSpPr>
        <p:grpSpPr bwMode="auto">
          <a:xfrm>
            <a:off x="3657600" y="4400550"/>
            <a:ext cx="2228850" cy="171450"/>
            <a:chOff x="1440" y="2256"/>
            <a:chExt cx="1872" cy="192"/>
          </a:xfrm>
        </p:grpSpPr>
        <p:grpSp>
          <p:nvGrpSpPr>
            <p:cNvPr id="60495" name="Group 145"/>
            <p:cNvGrpSpPr>
              <a:grpSpLocks/>
            </p:cNvGrpSpPr>
            <p:nvPr/>
          </p:nvGrpSpPr>
          <p:grpSpPr bwMode="auto">
            <a:xfrm>
              <a:off x="2784" y="2256"/>
              <a:ext cx="528" cy="192"/>
              <a:chOff x="2112" y="2064"/>
              <a:chExt cx="528" cy="192"/>
            </a:xfrm>
          </p:grpSpPr>
          <p:grpSp>
            <p:nvGrpSpPr>
              <p:cNvPr id="60504" name="Group 146"/>
              <p:cNvGrpSpPr>
                <a:grpSpLocks/>
              </p:cNvGrpSpPr>
              <p:nvPr/>
            </p:nvGrpSpPr>
            <p:grpSpPr bwMode="auto">
              <a:xfrm>
                <a:off x="2112" y="2064"/>
                <a:ext cx="528" cy="192"/>
                <a:chOff x="2208" y="2112"/>
                <a:chExt cx="528" cy="144"/>
              </a:xfrm>
            </p:grpSpPr>
            <p:sp>
              <p:nvSpPr>
                <p:cNvPr id="60508"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0509"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0505" name="Group 149"/>
              <p:cNvGrpSpPr>
                <a:grpSpLocks/>
              </p:cNvGrpSpPr>
              <p:nvPr/>
            </p:nvGrpSpPr>
            <p:grpSpPr bwMode="auto">
              <a:xfrm>
                <a:off x="2448" y="2064"/>
                <a:ext cx="144" cy="144"/>
                <a:chOff x="2448" y="2064"/>
                <a:chExt cx="144" cy="144"/>
              </a:xfrm>
            </p:grpSpPr>
            <p:sp>
              <p:nvSpPr>
                <p:cNvPr id="60506"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507"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96" name="Group 152"/>
            <p:cNvGrpSpPr>
              <a:grpSpLocks/>
            </p:cNvGrpSpPr>
            <p:nvPr/>
          </p:nvGrpSpPr>
          <p:grpSpPr bwMode="auto">
            <a:xfrm>
              <a:off x="1440" y="2256"/>
              <a:ext cx="672" cy="192"/>
              <a:chOff x="2496" y="2160"/>
              <a:chExt cx="768" cy="144"/>
            </a:xfrm>
          </p:grpSpPr>
          <p:sp>
            <p:nvSpPr>
              <p:cNvPr id="60501"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0502"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03"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0497" name="Group 156"/>
            <p:cNvGrpSpPr>
              <a:grpSpLocks/>
            </p:cNvGrpSpPr>
            <p:nvPr/>
          </p:nvGrpSpPr>
          <p:grpSpPr bwMode="auto">
            <a:xfrm>
              <a:off x="2112" y="2256"/>
              <a:ext cx="672" cy="192"/>
              <a:chOff x="2496" y="2160"/>
              <a:chExt cx="768" cy="144"/>
            </a:xfrm>
          </p:grpSpPr>
          <p:sp>
            <p:nvSpPr>
              <p:cNvPr id="60498"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0499"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500"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0447" name="Group 160"/>
          <p:cNvGrpSpPr>
            <a:grpSpLocks/>
          </p:cNvGrpSpPr>
          <p:nvPr/>
        </p:nvGrpSpPr>
        <p:grpSpPr bwMode="auto">
          <a:xfrm>
            <a:off x="2857500" y="4400550"/>
            <a:ext cx="800100" cy="171450"/>
            <a:chOff x="2496" y="2160"/>
            <a:chExt cx="768" cy="144"/>
          </a:xfrm>
        </p:grpSpPr>
        <p:sp>
          <p:nvSpPr>
            <p:cNvPr id="60492"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0493"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94"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0448"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044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045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51"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045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5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045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55"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045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5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045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59"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046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6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0462"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63"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0464"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0465"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66"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0467"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0468"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0469"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70"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0471"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0472" name="Group 191"/>
          <p:cNvGrpSpPr>
            <a:grpSpLocks/>
          </p:cNvGrpSpPr>
          <p:nvPr/>
        </p:nvGrpSpPr>
        <p:grpSpPr bwMode="auto">
          <a:xfrm>
            <a:off x="6053138" y="342900"/>
            <a:ext cx="1943100" cy="1943100"/>
            <a:chOff x="2784" y="96"/>
            <a:chExt cx="1632" cy="1680"/>
          </a:xfrm>
        </p:grpSpPr>
        <p:sp>
          <p:nvSpPr>
            <p:cNvPr id="60474" name="Oval 192"/>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0475" name="Oval 193"/>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0476" name="Oval 194"/>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0477" name="Oval 195"/>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0478" name="Oval 196"/>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0479" name="Oval 197"/>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0480" name="Oval 198"/>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0481" name="Line 199"/>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2" name="Line 200"/>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3" name="Line 201"/>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4" name="Line 202"/>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5" name="Line 203"/>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6" name="Line 204"/>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7" name="Oval 205"/>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0488" name="Line 206"/>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89" name="Line 207"/>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90" name="Line 208"/>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0491" name="Line 209"/>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9"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9989508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90D93066-1948-D287-8924-0E8A29D8F0F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90D93066-1948-D287-8924-0E8A29D8F0F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1442" name="Group 21"/>
          <p:cNvGrpSpPr>
            <a:grpSpLocks/>
          </p:cNvGrpSpPr>
          <p:nvPr/>
        </p:nvGrpSpPr>
        <p:grpSpPr bwMode="auto">
          <a:xfrm>
            <a:off x="1524001" y="2520554"/>
            <a:ext cx="1079897" cy="258365"/>
            <a:chOff x="288" y="2016"/>
            <a:chExt cx="816" cy="192"/>
          </a:xfrm>
        </p:grpSpPr>
        <p:sp>
          <p:nvSpPr>
            <p:cNvPr id="6162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163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144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144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1445" name="Group 26"/>
          <p:cNvGrpSpPr>
            <a:grpSpLocks/>
          </p:cNvGrpSpPr>
          <p:nvPr/>
        </p:nvGrpSpPr>
        <p:grpSpPr bwMode="auto">
          <a:xfrm>
            <a:off x="1524001" y="3036094"/>
            <a:ext cx="1079897" cy="258366"/>
            <a:chOff x="288" y="2016"/>
            <a:chExt cx="816" cy="192"/>
          </a:xfrm>
        </p:grpSpPr>
        <p:sp>
          <p:nvSpPr>
            <p:cNvPr id="6162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162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446" name="Group 29"/>
          <p:cNvGrpSpPr>
            <a:grpSpLocks/>
          </p:cNvGrpSpPr>
          <p:nvPr/>
        </p:nvGrpSpPr>
        <p:grpSpPr bwMode="auto">
          <a:xfrm>
            <a:off x="1524001" y="3294460"/>
            <a:ext cx="1079897" cy="258365"/>
            <a:chOff x="288" y="2016"/>
            <a:chExt cx="816" cy="192"/>
          </a:xfrm>
        </p:grpSpPr>
        <p:sp>
          <p:nvSpPr>
            <p:cNvPr id="6162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162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447" name="Group 32"/>
          <p:cNvGrpSpPr>
            <a:grpSpLocks/>
          </p:cNvGrpSpPr>
          <p:nvPr/>
        </p:nvGrpSpPr>
        <p:grpSpPr bwMode="auto">
          <a:xfrm>
            <a:off x="1524001" y="3552825"/>
            <a:ext cx="1079897" cy="257175"/>
            <a:chOff x="288" y="2016"/>
            <a:chExt cx="816" cy="192"/>
          </a:xfrm>
        </p:grpSpPr>
        <p:sp>
          <p:nvSpPr>
            <p:cNvPr id="6162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162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448" name="Group 35"/>
          <p:cNvGrpSpPr>
            <a:grpSpLocks/>
          </p:cNvGrpSpPr>
          <p:nvPr/>
        </p:nvGrpSpPr>
        <p:grpSpPr bwMode="auto">
          <a:xfrm>
            <a:off x="1524001" y="3810000"/>
            <a:ext cx="1079897" cy="258366"/>
            <a:chOff x="288" y="2016"/>
            <a:chExt cx="816" cy="192"/>
          </a:xfrm>
        </p:grpSpPr>
        <p:sp>
          <p:nvSpPr>
            <p:cNvPr id="6162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162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449" name="Group 38"/>
          <p:cNvGrpSpPr>
            <a:grpSpLocks/>
          </p:cNvGrpSpPr>
          <p:nvPr/>
        </p:nvGrpSpPr>
        <p:grpSpPr bwMode="auto">
          <a:xfrm>
            <a:off x="1524001" y="4325542"/>
            <a:ext cx="1079897" cy="258365"/>
            <a:chOff x="288" y="2016"/>
            <a:chExt cx="816" cy="192"/>
          </a:xfrm>
        </p:grpSpPr>
        <p:sp>
          <p:nvSpPr>
            <p:cNvPr id="6161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162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450" name="Group 41"/>
          <p:cNvGrpSpPr>
            <a:grpSpLocks/>
          </p:cNvGrpSpPr>
          <p:nvPr/>
        </p:nvGrpSpPr>
        <p:grpSpPr bwMode="auto">
          <a:xfrm>
            <a:off x="1524001" y="4068366"/>
            <a:ext cx="1079897" cy="257175"/>
            <a:chOff x="288" y="2016"/>
            <a:chExt cx="816" cy="192"/>
          </a:xfrm>
        </p:grpSpPr>
        <p:sp>
          <p:nvSpPr>
            <p:cNvPr id="6161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161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145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chemeClr val="tx1"/>
                </a:solidFill>
                <a:latin typeface="+mn-lt"/>
                <a:ea typeface="宋体" panose="02010600030101010101" pitchFamily="2" charset="-122"/>
              </a:rPr>
              <a:t>6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145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5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6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1461" name="Group 54"/>
          <p:cNvGrpSpPr>
            <a:grpSpLocks/>
          </p:cNvGrpSpPr>
          <p:nvPr/>
        </p:nvGrpSpPr>
        <p:grpSpPr bwMode="auto">
          <a:xfrm>
            <a:off x="2857500" y="3612357"/>
            <a:ext cx="1428750" cy="159544"/>
            <a:chOff x="1440" y="2064"/>
            <a:chExt cx="1200" cy="192"/>
          </a:xfrm>
        </p:grpSpPr>
        <p:grpSp>
          <p:nvGrpSpPr>
            <p:cNvPr id="61606" name="Group 55"/>
            <p:cNvGrpSpPr>
              <a:grpSpLocks/>
            </p:cNvGrpSpPr>
            <p:nvPr/>
          </p:nvGrpSpPr>
          <p:grpSpPr bwMode="auto">
            <a:xfrm>
              <a:off x="1440" y="2064"/>
              <a:ext cx="672" cy="192"/>
              <a:chOff x="2496" y="2160"/>
              <a:chExt cx="768" cy="144"/>
            </a:xfrm>
          </p:grpSpPr>
          <p:sp>
            <p:nvSpPr>
              <p:cNvPr id="6161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161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61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607" name="Group 59"/>
            <p:cNvGrpSpPr>
              <a:grpSpLocks/>
            </p:cNvGrpSpPr>
            <p:nvPr/>
          </p:nvGrpSpPr>
          <p:grpSpPr bwMode="auto">
            <a:xfrm>
              <a:off x="2112" y="2064"/>
              <a:ext cx="528" cy="192"/>
              <a:chOff x="2112" y="2064"/>
              <a:chExt cx="528" cy="192"/>
            </a:xfrm>
          </p:grpSpPr>
          <p:grpSp>
            <p:nvGrpSpPr>
              <p:cNvPr id="61608" name="Group 60"/>
              <p:cNvGrpSpPr>
                <a:grpSpLocks/>
              </p:cNvGrpSpPr>
              <p:nvPr/>
            </p:nvGrpSpPr>
            <p:grpSpPr bwMode="auto">
              <a:xfrm>
                <a:off x="2112" y="2064"/>
                <a:ext cx="528" cy="192"/>
                <a:chOff x="2208" y="2112"/>
                <a:chExt cx="528" cy="144"/>
              </a:xfrm>
            </p:grpSpPr>
            <p:sp>
              <p:nvSpPr>
                <p:cNvPr id="6161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161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609" name="Group 63"/>
              <p:cNvGrpSpPr>
                <a:grpSpLocks/>
              </p:cNvGrpSpPr>
              <p:nvPr/>
            </p:nvGrpSpPr>
            <p:grpSpPr bwMode="auto">
              <a:xfrm>
                <a:off x="2448" y="2064"/>
                <a:ext cx="144" cy="144"/>
                <a:chOff x="2448" y="2064"/>
                <a:chExt cx="144" cy="144"/>
              </a:xfrm>
            </p:grpSpPr>
            <p:sp>
              <p:nvSpPr>
                <p:cNvPr id="6161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61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1462" name="Group 66"/>
          <p:cNvGrpSpPr>
            <a:grpSpLocks/>
          </p:cNvGrpSpPr>
          <p:nvPr/>
        </p:nvGrpSpPr>
        <p:grpSpPr bwMode="auto">
          <a:xfrm>
            <a:off x="2857500" y="2800350"/>
            <a:ext cx="2228850" cy="171450"/>
            <a:chOff x="1440" y="2256"/>
            <a:chExt cx="1872" cy="192"/>
          </a:xfrm>
        </p:grpSpPr>
        <p:grpSp>
          <p:nvGrpSpPr>
            <p:cNvPr id="61591" name="Group 67"/>
            <p:cNvGrpSpPr>
              <a:grpSpLocks/>
            </p:cNvGrpSpPr>
            <p:nvPr/>
          </p:nvGrpSpPr>
          <p:grpSpPr bwMode="auto">
            <a:xfrm>
              <a:off x="2784" y="2256"/>
              <a:ext cx="528" cy="192"/>
              <a:chOff x="2112" y="2064"/>
              <a:chExt cx="528" cy="192"/>
            </a:xfrm>
          </p:grpSpPr>
          <p:grpSp>
            <p:nvGrpSpPr>
              <p:cNvPr id="61600" name="Group 68"/>
              <p:cNvGrpSpPr>
                <a:grpSpLocks/>
              </p:cNvGrpSpPr>
              <p:nvPr/>
            </p:nvGrpSpPr>
            <p:grpSpPr bwMode="auto">
              <a:xfrm>
                <a:off x="2112" y="2064"/>
                <a:ext cx="528" cy="192"/>
                <a:chOff x="2208" y="2112"/>
                <a:chExt cx="528" cy="144"/>
              </a:xfrm>
            </p:grpSpPr>
            <p:sp>
              <p:nvSpPr>
                <p:cNvPr id="6160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160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601" name="Group 71"/>
              <p:cNvGrpSpPr>
                <a:grpSpLocks/>
              </p:cNvGrpSpPr>
              <p:nvPr/>
            </p:nvGrpSpPr>
            <p:grpSpPr bwMode="auto">
              <a:xfrm>
                <a:off x="2448" y="2064"/>
                <a:ext cx="144" cy="144"/>
                <a:chOff x="2448" y="2064"/>
                <a:chExt cx="144" cy="144"/>
              </a:xfrm>
            </p:grpSpPr>
            <p:sp>
              <p:nvSpPr>
                <p:cNvPr id="6160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60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592" name="Group 74"/>
            <p:cNvGrpSpPr>
              <a:grpSpLocks/>
            </p:cNvGrpSpPr>
            <p:nvPr/>
          </p:nvGrpSpPr>
          <p:grpSpPr bwMode="auto">
            <a:xfrm>
              <a:off x="1440" y="2256"/>
              <a:ext cx="672" cy="192"/>
              <a:chOff x="2496" y="2160"/>
              <a:chExt cx="768" cy="144"/>
            </a:xfrm>
          </p:grpSpPr>
          <p:sp>
            <p:nvSpPr>
              <p:cNvPr id="6159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159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9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593" name="Group 78"/>
            <p:cNvGrpSpPr>
              <a:grpSpLocks/>
            </p:cNvGrpSpPr>
            <p:nvPr/>
          </p:nvGrpSpPr>
          <p:grpSpPr bwMode="auto">
            <a:xfrm>
              <a:off x="2112" y="2256"/>
              <a:ext cx="672" cy="192"/>
              <a:chOff x="2496" y="2160"/>
              <a:chExt cx="768" cy="144"/>
            </a:xfrm>
          </p:grpSpPr>
          <p:sp>
            <p:nvSpPr>
              <p:cNvPr id="6159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159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9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463" name="Group 82"/>
          <p:cNvGrpSpPr>
            <a:grpSpLocks/>
          </p:cNvGrpSpPr>
          <p:nvPr/>
        </p:nvGrpSpPr>
        <p:grpSpPr bwMode="auto">
          <a:xfrm>
            <a:off x="2857500" y="3326607"/>
            <a:ext cx="800100" cy="159544"/>
            <a:chOff x="2496" y="2160"/>
            <a:chExt cx="768" cy="144"/>
          </a:xfrm>
        </p:grpSpPr>
        <p:sp>
          <p:nvSpPr>
            <p:cNvPr id="6158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158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9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464" name="Group 86"/>
          <p:cNvGrpSpPr>
            <a:grpSpLocks/>
          </p:cNvGrpSpPr>
          <p:nvPr/>
        </p:nvGrpSpPr>
        <p:grpSpPr bwMode="auto">
          <a:xfrm>
            <a:off x="3657600" y="3326607"/>
            <a:ext cx="628650" cy="159544"/>
            <a:chOff x="2112" y="2064"/>
            <a:chExt cx="528" cy="192"/>
          </a:xfrm>
        </p:grpSpPr>
        <p:grpSp>
          <p:nvGrpSpPr>
            <p:cNvPr id="61582" name="Group 87"/>
            <p:cNvGrpSpPr>
              <a:grpSpLocks/>
            </p:cNvGrpSpPr>
            <p:nvPr/>
          </p:nvGrpSpPr>
          <p:grpSpPr bwMode="auto">
            <a:xfrm>
              <a:off x="2112" y="2064"/>
              <a:ext cx="528" cy="192"/>
              <a:chOff x="2208" y="2112"/>
              <a:chExt cx="528" cy="144"/>
            </a:xfrm>
          </p:grpSpPr>
          <p:sp>
            <p:nvSpPr>
              <p:cNvPr id="6158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158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83" name="Group 90"/>
            <p:cNvGrpSpPr>
              <a:grpSpLocks/>
            </p:cNvGrpSpPr>
            <p:nvPr/>
          </p:nvGrpSpPr>
          <p:grpSpPr bwMode="auto">
            <a:xfrm>
              <a:off x="2448" y="2064"/>
              <a:ext cx="144" cy="144"/>
              <a:chOff x="2448" y="2064"/>
              <a:chExt cx="144" cy="144"/>
            </a:xfrm>
          </p:grpSpPr>
          <p:sp>
            <p:nvSpPr>
              <p:cNvPr id="6158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8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465" name="Group 93"/>
          <p:cNvGrpSpPr>
            <a:grpSpLocks/>
          </p:cNvGrpSpPr>
          <p:nvPr/>
        </p:nvGrpSpPr>
        <p:grpSpPr bwMode="auto">
          <a:xfrm>
            <a:off x="2857500" y="2571750"/>
            <a:ext cx="1428750" cy="171450"/>
            <a:chOff x="1440" y="2064"/>
            <a:chExt cx="1200" cy="192"/>
          </a:xfrm>
        </p:grpSpPr>
        <p:grpSp>
          <p:nvGrpSpPr>
            <p:cNvPr id="61571" name="Group 94"/>
            <p:cNvGrpSpPr>
              <a:grpSpLocks/>
            </p:cNvGrpSpPr>
            <p:nvPr/>
          </p:nvGrpSpPr>
          <p:grpSpPr bwMode="auto">
            <a:xfrm>
              <a:off x="1440" y="2064"/>
              <a:ext cx="672" cy="192"/>
              <a:chOff x="2496" y="2160"/>
              <a:chExt cx="768" cy="144"/>
            </a:xfrm>
          </p:grpSpPr>
          <p:sp>
            <p:nvSpPr>
              <p:cNvPr id="6157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158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8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572" name="Group 98"/>
            <p:cNvGrpSpPr>
              <a:grpSpLocks/>
            </p:cNvGrpSpPr>
            <p:nvPr/>
          </p:nvGrpSpPr>
          <p:grpSpPr bwMode="auto">
            <a:xfrm>
              <a:off x="2112" y="2064"/>
              <a:ext cx="528" cy="192"/>
              <a:chOff x="2112" y="2064"/>
              <a:chExt cx="528" cy="192"/>
            </a:xfrm>
          </p:grpSpPr>
          <p:grpSp>
            <p:nvGrpSpPr>
              <p:cNvPr id="61573" name="Group 99"/>
              <p:cNvGrpSpPr>
                <a:grpSpLocks/>
              </p:cNvGrpSpPr>
              <p:nvPr/>
            </p:nvGrpSpPr>
            <p:grpSpPr bwMode="auto">
              <a:xfrm>
                <a:off x="2112" y="2064"/>
                <a:ext cx="528" cy="192"/>
                <a:chOff x="2208" y="2112"/>
                <a:chExt cx="528" cy="144"/>
              </a:xfrm>
            </p:grpSpPr>
            <p:sp>
              <p:nvSpPr>
                <p:cNvPr id="6157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157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74" name="Group 102"/>
              <p:cNvGrpSpPr>
                <a:grpSpLocks/>
              </p:cNvGrpSpPr>
              <p:nvPr/>
            </p:nvGrpSpPr>
            <p:grpSpPr bwMode="auto">
              <a:xfrm>
                <a:off x="2448" y="2064"/>
                <a:ext cx="144" cy="144"/>
                <a:chOff x="2448" y="2064"/>
                <a:chExt cx="144" cy="144"/>
              </a:xfrm>
            </p:grpSpPr>
            <p:sp>
              <p:nvSpPr>
                <p:cNvPr id="6157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7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1466" name="Group 105"/>
          <p:cNvGrpSpPr>
            <a:grpSpLocks/>
          </p:cNvGrpSpPr>
          <p:nvPr/>
        </p:nvGrpSpPr>
        <p:grpSpPr bwMode="auto">
          <a:xfrm>
            <a:off x="2857500" y="3886200"/>
            <a:ext cx="1428750" cy="171450"/>
            <a:chOff x="1440" y="2064"/>
            <a:chExt cx="1200" cy="192"/>
          </a:xfrm>
        </p:grpSpPr>
        <p:grpSp>
          <p:nvGrpSpPr>
            <p:cNvPr id="61560" name="Group 106"/>
            <p:cNvGrpSpPr>
              <a:grpSpLocks/>
            </p:cNvGrpSpPr>
            <p:nvPr/>
          </p:nvGrpSpPr>
          <p:grpSpPr bwMode="auto">
            <a:xfrm>
              <a:off x="1440" y="2064"/>
              <a:ext cx="672" cy="192"/>
              <a:chOff x="2496" y="2160"/>
              <a:chExt cx="768" cy="144"/>
            </a:xfrm>
          </p:grpSpPr>
          <p:sp>
            <p:nvSpPr>
              <p:cNvPr id="6156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156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7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561" name="Group 110"/>
            <p:cNvGrpSpPr>
              <a:grpSpLocks/>
            </p:cNvGrpSpPr>
            <p:nvPr/>
          </p:nvGrpSpPr>
          <p:grpSpPr bwMode="auto">
            <a:xfrm>
              <a:off x="2112" y="2064"/>
              <a:ext cx="528" cy="192"/>
              <a:chOff x="2112" y="2064"/>
              <a:chExt cx="528" cy="192"/>
            </a:xfrm>
          </p:grpSpPr>
          <p:grpSp>
            <p:nvGrpSpPr>
              <p:cNvPr id="61562" name="Group 111"/>
              <p:cNvGrpSpPr>
                <a:grpSpLocks/>
              </p:cNvGrpSpPr>
              <p:nvPr/>
            </p:nvGrpSpPr>
            <p:grpSpPr bwMode="auto">
              <a:xfrm>
                <a:off x="2112" y="2064"/>
                <a:ext cx="528" cy="192"/>
                <a:chOff x="2208" y="2112"/>
                <a:chExt cx="528" cy="144"/>
              </a:xfrm>
            </p:grpSpPr>
            <p:sp>
              <p:nvSpPr>
                <p:cNvPr id="6156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156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63" name="Group 114"/>
              <p:cNvGrpSpPr>
                <a:grpSpLocks/>
              </p:cNvGrpSpPr>
              <p:nvPr/>
            </p:nvGrpSpPr>
            <p:grpSpPr bwMode="auto">
              <a:xfrm>
                <a:off x="2448" y="2064"/>
                <a:ext cx="144" cy="144"/>
                <a:chOff x="2448" y="2064"/>
                <a:chExt cx="144" cy="144"/>
              </a:xfrm>
            </p:grpSpPr>
            <p:sp>
              <p:nvSpPr>
                <p:cNvPr id="6156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6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1467" name="Group 117"/>
          <p:cNvGrpSpPr>
            <a:grpSpLocks/>
          </p:cNvGrpSpPr>
          <p:nvPr/>
        </p:nvGrpSpPr>
        <p:grpSpPr bwMode="auto">
          <a:xfrm>
            <a:off x="2857500" y="4126707"/>
            <a:ext cx="800100" cy="159544"/>
            <a:chOff x="2496" y="2160"/>
            <a:chExt cx="768" cy="144"/>
          </a:xfrm>
        </p:grpSpPr>
        <p:sp>
          <p:nvSpPr>
            <p:cNvPr id="6155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155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5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468" name="Group 121"/>
          <p:cNvGrpSpPr>
            <a:grpSpLocks/>
          </p:cNvGrpSpPr>
          <p:nvPr/>
        </p:nvGrpSpPr>
        <p:grpSpPr bwMode="auto">
          <a:xfrm>
            <a:off x="3657600" y="4126707"/>
            <a:ext cx="628650" cy="159544"/>
            <a:chOff x="2112" y="2064"/>
            <a:chExt cx="528" cy="192"/>
          </a:xfrm>
        </p:grpSpPr>
        <p:grpSp>
          <p:nvGrpSpPr>
            <p:cNvPr id="61551" name="Group 122"/>
            <p:cNvGrpSpPr>
              <a:grpSpLocks/>
            </p:cNvGrpSpPr>
            <p:nvPr/>
          </p:nvGrpSpPr>
          <p:grpSpPr bwMode="auto">
            <a:xfrm>
              <a:off x="2112" y="2064"/>
              <a:ext cx="528" cy="192"/>
              <a:chOff x="2208" y="2112"/>
              <a:chExt cx="528" cy="144"/>
            </a:xfrm>
          </p:grpSpPr>
          <p:sp>
            <p:nvSpPr>
              <p:cNvPr id="6155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155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52" name="Group 125"/>
            <p:cNvGrpSpPr>
              <a:grpSpLocks/>
            </p:cNvGrpSpPr>
            <p:nvPr/>
          </p:nvGrpSpPr>
          <p:grpSpPr bwMode="auto">
            <a:xfrm>
              <a:off x="2448" y="2064"/>
              <a:ext cx="144" cy="144"/>
              <a:chOff x="2448" y="2064"/>
              <a:chExt cx="144" cy="144"/>
            </a:xfrm>
          </p:grpSpPr>
          <p:sp>
            <p:nvSpPr>
              <p:cNvPr id="6155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5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469" name="Group 128"/>
          <p:cNvGrpSpPr>
            <a:grpSpLocks/>
          </p:cNvGrpSpPr>
          <p:nvPr/>
        </p:nvGrpSpPr>
        <p:grpSpPr bwMode="auto">
          <a:xfrm>
            <a:off x="2857500" y="3040857"/>
            <a:ext cx="2228850" cy="159544"/>
            <a:chOff x="1440" y="2256"/>
            <a:chExt cx="1872" cy="192"/>
          </a:xfrm>
        </p:grpSpPr>
        <p:grpSp>
          <p:nvGrpSpPr>
            <p:cNvPr id="61536" name="Group 129"/>
            <p:cNvGrpSpPr>
              <a:grpSpLocks/>
            </p:cNvGrpSpPr>
            <p:nvPr/>
          </p:nvGrpSpPr>
          <p:grpSpPr bwMode="auto">
            <a:xfrm>
              <a:off x="2784" y="2256"/>
              <a:ext cx="528" cy="192"/>
              <a:chOff x="2112" y="2064"/>
              <a:chExt cx="528" cy="192"/>
            </a:xfrm>
          </p:grpSpPr>
          <p:grpSp>
            <p:nvGrpSpPr>
              <p:cNvPr id="61545" name="Group 130"/>
              <p:cNvGrpSpPr>
                <a:grpSpLocks/>
              </p:cNvGrpSpPr>
              <p:nvPr/>
            </p:nvGrpSpPr>
            <p:grpSpPr bwMode="auto">
              <a:xfrm>
                <a:off x="2112" y="2064"/>
                <a:ext cx="528" cy="192"/>
                <a:chOff x="2208" y="2112"/>
                <a:chExt cx="528" cy="144"/>
              </a:xfrm>
            </p:grpSpPr>
            <p:sp>
              <p:nvSpPr>
                <p:cNvPr id="6154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155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46" name="Group 133"/>
              <p:cNvGrpSpPr>
                <a:grpSpLocks/>
              </p:cNvGrpSpPr>
              <p:nvPr/>
            </p:nvGrpSpPr>
            <p:grpSpPr bwMode="auto">
              <a:xfrm>
                <a:off x="2448" y="2064"/>
                <a:ext cx="144" cy="144"/>
                <a:chOff x="2448" y="2064"/>
                <a:chExt cx="144" cy="144"/>
              </a:xfrm>
            </p:grpSpPr>
            <p:sp>
              <p:nvSpPr>
                <p:cNvPr id="6154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4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537" name="Group 136"/>
            <p:cNvGrpSpPr>
              <a:grpSpLocks/>
            </p:cNvGrpSpPr>
            <p:nvPr/>
          </p:nvGrpSpPr>
          <p:grpSpPr bwMode="auto">
            <a:xfrm>
              <a:off x="1440" y="2256"/>
              <a:ext cx="672" cy="192"/>
              <a:chOff x="2496" y="2160"/>
              <a:chExt cx="768" cy="144"/>
            </a:xfrm>
          </p:grpSpPr>
          <p:sp>
            <p:nvSpPr>
              <p:cNvPr id="6154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154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4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538" name="Group 140"/>
            <p:cNvGrpSpPr>
              <a:grpSpLocks/>
            </p:cNvGrpSpPr>
            <p:nvPr/>
          </p:nvGrpSpPr>
          <p:grpSpPr bwMode="auto">
            <a:xfrm>
              <a:off x="2112" y="2256"/>
              <a:ext cx="672" cy="192"/>
              <a:chOff x="2496" y="2160"/>
              <a:chExt cx="768" cy="144"/>
            </a:xfrm>
          </p:grpSpPr>
          <p:sp>
            <p:nvSpPr>
              <p:cNvPr id="6153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154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4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470" name="Group 144"/>
          <p:cNvGrpSpPr>
            <a:grpSpLocks/>
          </p:cNvGrpSpPr>
          <p:nvPr/>
        </p:nvGrpSpPr>
        <p:grpSpPr bwMode="auto">
          <a:xfrm>
            <a:off x="3657600" y="4400550"/>
            <a:ext cx="2228850" cy="171450"/>
            <a:chOff x="1440" y="2256"/>
            <a:chExt cx="1872" cy="192"/>
          </a:xfrm>
        </p:grpSpPr>
        <p:grpSp>
          <p:nvGrpSpPr>
            <p:cNvPr id="61521" name="Group 145"/>
            <p:cNvGrpSpPr>
              <a:grpSpLocks/>
            </p:cNvGrpSpPr>
            <p:nvPr/>
          </p:nvGrpSpPr>
          <p:grpSpPr bwMode="auto">
            <a:xfrm>
              <a:off x="2784" y="2256"/>
              <a:ext cx="528" cy="192"/>
              <a:chOff x="2112" y="2064"/>
              <a:chExt cx="528" cy="192"/>
            </a:xfrm>
          </p:grpSpPr>
          <p:grpSp>
            <p:nvGrpSpPr>
              <p:cNvPr id="61530" name="Group 146"/>
              <p:cNvGrpSpPr>
                <a:grpSpLocks/>
              </p:cNvGrpSpPr>
              <p:nvPr/>
            </p:nvGrpSpPr>
            <p:grpSpPr bwMode="auto">
              <a:xfrm>
                <a:off x="2112" y="2064"/>
                <a:ext cx="528" cy="192"/>
                <a:chOff x="2208" y="2112"/>
                <a:chExt cx="528" cy="144"/>
              </a:xfrm>
            </p:grpSpPr>
            <p:sp>
              <p:nvSpPr>
                <p:cNvPr id="6153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153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1531" name="Group 149"/>
              <p:cNvGrpSpPr>
                <a:grpSpLocks/>
              </p:cNvGrpSpPr>
              <p:nvPr/>
            </p:nvGrpSpPr>
            <p:grpSpPr bwMode="auto">
              <a:xfrm>
                <a:off x="2448" y="2064"/>
                <a:ext cx="144" cy="144"/>
                <a:chOff x="2448" y="2064"/>
                <a:chExt cx="144" cy="144"/>
              </a:xfrm>
            </p:grpSpPr>
            <p:sp>
              <p:nvSpPr>
                <p:cNvPr id="6153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3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522" name="Group 152"/>
            <p:cNvGrpSpPr>
              <a:grpSpLocks/>
            </p:cNvGrpSpPr>
            <p:nvPr/>
          </p:nvGrpSpPr>
          <p:grpSpPr bwMode="auto">
            <a:xfrm>
              <a:off x="1440" y="2256"/>
              <a:ext cx="672" cy="192"/>
              <a:chOff x="2496" y="2160"/>
              <a:chExt cx="768" cy="144"/>
            </a:xfrm>
          </p:grpSpPr>
          <p:sp>
            <p:nvSpPr>
              <p:cNvPr id="6152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152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2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1523" name="Group 156"/>
            <p:cNvGrpSpPr>
              <a:grpSpLocks/>
            </p:cNvGrpSpPr>
            <p:nvPr/>
          </p:nvGrpSpPr>
          <p:grpSpPr bwMode="auto">
            <a:xfrm>
              <a:off x="2112" y="2256"/>
              <a:ext cx="672" cy="192"/>
              <a:chOff x="2496" y="2160"/>
              <a:chExt cx="768" cy="144"/>
            </a:xfrm>
          </p:grpSpPr>
          <p:sp>
            <p:nvSpPr>
              <p:cNvPr id="6152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152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2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1471" name="Group 160"/>
          <p:cNvGrpSpPr>
            <a:grpSpLocks/>
          </p:cNvGrpSpPr>
          <p:nvPr/>
        </p:nvGrpSpPr>
        <p:grpSpPr bwMode="auto">
          <a:xfrm>
            <a:off x="2857500" y="4400550"/>
            <a:ext cx="800100" cy="171450"/>
            <a:chOff x="2496" y="2160"/>
            <a:chExt cx="768" cy="144"/>
          </a:xfrm>
        </p:grpSpPr>
        <p:sp>
          <p:nvSpPr>
            <p:cNvPr id="6151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151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52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1472"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147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147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75"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147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7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147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79"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148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8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148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83"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148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8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1486"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87"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1488"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1489"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90"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1491"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92"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1493"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494"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1495"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1496"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1497"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1498" name="Group 193"/>
          <p:cNvGrpSpPr>
            <a:grpSpLocks/>
          </p:cNvGrpSpPr>
          <p:nvPr/>
        </p:nvGrpSpPr>
        <p:grpSpPr bwMode="auto">
          <a:xfrm>
            <a:off x="6053138" y="342900"/>
            <a:ext cx="1943100" cy="1943100"/>
            <a:chOff x="2784" y="96"/>
            <a:chExt cx="1632" cy="1680"/>
          </a:xfrm>
        </p:grpSpPr>
        <p:sp>
          <p:nvSpPr>
            <p:cNvPr id="61500" name="Oval 19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1501" name="Oval 19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1502" name="Oval 19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1503" name="Oval 19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1504" name="Oval 19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1505" name="Oval 19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1506" name="Oval 20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1507" name="Line 20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08" name="Line 20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09" name="Line 20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0" name="Line 20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1" name="Line 20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2" name="Line 20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3" name="Oval 20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1514" name="Line 20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5" name="Line 20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6" name="Line 21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1517" name="Line 21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9824270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ED04D326-936F-0610-D354-6668B9E6B28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ED04D326-936F-0610-D354-6668B9E6B28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2466" name="Group 21"/>
          <p:cNvGrpSpPr>
            <a:grpSpLocks/>
          </p:cNvGrpSpPr>
          <p:nvPr/>
        </p:nvGrpSpPr>
        <p:grpSpPr bwMode="auto">
          <a:xfrm>
            <a:off x="1524001" y="2520554"/>
            <a:ext cx="1079897" cy="258365"/>
            <a:chOff x="288" y="2016"/>
            <a:chExt cx="816" cy="192"/>
          </a:xfrm>
        </p:grpSpPr>
        <p:sp>
          <p:nvSpPr>
            <p:cNvPr id="62653"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2654"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246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246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2469" name="Group 26"/>
          <p:cNvGrpSpPr>
            <a:grpSpLocks/>
          </p:cNvGrpSpPr>
          <p:nvPr/>
        </p:nvGrpSpPr>
        <p:grpSpPr bwMode="auto">
          <a:xfrm>
            <a:off x="1524001" y="3036094"/>
            <a:ext cx="1079897" cy="258366"/>
            <a:chOff x="288" y="2016"/>
            <a:chExt cx="816" cy="192"/>
          </a:xfrm>
        </p:grpSpPr>
        <p:sp>
          <p:nvSpPr>
            <p:cNvPr id="62651"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2652"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470" name="Group 29"/>
          <p:cNvGrpSpPr>
            <a:grpSpLocks/>
          </p:cNvGrpSpPr>
          <p:nvPr/>
        </p:nvGrpSpPr>
        <p:grpSpPr bwMode="auto">
          <a:xfrm>
            <a:off x="1524001" y="3294460"/>
            <a:ext cx="1079897" cy="258365"/>
            <a:chOff x="288" y="2016"/>
            <a:chExt cx="816" cy="192"/>
          </a:xfrm>
        </p:grpSpPr>
        <p:sp>
          <p:nvSpPr>
            <p:cNvPr id="62649"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2650"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471" name="Group 32"/>
          <p:cNvGrpSpPr>
            <a:grpSpLocks/>
          </p:cNvGrpSpPr>
          <p:nvPr/>
        </p:nvGrpSpPr>
        <p:grpSpPr bwMode="auto">
          <a:xfrm>
            <a:off x="1524001" y="3552825"/>
            <a:ext cx="1079897" cy="257175"/>
            <a:chOff x="288" y="2016"/>
            <a:chExt cx="816" cy="192"/>
          </a:xfrm>
        </p:grpSpPr>
        <p:sp>
          <p:nvSpPr>
            <p:cNvPr id="62647"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2648"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472" name="Group 35"/>
          <p:cNvGrpSpPr>
            <a:grpSpLocks/>
          </p:cNvGrpSpPr>
          <p:nvPr/>
        </p:nvGrpSpPr>
        <p:grpSpPr bwMode="auto">
          <a:xfrm>
            <a:off x="1524001" y="3810000"/>
            <a:ext cx="1079897" cy="258366"/>
            <a:chOff x="288" y="2016"/>
            <a:chExt cx="816" cy="192"/>
          </a:xfrm>
        </p:grpSpPr>
        <p:sp>
          <p:nvSpPr>
            <p:cNvPr id="62645"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2646"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473" name="Group 38"/>
          <p:cNvGrpSpPr>
            <a:grpSpLocks/>
          </p:cNvGrpSpPr>
          <p:nvPr/>
        </p:nvGrpSpPr>
        <p:grpSpPr bwMode="auto">
          <a:xfrm>
            <a:off x="1524001" y="4325542"/>
            <a:ext cx="1079897" cy="258365"/>
            <a:chOff x="288" y="2016"/>
            <a:chExt cx="816" cy="192"/>
          </a:xfrm>
        </p:grpSpPr>
        <p:sp>
          <p:nvSpPr>
            <p:cNvPr id="62643"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2644"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474" name="Group 41"/>
          <p:cNvGrpSpPr>
            <a:grpSpLocks/>
          </p:cNvGrpSpPr>
          <p:nvPr/>
        </p:nvGrpSpPr>
        <p:grpSpPr bwMode="auto">
          <a:xfrm>
            <a:off x="1524001" y="4068366"/>
            <a:ext cx="1079897" cy="257175"/>
            <a:chOff x="288" y="2016"/>
            <a:chExt cx="816" cy="192"/>
          </a:xfrm>
        </p:grpSpPr>
        <p:sp>
          <p:nvSpPr>
            <p:cNvPr id="62641"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2642"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247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247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7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7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8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8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8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8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48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2485" name="Group 54"/>
          <p:cNvGrpSpPr>
            <a:grpSpLocks/>
          </p:cNvGrpSpPr>
          <p:nvPr/>
        </p:nvGrpSpPr>
        <p:grpSpPr bwMode="auto">
          <a:xfrm>
            <a:off x="2857500" y="3612357"/>
            <a:ext cx="1428750" cy="159544"/>
            <a:chOff x="1440" y="2064"/>
            <a:chExt cx="1200" cy="192"/>
          </a:xfrm>
        </p:grpSpPr>
        <p:grpSp>
          <p:nvGrpSpPr>
            <p:cNvPr id="62630" name="Group 55"/>
            <p:cNvGrpSpPr>
              <a:grpSpLocks/>
            </p:cNvGrpSpPr>
            <p:nvPr/>
          </p:nvGrpSpPr>
          <p:grpSpPr bwMode="auto">
            <a:xfrm>
              <a:off x="1440" y="2064"/>
              <a:ext cx="672" cy="192"/>
              <a:chOff x="2496" y="2160"/>
              <a:chExt cx="768" cy="144"/>
            </a:xfrm>
          </p:grpSpPr>
          <p:sp>
            <p:nvSpPr>
              <p:cNvPr id="62638"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2639"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640"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631" name="Group 59"/>
            <p:cNvGrpSpPr>
              <a:grpSpLocks/>
            </p:cNvGrpSpPr>
            <p:nvPr/>
          </p:nvGrpSpPr>
          <p:grpSpPr bwMode="auto">
            <a:xfrm>
              <a:off x="2112" y="2064"/>
              <a:ext cx="528" cy="192"/>
              <a:chOff x="2112" y="2064"/>
              <a:chExt cx="528" cy="192"/>
            </a:xfrm>
          </p:grpSpPr>
          <p:grpSp>
            <p:nvGrpSpPr>
              <p:cNvPr id="62632" name="Group 60"/>
              <p:cNvGrpSpPr>
                <a:grpSpLocks/>
              </p:cNvGrpSpPr>
              <p:nvPr/>
            </p:nvGrpSpPr>
            <p:grpSpPr bwMode="auto">
              <a:xfrm>
                <a:off x="2112" y="2064"/>
                <a:ext cx="528" cy="192"/>
                <a:chOff x="2208" y="2112"/>
                <a:chExt cx="528" cy="144"/>
              </a:xfrm>
            </p:grpSpPr>
            <p:sp>
              <p:nvSpPr>
                <p:cNvPr id="62636"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2637"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633" name="Group 63"/>
              <p:cNvGrpSpPr>
                <a:grpSpLocks/>
              </p:cNvGrpSpPr>
              <p:nvPr/>
            </p:nvGrpSpPr>
            <p:grpSpPr bwMode="auto">
              <a:xfrm>
                <a:off x="2448" y="2064"/>
                <a:ext cx="144" cy="144"/>
                <a:chOff x="2448" y="2064"/>
                <a:chExt cx="144" cy="144"/>
              </a:xfrm>
            </p:grpSpPr>
            <p:sp>
              <p:nvSpPr>
                <p:cNvPr id="62634"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635"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2486" name="Group 66"/>
          <p:cNvGrpSpPr>
            <a:grpSpLocks/>
          </p:cNvGrpSpPr>
          <p:nvPr/>
        </p:nvGrpSpPr>
        <p:grpSpPr bwMode="auto">
          <a:xfrm>
            <a:off x="2857500" y="2800350"/>
            <a:ext cx="2228850" cy="171450"/>
            <a:chOff x="1440" y="2256"/>
            <a:chExt cx="1872" cy="192"/>
          </a:xfrm>
        </p:grpSpPr>
        <p:grpSp>
          <p:nvGrpSpPr>
            <p:cNvPr id="62615" name="Group 67"/>
            <p:cNvGrpSpPr>
              <a:grpSpLocks/>
            </p:cNvGrpSpPr>
            <p:nvPr/>
          </p:nvGrpSpPr>
          <p:grpSpPr bwMode="auto">
            <a:xfrm>
              <a:off x="2784" y="2256"/>
              <a:ext cx="528" cy="192"/>
              <a:chOff x="2112" y="2064"/>
              <a:chExt cx="528" cy="192"/>
            </a:xfrm>
          </p:grpSpPr>
          <p:grpSp>
            <p:nvGrpSpPr>
              <p:cNvPr id="62624" name="Group 68"/>
              <p:cNvGrpSpPr>
                <a:grpSpLocks/>
              </p:cNvGrpSpPr>
              <p:nvPr/>
            </p:nvGrpSpPr>
            <p:grpSpPr bwMode="auto">
              <a:xfrm>
                <a:off x="2112" y="2064"/>
                <a:ext cx="528" cy="192"/>
                <a:chOff x="2208" y="2112"/>
                <a:chExt cx="528" cy="144"/>
              </a:xfrm>
            </p:grpSpPr>
            <p:sp>
              <p:nvSpPr>
                <p:cNvPr id="62628"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2629"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625" name="Group 71"/>
              <p:cNvGrpSpPr>
                <a:grpSpLocks/>
              </p:cNvGrpSpPr>
              <p:nvPr/>
            </p:nvGrpSpPr>
            <p:grpSpPr bwMode="auto">
              <a:xfrm>
                <a:off x="2448" y="2064"/>
                <a:ext cx="144" cy="144"/>
                <a:chOff x="2448" y="2064"/>
                <a:chExt cx="144" cy="144"/>
              </a:xfrm>
            </p:grpSpPr>
            <p:sp>
              <p:nvSpPr>
                <p:cNvPr id="62626"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627"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616" name="Group 74"/>
            <p:cNvGrpSpPr>
              <a:grpSpLocks/>
            </p:cNvGrpSpPr>
            <p:nvPr/>
          </p:nvGrpSpPr>
          <p:grpSpPr bwMode="auto">
            <a:xfrm>
              <a:off x="1440" y="2256"/>
              <a:ext cx="672" cy="192"/>
              <a:chOff x="2496" y="2160"/>
              <a:chExt cx="768" cy="144"/>
            </a:xfrm>
          </p:grpSpPr>
          <p:sp>
            <p:nvSpPr>
              <p:cNvPr id="62621"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2622"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623"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617" name="Group 78"/>
            <p:cNvGrpSpPr>
              <a:grpSpLocks/>
            </p:cNvGrpSpPr>
            <p:nvPr/>
          </p:nvGrpSpPr>
          <p:grpSpPr bwMode="auto">
            <a:xfrm>
              <a:off x="2112" y="2256"/>
              <a:ext cx="672" cy="192"/>
              <a:chOff x="2496" y="2160"/>
              <a:chExt cx="768" cy="144"/>
            </a:xfrm>
          </p:grpSpPr>
          <p:sp>
            <p:nvSpPr>
              <p:cNvPr id="62618"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2619"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620"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487" name="Group 82"/>
          <p:cNvGrpSpPr>
            <a:grpSpLocks/>
          </p:cNvGrpSpPr>
          <p:nvPr/>
        </p:nvGrpSpPr>
        <p:grpSpPr bwMode="auto">
          <a:xfrm>
            <a:off x="2857500" y="3326607"/>
            <a:ext cx="800100" cy="159544"/>
            <a:chOff x="2496" y="2160"/>
            <a:chExt cx="768" cy="144"/>
          </a:xfrm>
        </p:grpSpPr>
        <p:sp>
          <p:nvSpPr>
            <p:cNvPr id="62612"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2613"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614"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488" name="Group 86"/>
          <p:cNvGrpSpPr>
            <a:grpSpLocks/>
          </p:cNvGrpSpPr>
          <p:nvPr/>
        </p:nvGrpSpPr>
        <p:grpSpPr bwMode="auto">
          <a:xfrm>
            <a:off x="3657600" y="3326607"/>
            <a:ext cx="628650" cy="159544"/>
            <a:chOff x="2112" y="2064"/>
            <a:chExt cx="528" cy="192"/>
          </a:xfrm>
        </p:grpSpPr>
        <p:grpSp>
          <p:nvGrpSpPr>
            <p:cNvPr id="62606" name="Group 87"/>
            <p:cNvGrpSpPr>
              <a:grpSpLocks/>
            </p:cNvGrpSpPr>
            <p:nvPr/>
          </p:nvGrpSpPr>
          <p:grpSpPr bwMode="auto">
            <a:xfrm>
              <a:off x="2112" y="2064"/>
              <a:ext cx="528" cy="192"/>
              <a:chOff x="2208" y="2112"/>
              <a:chExt cx="528" cy="144"/>
            </a:xfrm>
          </p:grpSpPr>
          <p:sp>
            <p:nvSpPr>
              <p:cNvPr id="62610"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2611"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607" name="Group 90"/>
            <p:cNvGrpSpPr>
              <a:grpSpLocks/>
            </p:cNvGrpSpPr>
            <p:nvPr/>
          </p:nvGrpSpPr>
          <p:grpSpPr bwMode="auto">
            <a:xfrm>
              <a:off x="2448" y="2064"/>
              <a:ext cx="144" cy="144"/>
              <a:chOff x="2448" y="2064"/>
              <a:chExt cx="144" cy="144"/>
            </a:xfrm>
          </p:grpSpPr>
          <p:sp>
            <p:nvSpPr>
              <p:cNvPr id="62608"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609"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489" name="Group 93"/>
          <p:cNvGrpSpPr>
            <a:grpSpLocks/>
          </p:cNvGrpSpPr>
          <p:nvPr/>
        </p:nvGrpSpPr>
        <p:grpSpPr bwMode="auto">
          <a:xfrm>
            <a:off x="2857500" y="2571750"/>
            <a:ext cx="1428750" cy="171450"/>
            <a:chOff x="1440" y="2064"/>
            <a:chExt cx="1200" cy="192"/>
          </a:xfrm>
        </p:grpSpPr>
        <p:grpSp>
          <p:nvGrpSpPr>
            <p:cNvPr id="62595" name="Group 94"/>
            <p:cNvGrpSpPr>
              <a:grpSpLocks/>
            </p:cNvGrpSpPr>
            <p:nvPr/>
          </p:nvGrpSpPr>
          <p:grpSpPr bwMode="auto">
            <a:xfrm>
              <a:off x="1440" y="2064"/>
              <a:ext cx="672" cy="192"/>
              <a:chOff x="2496" y="2160"/>
              <a:chExt cx="768" cy="144"/>
            </a:xfrm>
          </p:grpSpPr>
          <p:sp>
            <p:nvSpPr>
              <p:cNvPr id="62603"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2604"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605"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596" name="Group 98"/>
            <p:cNvGrpSpPr>
              <a:grpSpLocks/>
            </p:cNvGrpSpPr>
            <p:nvPr/>
          </p:nvGrpSpPr>
          <p:grpSpPr bwMode="auto">
            <a:xfrm>
              <a:off x="2112" y="2064"/>
              <a:ext cx="528" cy="192"/>
              <a:chOff x="2112" y="2064"/>
              <a:chExt cx="528" cy="192"/>
            </a:xfrm>
          </p:grpSpPr>
          <p:grpSp>
            <p:nvGrpSpPr>
              <p:cNvPr id="62597" name="Group 99"/>
              <p:cNvGrpSpPr>
                <a:grpSpLocks/>
              </p:cNvGrpSpPr>
              <p:nvPr/>
            </p:nvGrpSpPr>
            <p:grpSpPr bwMode="auto">
              <a:xfrm>
                <a:off x="2112" y="2064"/>
                <a:ext cx="528" cy="192"/>
                <a:chOff x="2208" y="2112"/>
                <a:chExt cx="528" cy="144"/>
              </a:xfrm>
            </p:grpSpPr>
            <p:sp>
              <p:nvSpPr>
                <p:cNvPr id="62601"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2602"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598" name="Group 102"/>
              <p:cNvGrpSpPr>
                <a:grpSpLocks/>
              </p:cNvGrpSpPr>
              <p:nvPr/>
            </p:nvGrpSpPr>
            <p:grpSpPr bwMode="auto">
              <a:xfrm>
                <a:off x="2448" y="2064"/>
                <a:ext cx="144" cy="144"/>
                <a:chOff x="2448" y="2064"/>
                <a:chExt cx="144" cy="144"/>
              </a:xfrm>
            </p:grpSpPr>
            <p:sp>
              <p:nvSpPr>
                <p:cNvPr id="62599"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600"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2490" name="Group 105"/>
          <p:cNvGrpSpPr>
            <a:grpSpLocks/>
          </p:cNvGrpSpPr>
          <p:nvPr/>
        </p:nvGrpSpPr>
        <p:grpSpPr bwMode="auto">
          <a:xfrm>
            <a:off x="2857500" y="3886200"/>
            <a:ext cx="1428750" cy="171450"/>
            <a:chOff x="1440" y="2064"/>
            <a:chExt cx="1200" cy="192"/>
          </a:xfrm>
        </p:grpSpPr>
        <p:grpSp>
          <p:nvGrpSpPr>
            <p:cNvPr id="62584" name="Group 106"/>
            <p:cNvGrpSpPr>
              <a:grpSpLocks/>
            </p:cNvGrpSpPr>
            <p:nvPr/>
          </p:nvGrpSpPr>
          <p:grpSpPr bwMode="auto">
            <a:xfrm>
              <a:off x="1440" y="2064"/>
              <a:ext cx="672" cy="192"/>
              <a:chOff x="2496" y="2160"/>
              <a:chExt cx="768" cy="144"/>
            </a:xfrm>
          </p:grpSpPr>
          <p:sp>
            <p:nvSpPr>
              <p:cNvPr id="62592"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2593"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94"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585" name="Group 110"/>
            <p:cNvGrpSpPr>
              <a:grpSpLocks/>
            </p:cNvGrpSpPr>
            <p:nvPr/>
          </p:nvGrpSpPr>
          <p:grpSpPr bwMode="auto">
            <a:xfrm>
              <a:off x="2112" y="2064"/>
              <a:ext cx="528" cy="192"/>
              <a:chOff x="2112" y="2064"/>
              <a:chExt cx="528" cy="192"/>
            </a:xfrm>
          </p:grpSpPr>
          <p:grpSp>
            <p:nvGrpSpPr>
              <p:cNvPr id="62586" name="Group 111"/>
              <p:cNvGrpSpPr>
                <a:grpSpLocks/>
              </p:cNvGrpSpPr>
              <p:nvPr/>
            </p:nvGrpSpPr>
            <p:grpSpPr bwMode="auto">
              <a:xfrm>
                <a:off x="2112" y="2064"/>
                <a:ext cx="528" cy="192"/>
                <a:chOff x="2208" y="2112"/>
                <a:chExt cx="528" cy="144"/>
              </a:xfrm>
            </p:grpSpPr>
            <p:sp>
              <p:nvSpPr>
                <p:cNvPr id="62590"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2591"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587" name="Group 114"/>
              <p:cNvGrpSpPr>
                <a:grpSpLocks/>
              </p:cNvGrpSpPr>
              <p:nvPr/>
            </p:nvGrpSpPr>
            <p:grpSpPr bwMode="auto">
              <a:xfrm>
                <a:off x="2448" y="2064"/>
                <a:ext cx="144" cy="144"/>
                <a:chOff x="2448" y="2064"/>
                <a:chExt cx="144" cy="144"/>
              </a:xfrm>
            </p:grpSpPr>
            <p:sp>
              <p:nvSpPr>
                <p:cNvPr id="62588"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89"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2491" name="Group 117"/>
          <p:cNvGrpSpPr>
            <a:grpSpLocks/>
          </p:cNvGrpSpPr>
          <p:nvPr/>
        </p:nvGrpSpPr>
        <p:grpSpPr bwMode="auto">
          <a:xfrm>
            <a:off x="2857500" y="4126707"/>
            <a:ext cx="800100" cy="159544"/>
            <a:chOff x="2496" y="2160"/>
            <a:chExt cx="768" cy="144"/>
          </a:xfrm>
        </p:grpSpPr>
        <p:sp>
          <p:nvSpPr>
            <p:cNvPr id="62581"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2582"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83"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492" name="Group 121"/>
          <p:cNvGrpSpPr>
            <a:grpSpLocks/>
          </p:cNvGrpSpPr>
          <p:nvPr/>
        </p:nvGrpSpPr>
        <p:grpSpPr bwMode="auto">
          <a:xfrm>
            <a:off x="3657600" y="4126707"/>
            <a:ext cx="628650" cy="159544"/>
            <a:chOff x="2112" y="2064"/>
            <a:chExt cx="528" cy="192"/>
          </a:xfrm>
        </p:grpSpPr>
        <p:grpSp>
          <p:nvGrpSpPr>
            <p:cNvPr id="62575" name="Group 122"/>
            <p:cNvGrpSpPr>
              <a:grpSpLocks/>
            </p:cNvGrpSpPr>
            <p:nvPr/>
          </p:nvGrpSpPr>
          <p:grpSpPr bwMode="auto">
            <a:xfrm>
              <a:off x="2112" y="2064"/>
              <a:ext cx="528" cy="192"/>
              <a:chOff x="2208" y="2112"/>
              <a:chExt cx="528" cy="144"/>
            </a:xfrm>
          </p:grpSpPr>
          <p:sp>
            <p:nvSpPr>
              <p:cNvPr id="62579"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2580"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576" name="Group 125"/>
            <p:cNvGrpSpPr>
              <a:grpSpLocks/>
            </p:cNvGrpSpPr>
            <p:nvPr/>
          </p:nvGrpSpPr>
          <p:grpSpPr bwMode="auto">
            <a:xfrm>
              <a:off x="2448" y="2064"/>
              <a:ext cx="144" cy="144"/>
              <a:chOff x="2448" y="2064"/>
              <a:chExt cx="144" cy="144"/>
            </a:xfrm>
          </p:grpSpPr>
          <p:sp>
            <p:nvSpPr>
              <p:cNvPr id="62577"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78"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493" name="Group 128"/>
          <p:cNvGrpSpPr>
            <a:grpSpLocks/>
          </p:cNvGrpSpPr>
          <p:nvPr/>
        </p:nvGrpSpPr>
        <p:grpSpPr bwMode="auto">
          <a:xfrm>
            <a:off x="2857500" y="3040857"/>
            <a:ext cx="2228850" cy="159544"/>
            <a:chOff x="1440" y="2256"/>
            <a:chExt cx="1872" cy="192"/>
          </a:xfrm>
        </p:grpSpPr>
        <p:grpSp>
          <p:nvGrpSpPr>
            <p:cNvPr id="62560" name="Group 129"/>
            <p:cNvGrpSpPr>
              <a:grpSpLocks/>
            </p:cNvGrpSpPr>
            <p:nvPr/>
          </p:nvGrpSpPr>
          <p:grpSpPr bwMode="auto">
            <a:xfrm>
              <a:off x="2784" y="2256"/>
              <a:ext cx="528" cy="192"/>
              <a:chOff x="2112" y="2064"/>
              <a:chExt cx="528" cy="192"/>
            </a:xfrm>
          </p:grpSpPr>
          <p:grpSp>
            <p:nvGrpSpPr>
              <p:cNvPr id="62569" name="Group 130"/>
              <p:cNvGrpSpPr>
                <a:grpSpLocks/>
              </p:cNvGrpSpPr>
              <p:nvPr/>
            </p:nvGrpSpPr>
            <p:grpSpPr bwMode="auto">
              <a:xfrm>
                <a:off x="2112" y="2064"/>
                <a:ext cx="528" cy="192"/>
                <a:chOff x="2208" y="2112"/>
                <a:chExt cx="528" cy="144"/>
              </a:xfrm>
            </p:grpSpPr>
            <p:sp>
              <p:nvSpPr>
                <p:cNvPr id="62573"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2574"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570" name="Group 133"/>
              <p:cNvGrpSpPr>
                <a:grpSpLocks/>
              </p:cNvGrpSpPr>
              <p:nvPr/>
            </p:nvGrpSpPr>
            <p:grpSpPr bwMode="auto">
              <a:xfrm>
                <a:off x="2448" y="2064"/>
                <a:ext cx="144" cy="144"/>
                <a:chOff x="2448" y="2064"/>
                <a:chExt cx="144" cy="144"/>
              </a:xfrm>
            </p:grpSpPr>
            <p:sp>
              <p:nvSpPr>
                <p:cNvPr id="62571"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72"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561" name="Group 136"/>
            <p:cNvGrpSpPr>
              <a:grpSpLocks/>
            </p:cNvGrpSpPr>
            <p:nvPr/>
          </p:nvGrpSpPr>
          <p:grpSpPr bwMode="auto">
            <a:xfrm>
              <a:off x="1440" y="2256"/>
              <a:ext cx="672" cy="192"/>
              <a:chOff x="2496" y="2160"/>
              <a:chExt cx="768" cy="144"/>
            </a:xfrm>
          </p:grpSpPr>
          <p:sp>
            <p:nvSpPr>
              <p:cNvPr id="62566"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2567"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68"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562" name="Group 140"/>
            <p:cNvGrpSpPr>
              <a:grpSpLocks/>
            </p:cNvGrpSpPr>
            <p:nvPr/>
          </p:nvGrpSpPr>
          <p:grpSpPr bwMode="auto">
            <a:xfrm>
              <a:off x="2112" y="2256"/>
              <a:ext cx="672" cy="192"/>
              <a:chOff x="2496" y="2160"/>
              <a:chExt cx="768" cy="144"/>
            </a:xfrm>
          </p:grpSpPr>
          <p:sp>
            <p:nvSpPr>
              <p:cNvPr id="62563"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2564"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65"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494" name="Group 144"/>
          <p:cNvGrpSpPr>
            <a:grpSpLocks/>
          </p:cNvGrpSpPr>
          <p:nvPr/>
        </p:nvGrpSpPr>
        <p:grpSpPr bwMode="auto">
          <a:xfrm>
            <a:off x="3657600" y="4400550"/>
            <a:ext cx="2228850" cy="171450"/>
            <a:chOff x="1440" y="2256"/>
            <a:chExt cx="1872" cy="192"/>
          </a:xfrm>
        </p:grpSpPr>
        <p:grpSp>
          <p:nvGrpSpPr>
            <p:cNvPr id="62545" name="Group 145"/>
            <p:cNvGrpSpPr>
              <a:grpSpLocks/>
            </p:cNvGrpSpPr>
            <p:nvPr/>
          </p:nvGrpSpPr>
          <p:grpSpPr bwMode="auto">
            <a:xfrm>
              <a:off x="2784" y="2256"/>
              <a:ext cx="528" cy="192"/>
              <a:chOff x="2112" y="2064"/>
              <a:chExt cx="528" cy="192"/>
            </a:xfrm>
          </p:grpSpPr>
          <p:grpSp>
            <p:nvGrpSpPr>
              <p:cNvPr id="62554" name="Group 146"/>
              <p:cNvGrpSpPr>
                <a:grpSpLocks/>
              </p:cNvGrpSpPr>
              <p:nvPr/>
            </p:nvGrpSpPr>
            <p:grpSpPr bwMode="auto">
              <a:xfrm>
                <a:off x="2112" y="2064"/>
                <a:ext cx="528" cy="192"/>
                <a:chOff x="2208" y="2112"/>
                <a:chExt cx="528" cy="144"/>
              </a:xfrm>
            </p:grpSpPr>
            <p:sp>
              <p:nvSpPr>
                <p:cNvPr id="62558"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2559"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2555" name="Group 149"/>
              <p:cNvGrpSpPr>
                <a:grpSpLocks/>
              </p:cNvGrpSpPr>
              <p:nvPr/>
            </p:nvGrpSpPr>
            <p:grpSpPr bwMode="auto">
              <a:xfrm>
                <a:off x="2448" y="2064"/>
                <a:ext cx="144" cy="144"/>
                <a:chOff x="2448" y="2064"/>
                <a:chExt cx="144" cy="144"/>
              </a:xfrm>
            </p:grpSpPr>
            <p:sp>
              <p:nvSpPr>
                <p:cNvPr id="62556"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57"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546" name="Group 152"/>
            <p:cNvGrpSpPr>
              <a:grpSpLocks/>
            </p:cNvGrpSpPr>
            <p:nvPr/>
          </p:nvGrpSpPr>
          <p:grpSpPr bwMode="auto">
            <a:xfrm>
              <a:off x="1440" y="2256"/>
              <a:ext cx="672" cy="192"/>
              <a:chOff x="2496" y="2160"/>
              <a:chExt cx="768" cy="144"/>
            </a:xfrm>
          </p:grpSpPr>
          <p:sp>
            <p:nvSpPr>
              <p:cNvPr id="62551"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2552"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53"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2547" name="Group 156"/>
            <p:cNvGrpSpPr>
              <a:grpSpLocks/>
            </p:cNvGrpSpPr>
            <p:nvPr/>
          </p:nvGrpSpPr>
          <p:grpSpPr bwMode="auto">
            <a:xfrm>
              <a:off x="2112" y="2256"/>
              <a:ext cx="672" cy="192"/>
              <a:chOff x="2496" y="2160"/>
              <a:chExt cx="768" cy="144"/>
            </a:xfrm>
          </p:grpSpPr>
          <p:sp>
            <p:nvSpPr>
              <p:cNvPr id="62548"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2549"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50"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2495" name="Group 160"/>
          <p:cNvGrpSpPr>
            <a:grpSpLocks/>
          </p:cNvGrpSpPr>
          <p:nvPr/>
        </p:nvGrpSpPr>
        <p:grpSpPr bwMode="auto">
          <a:xfrm>
            <a:off x="2857500" y="4400550"/>
            <a:ext cx="800100" cy="171450"/>
            <a:chOff x="2496" y="2160"/>
            <a:chExt cx="768" cy="144"/>
          </a:xfrm>
        </p:grpSpPr>
        <p:sp>
          <p:nvSpPr>
            <p:cNvPr id="62542"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2543"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44"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2496"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249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249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499"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250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0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250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03"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250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0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250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07"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250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0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2510"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11"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2512"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2513"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14"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2515"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16"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2517"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18"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2519"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2520"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2521"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2522" name="Group 193"/>
          <p:cNvGrpSpPr>
            <a:grpSpLocks/>
          </p:cNvGrpSpPr>
          <p:nvPr/>
        </p:nvGrpSpPr>
        <p:grpSpPr bwMode="auto">
          <a:xfrm>
            <a:off x="6053138" y="342900"/>
            <a:ext cx="1943100" cy="1943100"/>
            <a:chOff x="2784" y="96"/>
            <a:chExt cx="1632" cy="1680"/>
          </a:xfrm>
        </p:grpSpPr>
        <p:sp>
          <p:nvSpPr>
            <p:cNvPr id="62524" name="Oval 19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2525" name="Oval 19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2526" name="Oval 19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2527" name="Oval 19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2528" name="Oval 19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2529" name="Oval 19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2530" name="Oval 20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2531" name="Line 20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2" name="Line 20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3" name="Line 20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4" name="Line 20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5" name="Line 20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6" name="Line 20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7" name="Oval 20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2538" name="Line 20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39" name="Line 20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40" name="Line 21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2541" name="Line 21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4259442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95101DA4-E4F1-7A80-0F87-B00608EDB6D3}"/>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95101DA4-E4F1-7A80-0F87-B00608EDB6D3}"/>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3490" name="Group 21"/>
          <p:cNvGrpSpPr>
            <a:grpSpLocks/>
          </p:cNvGrpSpPr>
          <p:nvPr/>
        </p:nvGrpSpPr>
        <p:grpSpPr bwMode="auto">
          <a:xfrm>
            <a:off x="1524001" y="2520554"/>
            <a:ext cx="1079897" cy="258365"/>
            <a:chOff x="288" y="2016"/>
            <a:chExt cx="816" cy="192"/>
          </a:xfrm>
        </p:grpSpPr>
        <p:sp>
          <p:nvSpPr>
            <p:cNvPr id="63678"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3679"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349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349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3493" name="Group 26"/>
          <p:cNvGrpSpPr>
            <a:grpSpLocks/>
          </p:cNvGrpSpPr>
          <p:nvPr/>
        </p:nvGrpSpPr>
        <p:grpSpPr bwMode="auto">
          <a:xfrm>
            <a:off x="1524001" y="3036094"/>
            <a:ext cx="1079897" cy="258366"/>
            <a:chOff x="288" y="2016"/>
            <a:chExt cx="816" cy="192"/>
          </a:xfrm>
        </p:grpSpPr>
        <p:sp>
          <p:nvSpPr>
            <p:cNvPr id="63676"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3677"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494" name="Group 29"/>
          <p:cNvGrpSpPr>
            <a:grpSpLocks/>
          </p:cNvGrpSpPr>
          <p:nvPr/>
        </p:nvGrpSpPr>
        <p:grpSpPr bwMode="auto">
          <a:xfrm>
            <a:off x="1524001" y="3294460"/>
            <a:ext cx="1079897" cy="258365"/>
            <a:chOff x="288" y="2016"/>
            <a:chExt cx="816" cy="192"/>
          </a:xfrm>
        </p:grpSpPr>
        <p:sp>
          <p:nvSpPr>
            <p:cNvPr id="63674"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3675"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495" name="Group 32"/>
          <p:cNvGrpSpPr>
            <a:grpSpLocks/>
          </p:cNvGrpSpPr>
          <p:nvPr/>
        </p:nvGrpSpPr>
        <p:grpSpPr bwMode="auto">
          <a:xfrm>
            <a:off x="1524001" y="3552825"/>
            <a:ext cx="1079897" cy="257175"/>
            <a:chOff x="288" y="2016"/>
            <a:chExt cx="816" cy="192"/>
          </a:xfrm>
        </p:grpSpPr>
        <p:sp>
          <p:nvSpPr>
            <p:cNvPr id="63672"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3673"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496" name="Group 35"/>
          <p:cNvGrpSpPr>
            <a:grpSpLocks/>
          </p:cNvGrpSpPr>
          <p:nvPr/>
        </p:nvGrpSpPr>
        <p:grpSpPr bwMode="auto">
          <a:xfrm>
            <a:off x="1524001" y="3810000"/>
            <a:ext cx="1079897" cy="258366"/>
            <a:chOff x="288" y="2016"/>
            <a:chExt cx="816" cy="192"/>
          </a:xfrm>
        </p:grpSpPr>
        <p:sp>
          <p:nvSpPr>
            <p:cNvPr id="63670"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3671"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497" name="Group 38"/>
          <p:cNvGrpSpPr>
            <a:grpSpLocks/>
          </p:cNvGrpSpPr>
          <p:nvPr/>
        </p:nvGrpSpPr>
        <p:grpSpPr bwMode="auto">
          <a:xfrm>
            <a:off x="1524001" y="4325542"/>
            <a:ext cx="1079897" cy="258365"/>
            <a:chOff x="288" y="2016"/>
            <a:chExt cx="816" cy="192"/>
          </a:xfrm>
        </p:grpSpPr>
        <p:sp>
          <p:nvSpPr>
            <p:cNvPr id="63668"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3669"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498" name="Group 41"/>
          <p:cNvGrpSpPr>
            <a:grpSpLocks/>
          </p:cNvGrpSpPr>
          <p:nvPr/>
        </p:nvGrpSpPr>
        <p:grpSpPr bwMode="auto">
          <a:xfrm>
            <a:off x="1524001" y="4068366"/>
            <a:ext cx="1079897" cy="257175"/>
            <a:chOff x="288" y="2016"/>
            <a:chExt cx="816" cy="192"/>
          </a:xfrm>
        </p:grpSpPr>
        <p:sp>
          <p:nvSpPr>
            <p:cNvPr id="63666"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3667"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349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350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0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3509" name="Group 54"/>
          <p:cNvGrpSpPr>
            <a:grpSpLocks/>
          </p:cNvGrpSpPr>
          <p:nvPr/>
        </p:nvGrpSpPr>
        <p:grpSpPr bwMode="auto">
          <a:xfrm>
            <a:off x="2857500" y="3612357"/>
            <a:ext cx="1428750" cy="159544"/>
            <a:chOff x="1440" y="2064"/>
            <a:chExt cx="1200" cy="192"/>
          </a:xfrm>
        </p:grpSpPr>
        <p:grpSp>
          <p:nvGrpSpPr>
            <p:cNvPr id="63655" name="Group 55"/>
            <p:cNvGrpSpPr>
              <a:grpSpLocks/>
            </p:cNvGrpSpPr>
            <p:nvPr/>
          </p:nvGrpSpPr>
          <p:grpSpPr bwMode="auto">
            <a:xfrm>
              <a:off x="1440" y="2064"/>
              <a:ext cx="672" cy="192"/>
              <a:chOff x="2496" y="2160"/>
              <a:chExt cx="768" cy="144"/>
            </a:xfrm>
          </p:grpSpPr>
          <p:sp>
            <p:nvSpPr>
              <p:cNvPr id="63663"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3664"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65"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656" name="Group 59"/>
            <p:cNvGrpSpPr>
              <a:grpSpLocks/>
            </p:cNvGrpSpPr>
            <p:nvPr/>
          </p:nvGrpSpPr>
          <p:grpSpPr bwMode="auto">
            <a:xfrm>
              <a:off x="2112" y="2064"/>
              <a:ext cx="528" cy="192"/>
              <a:chOff x="2112" y="2064"/>
              <a:chExt cx="528" cy="192"/>
            </a:xfrm>
          </p:grpSpPr>
          <p:grpSp>
            <p:nvGrpSpPr>
              <p:cNvPr id="63657" name="Group 60"/>
              <p:cNvGrpSpPr>
                <a:grpSpLocks/>
              </p:cNvGrpSpPr>
              <p:nvPr/>
            </p:nvGrpSpPr>
            <p:grpSpPr bwMode="auto">
              <a:xfrm>
                <a:off x="2112" y="2064"/>
                <a:ext cx="528" cy="192"/>
                <a:chOff x="2208" y="2112"/>
                <a:chExt cx="528" cy="144"/>
              </a:xfrm>
            </p:grpSpPr>
            <p:sp>
              <p:nvSpPr>
                <p:cNvPr id="63661"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3662"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58" name="Group 63"/>
              <p:cNvGrpSpPr>
                <a:grpSpLocks/>
              </p:cNvGrpSpPr>
              <p:nvPr/>
            </p:nvGrpSpPr>
            <p:grpSpPr bwMode="auto">
              <a:xfrm>
                <a:off x="2448" y="2064"/>
                <a:ext cx="144" cy="144"/>
                <a:chOff x="2448" y="2064"/>
                <a:chExt cx="144" cy="144"/>
              </a:xfrm>
            </p:grpSpPr>
            <p:sp>
              <p:nvSpPr>
                <p:cNvPr id="63659"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60"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3510" name="Group 66"/>
          <p:cNvGrpSpPr>
            <a:grpSpLocks/>
          </p:cNvGrpSpPr>
          <p:nvPr/>
        </p:nvGrpSpPr>
        <p:grpSpPr bwMode="auto">
          <a:xfrm>
            <a:off x="2857500" y="2800350"/>
            <a:ext cx="2228850" cy="171450"/>
            <a:chOff x="1440" y="2256"/>
            <a:chExt cx="1872" cy="192"/>
          </a:xfrm>
        </p:grpSpPr>
        <p:grpSp>
          <p:nvGrpSpPr>
            <p:cNvPr id="63640" name="Group 67"/>
            <p:cNvGrpSpPr>
              <a:grpSpLocks/>
            </p:cNvGrpSpPr>
            <p:nvPr/>
          </p:nvGrpSpPr>
          <p:grpSpPr bwMode="auto">
            <a:xfrm>
              <a:off x="2784" y="2256"/>
              <a:ext cx="528" cy="192"/>
              <a:chOff x="2112" y="2064"/>
              <a:chExt cx="528" cy="192"/>
            </a:xfrm>
          </p:grpSpPr>
          <p:grpSp>
            <p:nvGrpSpPr>
              <p:cNvPr id="63649" name="Group 68"/>
              <p:cNvGrpSpPr>
                <a:grpSpLocks/>
              </p:cNvGrpSpPr>
              <p:nvPr/>
            </p:nvGrpSpPr>
            <p:grpSpPr bwMode="auto">
              <a:xfrm>
                <a:off x="2112" y="2064"/>
                <a:ext cx="528" cy="192"/>
                <a:chOff x="2208" y="2112"/>
                <a:chExt cx="528" cy="144"/>
              </a:xfrm>
            </p:grpSpPr>
            <p:sp>
              <p:nvSpPr>
                <p:cNvPr id="63653"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3654"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50" name="Group 71"/>
              <p:cNvGrpSpPr>
                <a:grpSpLocks/>
              </p:cNvGrpSpPr>
              <p:nvPr/>
            </p:nvGrpSpPr>
            <p:grpSpPr bwMode="auto">
              <a:xfrm>
                <a:off x="2448" y="2064"/>
                <a:ext cx="144" cy="144"/>
                <a:chOff x="2448" y="2064"/>
                <a:chExt cx="144" cy="144"/>
              </a:xfrm>
            </p:grpSpPr>
            <p:sp>
              <p:nvSpPr>
                <p:cNvPr id="63651"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52"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641" name="Group 74"/>
            <p:cNvGrpSpPr>
              <a:grpSpLocks/>
            </p:cNvGrpSpPr>
            <p:nvPr/>
          </p:nvGrpSpPr>
          <p:grpSpPr bwMode="auto">
            <a:xfrm>
              <a:off x="1440" y="2256"/>
              <a:ext cx="672" cy="192"/>
              <a:chOff x="2496" y="2160"/>
              <a:chExt cx="768" cy="144"/>
            </a:xfrm>
          </p:grpSpPr>
          <p:sp>
            <p:nvSpPr>
              <p:cNvPr id="63646"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3647"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48"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642" name="Group 78"/>
            <p:cNvGrpSpPr>
              <a:grpSpLocks/>
            </p:cNvGrpSpPr>
            <p:nvPr/>
          </p:nvGrpSpPr>
          <p:grpSpPr bwMode="auto">
            <a:xfrm>
              <a:off x="2112" y="2256"/>
              <a:ext cx="672" cy="192"/>
              <a:chOff x="2496" y="2160"/>
              <a:chExt cx="768" cy="144"/>
            </a:xfrm>
          </p:grpSpPr>
          <p:sp>
            <p:nvSpPr>
              <p:cNvPr id="63643"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3644"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45"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11" name="Group 82"/>
          <p:cNvGrpSpPr>
            <a:grpSpLocks/>
          </p:cNvGrpSpPr>
          <p:nvPr/>
        </p:nvGrpSpPr>
        <p:grpSpPr bwMode="auto">
          <a:xfrm>
            <a:off x="2857500" y="3326607"/>
            <a:ext cx="800100" cy="159544"/>
            <a:chOff x="2496" y="2160"/>
            <a:chExt cx="768" cy="144"/>
          </a:xfrm>
        </p:grpSpPr>
        <p:sp>
          <p:nvSpPr>
            <p:cNvPr id="63637"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3638"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39"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512" name="Group 86"/>
          <p:cNvGrpSpPr>
            <a:grpSpLocks/>
          </p:cNvGrpSpPr>
          <p:nvPr/>
        </p:nvGrpSpPr>
        <p:grpSpPr bwMode="auto">
          <a:xfrm>
            <a:off x="3657600" y="3326607"/>
            <a:ext cx="628650" cy="159544"/>
            <a:chOff x="2112" y="2064"/>
            <a:chExt cx="528" cy="192"/>
          </a:xfrm>
        </p:grpSpPr>
        <p:grpSp>
          <p:nvGrpSpPr>
            <p:cNvPr id="63631" name="Group 87"/>
            <p:cNvGrpSpPr>
              <a:grpSpLocks/>
            </p:cNvGrpSpPr>
            <p:nvPr/>
          </p:nvGrpSpPr>
          <p:grpSpPr bwMode="auto">
            <a:xfrm>
              <a:off x="2112" y="2064"/>
              <a:ext cx="528" cy="192"/>
              <a:chOff x="2208" y="2112"/>
              <a:chExt cx="528" cy="144"/>
            </a:xfrm>
          </p:grpSpPr>
          <p:sp>
            <p:nvSpPr>
              <p:cNvPr id="63635"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3636"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32" name="Group 90"/>
            <p:cNvGrpSpPr>
              <a:grpSpLocks/>
            </p:cNvGrpSpPr>
            <p:nvPr/>
          </p:nvGrpSpPr>
          <p:grpSpPr bwMode="auto">
            <a:xfrm>
              <a:off x="2448" y="2064"/>
              <a:ext cx="144" cy="144"/>
              <a:chOff x="2448" y="2064"/>
              <a:chExt cx="144" cy="144"/>
            </a:xfrm>
          </p:grpSpPr>
          <p:sp>
            <p:nvSpPr>
              <p:cNvPr id="63633"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34"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13" name="Group 93"/>
          <p:cNvGrpSpPr>
            <a:grpSpLocks/>
          </p:cNvGrpSpPr>
          <p:nvPr/>
        </p:nvGrpSpPr>
        <p:grpSpPr bwMode="auto">
          <a:xfrm>
            <a:off x="2857500" y="2571750"/>
            <a:ext cx="1428750" cy="171450"/>
            <a:chOff x="1440" y="2064"/>
            <a:chExt cx="1200" cy="192"/>
          </a:xfrm>
        </p:grpSpPr>
        <p:grpSp>
          <p:nvGrpSpPr>
            <p:cNvPr id="63620" name="Group 94"/>
            <p:cNvGrpSpPr>
              <a:grpSpLocks/>
            </p:cNvGrpSpPr>
            <p:nvPr/>
          </p:nvGrpSpPr>
          <p:grpSpPr bwMode="auto">
            <a:xfrm>
              <a:off x="1440" y="2064"/>
              <a:ext cx="672" cy="192"/>
              <a:chOff x="2496" y="2160"/>
              <a:chExt cx="768" cy="144"/>
            </a:xfrm>
          </p:grpSpPr>
          <p:sp>
            <p:nvSpPr>
              <p:cNvPr id="63628"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3629"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30"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621" name="Group 98"/>
            <p:cNvGrpSpPr>
              <a:grpSpLocks/>
            </p:cNvGrpSpPr>
            <p:nvPr/>
          </p:nvGrpSpPr>
          <p:grpSpPr bwMode="auto">
            <a:xfrm>
              <a:off x="2112" y="2064"/>
              <a:ext cx="528" cy="192"/>
              <a:chOff x="2112" y="2064"/>
              <a:chExt cx="528" cy="192"/>
            </a:xfrm>
          </p:grpSpPr>
          <p:grpSp>
            <p:nvGrpSpPr>
              <p:cNvPr id="63622" name="Group 99"/>
              <p:cNvGrpSpPr>
                <a:grpSpLocks/>
              </p:cNvGrpSpPr>
              <p:nvPr/>
            </p:nvGrpSpPr>
            <p:grpSpPr bwMode="auto">
              <a:xfrm>
                <a:off x="2112" y="2064"/>
                <a:ext cx="528" cy="192"/>
                <a:chOff x="2208" y="2112"/>
                <a:chExt cx="528" cy="144"/>
              </a:xfrm>
            </p:grpSpPr>
            <p:sp>
              <p:nvSpPr>
                <p:cNvPr id="63626"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3627"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23" name="Group 102"/>
              <p:cNvGrpSpPr>
                <a:grpSpLocks/>
              </p:cNvGrpSpPr>
              <p:nvPr/>
            </p:nvGrpSpPr>
            <p:grpSpPr bwMode="auto">
              <a:xfrm>
                <a:off x="2448" y="2064"/>
                <a:ext cx="144" cy="144"/>
                <a:chOff x="2448" y="2064"/>
                <a:chExt cx="144" cy="144"/>
              </a:xfrm>
            </p:grpSpPr>
            <p:sp>
              <p:nvSpPr>
                <p:cNvPr id="63624"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25"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3514" name="Group 105"/>
          <p:cNvGrpSpPr>
            <a:grpSpLocks/>
          </p:cNvGrpSpPr>
          <p:nvPr/>
        </p:nvGrpSpPr>
        <p:grpSpPr bwMode="auto">
          <a:xfrm>
            <a:off x="2857500" y="3886200"/>
            <a:ext cx="1428750" cy="171450"/>
            <a:chOff x="1440" y="2064"/>
            <a:chExt cx="1200" cy="192"/>
          </a:xfrm>
        </p:grpSpPr>
        <p:grpSp>
          <p:nvGrpSpPr>
            <p:cNvPr id="63609" name="Group 106"/>
            <p:cNvGrpSpPr>
              <a:grpSpLocks/>
            </p:cNvGrpSpPr>
            <p:nvPr/>
          </p:nvGrpSpPr>
          <p:grpSpPr bwMode="auto">
            <a:xfrm>
              <a:off x="1440" y="2064"/>
              <a:ext cx="672" cy="192"/>
              <a:chOff x="2496" y="2160"/>
              <a:chExt cx="768" cy="144"/>
            </a:xfrm>
          </p:grpSpPr>
          <p:sp>
            <p:nvSpPr>
              <p:cNvPr id="63617"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3618"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19"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610" name="Group 110"/>
            <p:cNvGrpSpPr>
              <a:grpSpLocks/>
            </p:cNvGrpSpPr>
            <p:nvPr/>
          </p:nvGrpSpPr>
          <p:grpSpPr bwMode="auto">
            <a:xfrm>
              <a:off x="2112" y="2064"/>
              <a:ext cx="528" cy="192"/>
              <a:chOff x="2112" y="2064"/>
              <a:chExt cx="528" cy="192"/>
            </a:xfrm>
          </p:grpSpPr>
          <p:grpSp>
            <p:nvGrpSpPr>
              <p:cNvPr id="63611" name="Group 111"/>
              <p:cNvGrpSpPr>
                <a:grpSpLocks/>
              </p:cNvGrpSpPr>
              <p:nvPr/>
            </p:nvGrpSpPr>
            <p:grpSpPr bwMode="auto">
              <a:xfrm>
                <a:off x="2112" y="2064"/>
                <a:ext cx="528" cy="192"/>
                <a:chOff x="2208" y="2112"/>
                <a:chExt cx="528" cy="144"/>
              </a:xfrm>
            </p:grpSpPr>
            <p:sp>
              <p:nvSpPr>
                <p:cNvPr id="63615"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3616"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12" name="Group 114"/>
              <p:cNvGrpSpPr>
                <a:grpSpLocks/>
              </p:cNvGrpSpPr>
              <p:nvPr/>
            </p:nvGrpSpPr>
            <p:grpSpPr bwMode="auto">
              <a:xfrm>
                <a:off x="2448" y="2064"/>
                <a:ext cx="144" cy="144"/>
                <a:chOff x="2448" y="2064"/>
                <a:chExt cx="144" cy="144"/>
              </a:xfrm>
            </p:grpSpPr>
            <p:sp>
              <p:nvSpPr>
                <p:cNvPr id="63613"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14"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3515" name="Group 117"/>
          <p:cNvGrpSpPr>
            <a:grpSpLocks/>
          </p:cNvGrpSpPr>
          <p:nvPr/>
        </p:nvGrpSpPr>
        <p:grpSpPr bwMode="auto">
          <a:xfrm>
            <a:off x="2857500" y="4126707"/>
            <a:ext cx="800100" cy="159544"/>
            <a:chOff x="2496" y="2160"/>
            <a:chExt cx="768" cy="144"/>
          </a:xfrm>
        </p:grpSpPr>
        <p:sp>
          <p:nvSpPr>
            <p:cNvPr id="63606"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3607"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608"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516" name="Group 121"/>
          <p:cNvGrpSpPr>
            <a:grpSpLocks/>
          </p:cNvGrpSpPr>
          <p:nvPr/>
        </p:nvGrpSpPr>
        <p:grpSpPr bwMode="auto">
          <a:xfrm>
            <a:off x="3657600" y="4126707"/>
            <a:ext cx="628650" cy="159544"/>
            <a:chOff x="2112" y="2064"/>
            <a:chExt cx="528" cy="192"/>
          </a:xfrm>
        </p:grpSpPr>
        <p:grpSp>
          <p:nvGrpSpPr>
            <p:cNvPr id="63600" name="Group 122"/>
            <p:cNvGrpSpPr>
              <a:grpSpLocks/>
            </p:cNvGrpSpPr>
            <p:nvPr/>
          </p:nvGrpSpPr>
          <p:grpSpPr bwMode="auto">
            <a:xfrm>
              <a:off x="2112" y="2064"/>
              <a:ext cx="528" cy="192"/>
              <a:chOff x="2208" y="2112"/>
              <a:chExt cx="528" cy="144"/>
            </a:xfrm>
          </p:grpSpPr>
          <p:sp>
            <p:nvSpPr>
              <p:cNvPr id="63604"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3605"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601" name="Group 125"/>
            <p:cNvGrpSpPr>
              <a:grpSpLocks/>
            </p:cNvGrpSpPr>
            <p:nvPr/>
          </p:nvGrpSpPr>
          <p:grpSpPr bwMode="auto">
            <a:xfrm>
              <a:off x="2448" y="2064"/>
              <a:ext cx="144" cy="144"/>
              <a:chOff x="2448" y="2064"/>
              <a:chExt cx="144" cy="144"/>
            </a:xfrm>
          </p:grpSpPr>
          <p:sp>
            <p:nvSpPr>
              <p:cNvPr id="63602"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603"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17" name="Group 128"/>
          <p:cNvGrpSpPr>
            <a:grpSpLocks/>
          </p:cNvGrpSpPr>
          <p:nvPr/>
        </p:nvGrpSpPr>
        <p:grpSpPr bwMode="auto">
          <a:xfrm>
            <a:off x="2857500" y="3040857"/>
            <a:ext cx="2228850" cy="159544"/>
            <a:chOff x="1440" y="2256"/>
            <a:chExt cx="1872" cy="192"/>
          </a:xfrm>
        </p:grpSpPr>
        <p:grpSp>
          <p:nvGrpSpPr>
            <p:cNvPr id="63585" name="Group 129"/>
            <p:cNvGrpSpPr>
              <a:grpSpLocks/>
            </p:cNvGrpSpPr>
            <p:nvPr/>
          </p:nvGrpSpPr>
          <p:grpSpPr bwMode="auto">
            <a:xfrm>
              <a:off x="2784" y="2256"/>
              <a:ext cx="528" cy="192"/>
              <a:chOff x="2112" y="2064"/>
              <a:chExt cx="528" cy="192"/>
            </a:xfrm>
          </p:grpSpPr>
          <p:grpSp>
            <p:nvGrpSpPr>
              <p:cNvPr id="63594" name="Group 130"/>
              <p:cNvGrpSpPr>
                <a:grpSpLocks/>
              </p:cNvGrpSpPr>
              <p:nvPr/>
            </p:nvGrpSpPr>
            <p:grpSpPr bwMode="auto">
              <a:xfrm>
                <a:off x="2112" y="2064"/>
                <a:ext cx="528" cy="192"/>
                <a:chOff x="2208" y="2112"/>
                <a:chExt cx="528" cy="144"/>
              </a:xfrm>
            </p:grpSpPr>
            <p:sp>
              <p:nvSpPr>
                <p:cNvPr id="63598"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3599"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595" name="Group 133"/>
              <p:cNvGrpSpPr>
                <a:grpSpLocks/>
              </p:cNvGrpSpPr>
              <p:nvPr/>
            </p:nvGrpSpPr>
            <p:grpSpPr bwMode="auto">
              <a:xfrm>
                <a:off x="2448" y="2064"/>
                <a:ext cx="144" cy="144"/>
                <a:chOff x="2448" y="2064"/>
                <a:chExt cx="144" cy="144"/>
              </a:xfrm>
            </p:grpSpPr>
            <p:sp>
              <p:nvSpPr>
                <p:cNvPr id="63596"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97"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86" name="Group 136"/>
            <p:cNvGrpSpPr>
              <a:grpSpLocks/>
            </p:cNvGrpSpPr>
            <p:nvPr/>
          </p:nvGrpSpPr>
          <p:grpSpPr bwMode="auto">
            <a:xfrm>
              <a:off x="1440" y="2256"/>
              <a:ext cx="672" cy="192"/>
              <a:chOff x="2496" y="2160"/>
              <a:chExt cx="768" cy="144"/>
            </a:xfrm>
          </p:grpSpPr>
          <p:sp>
            <p:nvSpPr>
              <p:cNvPr id="63591"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3592"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93"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587" name="Group 140"/>
            <p:cNvGrpSpPr>
              <a:grpSpLocks/>
            </p:cNvGrpSpPr>
            <p:nvPr/>
          </p:nvGrpSpPr>
          <p:grpSpPr bwMode="auto">
            <a:xfrm>
              <a:off x="2112" y="2256"/>
              <a:ext cx="672" cy="192"/>
              <a:chOff x="2496" y="2160"/>
              <a:chExt cx="768" cy="144"/>
            </a:xfrm>
          </p:grpSpPr>
          <p:sp>
            <p:nvSpPr>
              <p:cNvPr id="63588"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3589"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90"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18" name="Group 144"/>
          <p:cNvGrpSpPr>
            <a:grpSpLocks/>
          </p:cNvGrpSpPr>
          <p:nvPr/>
        </p:nvGrpSpPr>
        <p:grpSpPr bwMode="auto">
          <a:xfrm>
            <a:off x="3657600" y="4400550"/>
            <a:ext cx="2228850" cy="171450"/>
            <a:chOff x="1440" y="2256"/>
            <a:chExt cx="1872" cy="192"/>
          </a:xfrm>
        </p:grpSpPr>
        <p:grpSp>
          <p:nvGrpSpPr>
            <p:cNvPr id="63570" name="Group 145"/>
            <p:cNvGrpSpPr>
              <a:grpSpLocks/>
            </p:cNvGrpSpPr>
            <p:nvPr/>
          </p:nvGrpSpPr>
          <p:grpSpPr bwMode="auto">
            <a:xfrm>
              <a:off x="2784" y="2256"/>
              <a:ext cx="528" cy="192"/>
              <a:chOff x="2112" y="2064"/>
              <a:chExt cx="528" cy="192"/>
            </a:xfrm>
          </p:grpSpPr>
          <p:grpSp>
            <p:nvGrpSpPr>
              <p:cNvPr id="63579" name="Group 146"/>
              <p:cNvGrpSpPr>
                <a:grpSpLocks/>
              </p:cNvGrpSpPr>
              <p:nvPr/>
            </p:nvGrpSpPr>
            <p:grpSpPr bwMode="auto">
              <a:xfrm>
                <a:off x="2112" y="2064"/>
                <a:ext cx="528" cy="192"/>
                <a:chOff x="2208" y="2112"/>
                <a:chExt cx="528" cy="144"/>
              </a:xfrm>
            </p:grpSpPr>
            <p:sp>
              <p:nvSpPr>
                <p:cNvPr id="63583"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3584"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3580" name="Group 149"/>
              <p:cNvGrpSpPr>
                <a:grpSpLocks/>
              </p:cNvGrpSpPr>
              <p:nvPr/>
            </p:nvGrpSpPr>
            <p:grpSpPr bwMode="auto">
              <a:xfrm>
                <a:off x="2448" y="2064"/>
                <a:ext cx="144" cy="144"/>
                <a:chOff x="2448" y="2064"/>
                <a:chExt cx="144" cy="144"/>
              </a:xfrm>
            </p:grpSpPr>
            <p:sp>
              <p:nvSpPr>
                <p:cNvPr id="63581"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82"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71" name="Group 152"/>
            <p:cNvGrpSpPr>
              <a:grpSpLocks/>
            </p:cNvGrpSpPr>
            <p:nvPr/>
          </p:nvGrpSpPr>
          <p:grpSpPr bwMode="auto">
            <a:xfrm>
              <a:off x="1440" y="2256"/>
              <a:ext cx="672" cy="192"/>
              <a:chOff x="2496" y="2160"/>
              <a:chExt cx="768" cy="144"/>
            </a:xfrm>
          </p:grpSpPr>
          <p:sp>
            <p:nvSpPr>
              <p:cNvPr id="63576"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3577"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78"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3572" name="Group 156"/>
            <p:cNvGrpSpPr>
              <a:grpSpLocks/>
            </p:cNvGrpSpPr>
            <p:nvPr/>
          </p:nvGrpSpPr>
          <p:grpSpPr bwMode="auto">
            <a:xfrm>
              <a:off x="2112" y="2256"/>
              <a:ext cx="672" cy="192"/>
              <a:chOff x="2496" y="2160"/>
              <a:chExt cx="768" cy="144"/>
            </a:xfrm>
          </p:grpSpPr>
          <p:sp>
            <p:nvSpPr>
              <p:cNvPr id="63573"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3574"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75"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3519" name="Group 160"/>
          <p:cNvGrpSpPr>
            <a:grpSpLocks/>
          </p:cNvGrpSpPr>
          <p:nvPr/>
        </p:nvGrpSpPr>
        <p:grpSpPr bwMode="auto">
          <a:xfrm>
            <a:off x="2857500" y="4400550"/>
            <a:ext cx="800100" cy="171450"/>
            <a:chOff x="2496" y="2160"/>
            <a:chExt cx="768" cy="144"/>
          </a:xfrm>
        </p:grpSpPr>
        <p:sp>
          <p:nvSpPr>
            <p:cNvPr id="63567"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3568"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69"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3520"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352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352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23"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352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2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352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27"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352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2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353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31"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353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3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3534"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35"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3536"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3537"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38"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3539"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40"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3541"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42"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3543"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3544"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3545"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46" name="Text Box 190"/>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63547" name="Group 194"/>
          <p:cNvGrpSpPr>
            <a:grpSpLocks/>
          </p:cNvGrpSpPr>
          <p:nvPr/>
        </p:nvGrpSpPr>
        <p:grpSpPr bwMode="auto">
          <a:xfrm>
            <a:off x="6053138" y="342900"/>
            <a:ext cx="1943100" cy="1943100"/>
            <a:chOff x="2784" y="96"/>
            <a:chExt cx="1632" cy="1680"/>
          </a:xfrm>
        </p:grpSpPr>
        <p:sp>
          <p:nvSpPr>
            <p:cNvPr id="63549" name="Oval 195"/>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3550" name="Oval 196"/>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3551" name="Oval 197"/>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3552" name="Oval 198"/>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3553" name="Oval 199"/>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3554" name="Oval 200"/>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3555" name="Oval 201"/>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3556" name="Line 202"/>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57" name="Line 203"/>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58" name="Line 204"/>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59" name="Line 205"/>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0" name="Line 206"/>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1" name="Line 207"/>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2" name="Oval 208"/>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3563" name="Line 209"/>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4" name="Line 210"/>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5" name="Line 211"/>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3566" name="Line 212"/>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2"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2130635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8CBDC49F-2CD8-F7DC-61F8-45E1A5DB0F48}"/>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8CBDC49F-2CD8-F7DC-61F8-45E1A5DB0F48}"/>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4514" name="Group 21"/>
          <p:cNvGrpSpPr>
            <a:grpSpLocks/>
          </p:cNvGrpSpPr>
          <p:nvPr/>
        </p:nvGrpSpPr>
        <p:grpSpPr bwMode="auto">
          <a:xfrm>
            <a:off x="1524001" y="2520554"/>
            <a:ext cx="1079897" cy="258365"/>
            <a:chOff x="288" y="2016"/>
            <a:chExt cx="816" cy="192"/>
          </a:xfrm>
        </p:grpSpPr>
        <p:sp>
          <p:nvSpPr>
            <p:cNvPr id="64703"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4704"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451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451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4517" name="Group 26"/>
          <p:cNvGrpSpPr>
            <a:grpSpLocks/>
          </p:cNvGrpSpPr>
          <p:nvPr/>
        </p:nvGrpSpPr>
        <p:grpSpPr bwMode="auto">
          <a:xfrm>
            <a:off x="1524001" y="3036094"/>
            <a:ext cx="1079897" cy="258366"/>
            <a:chOff x="288" y="2016"/>
            <a:chExt cx="816" cy="192"/>
          </a:xfrm>
        </p:grpSpPr>
        <p:sp>
          <p:nvSpPr>
            <p:cNvPr id="64701"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4702"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518" name="Group 29"/>
          <p:cNvGrpSpPr>
            <a:grpSpLocks/>
          </p:cNvGrpSpPr>
          <p:nvPr/>
        </p:nvGrpSpPr>
        <p:grpSpPr bwMode="auto">
          <a:xfrm>
            <a:off x="1524001" y="3294460"/>
            <a:ext cx="1079897" cy="258365"/>
            <a:chOff x="288" y="2016"/>
            <a:chExt cx="816" cy="192"/>
          </a:xfrm>
        </p:grpSpPr>
        <p:sp>
          <p:nvSpPr>
            <p:cNvPr id="64699"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4700"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519" name="Group 32"/>
          <p:cNvGrpSpPr>
            <a:grpSpLocks/>
          </p:cNvGrpSpPr>
          <p:nvPr/>
        </p:nvGrpSpPr>
        <p:grpSpPr bwMode="auto">
          <a:xfrm>
            <a:off x="1524001" y="3552825"/>
            <a:ext cx="1079897" cy="257175"/>
            <a:chOff x="288" y="2016"/>
            <a:chExt cx="816" cy="192"/>
          </a:xfrm>
        </p:grpSpPr>
        <p:sp>
          <p:nvSpPr>
            <p:cNvPr id="64697"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4698"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520" name="Group 35"/>
          <p:cNvGrpSpPr>
            <a:grpSpLocks/>
          </p:cNvGrpSpPr>
          <p:nvPr/>
        </p:nvGrpSpPr>
        <p:grpSpPr bwMode="auto">
          <a:xfrm>
            <a:off x="1524001" y="3810000"/>
            <a:ext cx="1079897" cy="258366"/>
            <a:chOff x="288" y="2016"/>
            <a:chExt cx="816" cy="192"/>
          </a:xfrm>
        </p:grpSpPr>
        <p:sp>
          <p:nvSpPr>
            <p:cNvPr id="64695"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4696"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521" name="Group 38"/>
          <p:cNvGrpSpPr>
            <a:grpSpLocks/>
          </p:cNvGrpSpPr>
          <p:nvPr/>
        </p:nvGrpSpPr>
        <p:grpSpPr bwMode="auto">
          <a:xfrm>
            <a:off x="1524001" y="4325542"/>
            <a:ext cx="1079897" cy="258365"/>
            <a:chOff x="288" y="2016"/>
            <a:chExt cx="816" cy="192"/>
          </a:xfrm>
        </p:grpSpPr>
        <p:sp>
          <p:nvSpPr>
            <p:cNvPr id="64693"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4694"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522" name="Group 41"/>
          <p:cNvGrpSpPr>
            <a:grpSpLocks/>
          </p:cNvGrpSpPr>
          <p:nvPr/>
        </p:nvGrpSpPr>
        <p:grpSpPr bwMode="auto">
          <a:xfrm>
            <a:off x="1524001" y="4068366"/>
            <a:ext cx="1079897" cy="257175"/>
            <a:chOff x="288" y="2016"/>
            <a:chExt cx="816" cy="192"/>
          </a:xfrm>
        </p:grpSpPr>
        <p:sp>
          <p:nvSpPr>
            <p:cNvPr id="64691"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4692"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452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452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2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2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2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2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3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3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3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4533" name="Group 54"/>
          <p:cNvGrpSpPr>
            <a:grpSpLocks/>
          </p:cNvGrpSpPr>
          <p:nvPr/>
        </p:nvGrpSpPr>
        <p:grpSpPr bwMode="auto">
          <a:xfrm>
            <a:off x="2857500" y="3612357"/>
            <a:ext cx="1428750" cy="159544"/>
            <a:chOff x="1440" y="2064"/>
            <a:chExt cx="1200" cy="192"/>
          </a:xfrm>
        </p:grpSpPr>
        <p:grpSp>
          <p:nvGrpSpPr>
            <p:cNvPr id="64680" name="Group 55"/>
            <p:cNvGrpSpPr>
              <a:grpSpLocks/>
            </p:cNvGrpSpPr>
            <p:nvPr/>
          </p:nvGrpSpPr>
          <p:grpSpPr bwMode="auto">
            <a:xfrm>
              <a:off x="1440" y="2064"/>
              <a:ext cx="672" cy="192"/>
              <a:chOff x="2496" y="2160"/>
              <a:chExt cx="768" cy="144"/>
            </a:xfrm>
          </p:grpSpPr>
          <p:sp>
            <p:nvSpPr>
              <p:cNvPr id="64688"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4689"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90"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681" name="Group 59"/>
            <p:cNvGrpSpPr>
              <a:grpSpLocks/>
            </p:cNvGrpSpPr>
            <p:nvPr/>
          </p:nvGrpSpPr>
          <p:grpSpPr bwMode="auto">
            <a:xfrm>
              <a:off x="2112" y="2064"/>
              <a:ext cx="528" cy="192"/>
              <a:chOff x="2112" y="2064"/>
              <a:chExt cx="528" cy="192"/>
            </a:xfrm>
          </p:grpSpPr>
          <p:grpSp>
            <p:nvGrpSpPr>
              <p:cNvPr id="64682" name="Group 60"/>
              <p:cNvGrpSpPr>
                <a:grpSpLocks/>
              </p:cNvGrpSpPr>
              <p:nvPr/>
            </p:nvGrpSpPr>
            <p:grpSpPr bwMode="auto">
              <a:xfrm>
                <a:off x="2112" y="2064"/>
                <a:ext cx="528" cy="192"/>
                <a:chOff x="2208" y="2112"/>
                <a:chExt cx="528" cy="144"/>
              </a:xfrm>
            </p:grpSpPr>
            <p:sp>
              <p:nvSpPr>
                <p:cNvPr id="64686"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4687"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83" name="Group 63"/>
              <p:cNvGrpSpPr>
                <a:grpSpLocks/>
              </p:cNvGrpSpPr>
              <p:nvPr/>
            </p:nvGrpSpPr>
            <p:grpSpPr bwMode="auto">
              <a:xfrm>
                <a:off x="2448" y="2064"/>
                <a:ext cx="144" cy="144"/>
                <a:chOff x="2448" y="2064"/>
                <a:chExt cx="144" cy="144"/>
              </a:xfrm>
            </p:grpSpPr>
            <p:sp>
              <p:nvSpPr>
                <p:cNvPr id="64684"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85"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4534" name="Group 66"/>
          <p:cNvGrpSpPr>
            <a:grpSpLocks/>
          </p:cNvGrpSpPr>
          <p:nvPr/>
        </p:nvGrpSpPr>
        <p:grpSpPr bwMode="auto">
          <a:xfrm>
            <a:off x="2857500" y="2800350"/>
            <a:ext cx="2228850" cy="171450"/>
            <a:chOff x="1440" y="2256"/>
            <a:chExt cx="1872" cy="192"/>
          </a:xfrm>
        </p:grpSpPr>
        <p:grpSp>
          <p:nvGrpSpPr>
            <p:cNvPr id="64665" name="Group 67"/>
            <p:cNvGrpSpPr>
              <a:grpSpLocks/>
            </p:cNvGrpSpPr>
            <p:nvPr/>
          </p:nvGrpSpPr>
          <p:grpSpPr bwMode="auto">
            <a:xfrm>
              <a:off x="2784" y="2256"/>
              <a:ext cx="528" cy="192"/>
              <a:chOff x="2112" y="2064"/>
              <a:chExt cx="528" cy="192"/>
            </a:xfrm>
          </p:grpSpPr>
          <p:grpSp>
            <p:nvGrpSpPr>
              <p:cNvPr id="64674" name="Group 68"/>
              <p:cNvGrpSpPr>
                <a:grpSpLocks/>
              </p:cNvGrpSpPr>
              <p:nvPr/>
            </p:nvGrpSpPr>
            <p:grpSpPr bwMode="auto">
              <a:xfrm>
                <a:off x="2112" y="2064"/>
                <a:ext cx="528" cy="192"/>
                <a:chOff x="2208" y="2112"/>
                <a:chExt cx="528" cy="144"/>
              </a:xfrm>
            </p:grpSpPr>
            <p:sp>
              <p:nvSpPr>
                <p:cNvPr id="64678"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4679"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75" name="Group 71"/>
              <p:cNvGrpSpPr>
                <a:grpSpLocks/>
              </p:cNvGrpSpPr>
              <p:nvPr/>
            </p:nvGrpSpPr>
            <p:grpSpPr bwMode="auto">
              <a:xfrm>
                <a:off x="2448" y="2064"/>
                <a:ext cx="144" cy="144"/>
                <a:chOff x="2448" y="2064"/>
                <a:chExt cx="144" cy="144"/>
              </a:xfrm>
            </p:grpSpPr>
            <p:sp>
              <p:nvSpPr>
                <p:cNvPr id="64676"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77"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666" name="Group 74"/>
            <p:cNvGrpSpPr>
              <a:grpSpLocks/>
            </p:cNvGrpSpPr>
            <p:nvPr/>
          </p:nvGrpSpPr>
          <p:grpSpPr bwMode="auto">
            <a:xfrm>
              <a:off x="1440" y="2256"/>
              <a:ext cx="672" cy="192"/>
              <a:chOff x="2496" y="2160"/>
              <a:chExt cx="768" cy="144"/>
            </a:xfrm>
          </p:grpSpPr>
          <p:sp>
            <p:nvSpPr>
              <p:cNvPr id="64671"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4672"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73"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667" name="Group 78"/>
            <p:cNvGrpSpPr>
              <a:grpSpLocks/>
            </p:cNvGrpSpPr>
            <p:nvPr/>
          </p:nvGrpSpPr>
          <p:grpSpPr bwMode="auto">
            <a:xfrm>
              <a:off x="2112" y="2256"/>
              <a:ext cx="672" cy="192"/>
              <a:chOff x="2496" y="2160"/>
              <a:chExt cx="768" cy="144"/>
            </a:xfrm>
          </p:grpSpPr>
          <p:sp>
            <p:nvSpPr>
              <p:cNvPr id="64668"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4669"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70"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35" name="Group 82"/>
          <p:cNvGrpSpPr>
            <a:grpSpLocks/>
          </p:cNvGrpSpPr>
          <p:nvPr/>
        </p:nvGrpSpPr>
        <p:grpSpPr bwMode="auto">
          <a:xfrm>
            <a:off x="2857500" y="3326607"/>
            <a:ext cx="800100" cy="159544"/>
            <a:chOff x="2496" y="2160"/>
            <a:chExt cx="768" cy="144"/>
          </a:xfrm>
        </p:grpSpPr>
        <p:sp>
          <p:nvSpPr>
            <p:cNvPr id="64662"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4663"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64"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536" name="Group 86"/>
          <p:cNvGrpSpPr>
            <a:grpSpLocks/>
          </p:cNvGrpSpPr>
          <p:nvPr/>
        </p:nvGrpSpPr>
        <p:grpSpPr bwMode="auto">
          <a:xfrm>
            <a:off x="3657600" y="3326607"/>
            <a:ext cx="628650" cy="159544"/>
            <a:chOff x="2112" y="2064"/>
            <a:chExt cx="528" cy="192"/>
          </a:xfrm>
        </p:grpSpPr>
        <p:grpSp>
          <p:nvGrpSpPr>
            <p:cNvPr id="64656" name="Group 87"/>
            <p:cNvGrpSpPr>
              <a:grpSpLocks/>
            </p:cNvGrpSpPr>
            <p:nvPr/>
          </p:nvGrpSpPr>
          <p:grpSpPr bwMode="auto">
            <a:xfrm>
              <a:off x="2112" y="2064"/>
              <a:ext cx="528" cy="192"/>
              <a:chOff x="2208" y="2112"/>
              <a:chExt cx="528" cy="144"/>
            </a:xfrm>
          </p:grpSpPr>
          <p:sp>
            <p:nvSpPr>
              <p:cNvPr id="64660"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4661"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57" name="Group 90"/>
            <p:cNvGrpSpPr>
              <a:grpSpLocks/>
            </p:cNvGrpSpPr>
            <p:nvPr/>
          </p:nvGrpSpPr>
          <p:grpSpPr bwMode="auto">
            <a:xfrm>
              <a:off x="2448" y="2064"/>
              <a:ext cx="144" cy="144"/>
              <a:chOff x="2448" y="2064"/>
              <a:chExt cx="144" cy="144"/>
            </a:xfrm>
          </p:grpSpPr>
          <p:sp>
            <p:nvSpPr>
              <p:cNvPr id="64658"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59"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37" name="Group 93"/>
          <p:cNvGrpSpPr>
            <a:grpSpLocks/>
          </p:cNvGrpSpPr>
          <p:nvPr/>
        </p:nvGrpSpPr>
        <p:grpSpPr bwMode="auto">
          <a:xfrm>
            <a:off x="2857500" y="2571750"/>
            <a:ext cx="1428750" cy="171450"/>
            <a:chOff x="1440" y="2064"/>
            <a:chExt cx="1200" cy="192"/>
          </a:xfrm>
        </p:grpSpPr>
        <p:grpSp>
          <p:nvGrpSpPr>
            <p:cNvPr id="64645" name="Group 94"/>
            <p:cNvGrpSpPr>
              <a:grpSpLocks/>
            </p:cNvGrpSpPr>
            <p:nvPr/>
          </p:nvGrpSpPr>
          <p:grpSpPr bwMode="auto">
            <a:xfrm>
              <a:off x="1440" y="2064"/>
              <a:ext cx="672" cy="192"/>
              <a:chOff x="2496" y="2160"/>
              <a:chExt cx="768" cy="144"/>
            </a:xfrm>
          </p:grpSpPr>
          <p:sp>
            <p:nvSpPr>
              <p:cNvPr id="64653"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4654"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55"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646" name="Group 98"/>
            <p:cNvGrpSpPr>
              <a:grpSpLocks/>
            </p:cNvGrpSpPr>
            <p:nvPr/>
          </p:nvGrpSpPr>
          <p:grpSpPr bwMode="auto">
            <a:xfrm>
              <a:off x="2112" y="2064"/>
              <a:ext cx="528" cy="192"/>
              <a:chOff x="2112" y="2064"/>
              <a:chExt cx="528" cy="192"/>
            </a:xfrm>
          </p:grpSpPr>
          <p:grpSp>
            <p:nvGrpSpPr>
              <p:cNvPr id="64647" name="Group 99"/>
              <p:cNvGrpSpPr>
                <a:grpSpLocks/>
              </p:cNvGrpSpPr>
              <p:nvPr/>
            </p:nvGrpSpPr>
            <p:grpSpPr bwMode="auto">
              <a:xfrm>
                <a:off x="2112" y="2064"/>
                <a:ext cx="528" cy="192"/>
                <a:chOff x="2208" y="2112"/>
                <a:chExt cx="528" cy="144"/>
              </a:xfrm>
            </p:grpSpPr>
            <p:sp>
              <p:nvSpPr>
                <p:cNvPr id="64651"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4652"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48" name="Group 102"/>
              <p:cNvGrpSpPr>
                <a:grpSpLocks/>
              </p:cNvGrpSpPr>
              <p:nvPr/>
            </p:nvGrpSpPr>
            <p:grpSpPr bwMode="auto">
              <a:xfrm>
                <a:off x="2448" y="2064"/>
                <a:ext cx="144" cy="144"/>
                <a:chOff x="2448" y="2064"/>
                <a:chExt cx="144" cy="144"/>
              </a:xfrm>
            </p:grpSpPr>
            <p:sp>
              <p:nvSpPr>
                <p:cNvPr id="64649"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50"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4538" name="Group 105"/>
          <p:cNvGrpSpPr>
            <a:grpSpLocks/>
          </p:cNvGrpSpPr>
          <p:nvPr/>
        </p:nvGrpSpPr>
        <p:grpSpPr bwMode="auto">
          <a:xfrm>
            <a:off x="2857500" y="3886200"/>
            <a:ext cx="1428750" cy="171450"/>
            <a:chOff x="1440" y="2064"/>
            <a:chExt cx="1200" cy="192"/>
          </a:xfrm>
        </p:grpSpPr>
        <p:grpSp>
          <p:nvGrpSpPr>
            <p:cNvPr id="64634" name="Group 106"/>
            <p:cNvGrpSpPr>
              <a:grpSpLocks/>
            </p:cNvGrpSpPr>
            <p:nvPr/>
          </p:nvGrpSpPr>
          <p:grpSpPr bwMode="auto">
            <a:xfrm>
              <a:off x="1440" y="2064"/>
              <a:ext cx="672" cy="192"/>
              <a:chOff x="2496" y="2160"/>
              <a:chExt cx="768" cy="144"/>
            </a:xfrm>
          </p:grpSpPr>
          <p:sp>
            <p:nvSpPr>
              <p:cNvPr id="64642"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4643"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44"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635" name="Group 110"/>
            <p:cNvGrpSpPr>
              <a:grpSpLocks/>
            </p:cNvGrpSpPr>
            <p:nvPr/>
          </p:nvGrpSpPr>
          <p:grpSpPr bwMode="auto">
            <a:xfrm>
              <a:off x="2112" y="2064"/>
              <a:ext cx="528" cy="192"/>
              <a:chOff x="2112" y="2064"/>
              <a:chExt cx="528" cy="192"/>
            </a:xfrm>
          </p:grpSpPr>
          <p:grpSp>
            <p:nvGrpSpPr>
              <p:cNvPr id="64636" name="Group 111"/>
              <p:cNvGrpSpPr>
                <a:grpSpLocks/>
              </p:cNvGrpSpPr>
              <p:nvPr/>
            </p:nvGrpSpPr>
            <p:grpSpPr bwMode="auto">
              <a:xfrm>
                <a:off x="2112" y="2064"/>
                <a:ext cx="528" cy="192"/>
                <a:chOff x="2208" y="2112"/>
                <a:chExt cx="528" cy="144"/>
              </a:xfrm>
            </p:grpSpPr>
            <p:sp>
              <p:nvSpPr>
                <p:cNvPr id="64640"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4641"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37" name="Group 114"/>
              <p:cNvGrpSpPr>
                <a:grpSpLocks/>
              </p:cNvGrpSpPr>
              <p:nvPr/>
            </p:nvGrpSpPr>
            <p:grpSpPr bwMode="auto">
              <a:xfrm>
                <a:off x="2448" y="2064"/>
                <a:ext cx="144" cy="144"/>
                <a:chOff x="2448" y="2064"/>
                <a:chExt cx="144" cy="144"/>
              </a:xfrm>
            </p:grpSpPr>
            <p:sp>
              <p:nvSpPr>
                <p:cNvPr id="64638"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39"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4539" name="Group 117"/>
          <p:cNvGrpSpPr>
            <a:grpSpLocks/>
          </p:cNvGrpSpPr>
          <p:nvPr/>
        </p:nvGrpSpPr>
        <p:grpSpPr bwMode="auto">
          <a:xfrm>
            <a:off x="2857500" y="4126707"/>
            <a:ext cx="800100" cy="159544"/>
            <a:chOff x="2496" y="2160"/>
            <a:chExt cx="768" cy="144"/>
          </a:xfrm>
        </p:grpSpPr>
        <p:sp>
          <p:nvSpPr>
            <p:cNvPr id="64631"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4632"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33"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540" name="Group 121"/>
          <p:cNvGrpSpPr>
            <a:grpSpLocks/>
          </p:cNvGrpSpPr>
          <p:nvPr/>
        </p:nvGrpSpPr>
        <p:grpSpPr bwMode="auto">
          <a:xfrm>
            <a:off x="3657600" y="4126707"/>
            <a:ext cx="628650" cy="159544"/>
            <a:chOff x="2112" y="2064"/>
            <a:chExt cx="528" cy="192"/>
          </a:xfrm>
        </p:grpSpPr>
        <p:grpSp>
          <p:nvGrpSpPr>
            <p:cNvPr id="64625" name="Group 122"/>
            <p:cNvGrpSpPr>
              <a:grpSpLocks/>
            </p:cNvGrpSpPr>
            <p:nvPr/>
          </p:nvGrpSpPr>
          <p:grpSpPr bwMode="auto">
            <a:xfrm>
              <a:off x="2112" y="2064"/>
              <a:ext cx="528" cy="192"/>
              <a:chOff x="2208" y="2112"/>
              <a:chExt cx="528" cy="144"/>
            </a:xfrm>
          </p:grpSpPr>
          <p:sp>
            <p:nvSpPr>
              <p:cNvPr id="64629"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4630"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26" name="Group 125"/>
            <p:cNvGrpSpPr>
              <a:grpSpLocks/>
            </p:cNvGrpSpPr>
            <p:nvPr/>
          </p:nvGrpSpPr>
          <p:grpSpPr bwMode="auto">
            <a:xfrm>
              <a:off x="2448" y="2064"/>
              <a:ext cx="144" cy="144"/>
              <a:chOff x="2448" y="2064"/>
              <a:chExt cx="144" cy="144"/>
            </a:xfrm>
          </p:grpSpPr>
          <p:sp>
            <p:nvSpPr>
              <p:cNvPr id="64627"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28"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41" name="Group 128"/>
          <p:cNvGrpSpPr>
            <a:grpSpLocks/>
          </p:cNvGrpSpPr>
          <p:nvPr/>
        </p:nvGrpSpPr>
        <p:grpSpPr bwMode="auto">
          <a:xfrm>
            <a:off x="2857500" y="3040857"/>
            <a:ext cx="2228850" cy="159544"/>
            <a:chOff x="1440" y="2256"/>
            <a:chExt cx="1872" cy="192"/>
          </a:xfrm>
        </p:grpSpPr>
        <p:grpSp>
          <p:nvGrpSpPr>
            <p:cNvPr id="64610" name="Group 129"/>
            <p:cNvGrpSpPr>
              <a:grpSpLocks/>
            </p:cNvGrpSpPr>
            <p:nvPr/>
          </p:nvGrpSpPr>
          <p:grpSpPr bwMode="auto">
            <a:xfrm>
              <a:off x="2784" y="2256"/>
              <a:ext cx="528" cy="192"/>
              <a:chOff x="2112" y="2064"/>
              <a:chExt cx="528" cy="192"/>
            </a:xfrm>
          </p:grpSpPr>
          <p:grpSp>
            <p:nvGrpSpPr>
              <p:cNvPr id="64619" name="Group 130"/>
              <p:cNvGrpSpPr>
                <a:grpSpLocks/>
              </p:cNvGrpSpPr>
              <p:nvPr/>
            </p:nvGrpSpPr>
            <p:grpSpPr bwMode="auto">
              <a:xfrm>
                <a:off x="2112" y="2064"/>
                <a:ext cx="528" cy="192"/>
                <a:chOff x="2208" y="2112"/>
                <a:chExt cx="528" cy="144"/>
              </a:xfrm>
            </p:grpSpPr>
            <p:sp>
              <p:nvSpPr>
                <p:cNvPr id="64623"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4624"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20" name="Group 133"/>
              <p:cNvGrpSpPr>
                <a:grpSpLocks/>
              </p:cNvGrpSpPr>
              <p:nvPr/>
            </p:nvGrpSpPr>
            <p:grpSpPr bwMode="auto">
              <a:xfrm>
                <a:off x="2448" y="2064"/>
                <a:ext cx="144" cy="144"/>
                <a:chOff x="2448" y="2064"/>
                <a:chExt cx="144" cy="144"/>
              </a:xfrm>
            </p:grpSpPr>
            <p:sp>
              <p:nvSpPr>
                <p:cNvPr id="64621"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22"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611" name="Group 136"/>
            <p:cNvGrpSpPr>
              <a:grpSpLocks/>
            </p:cNvGrpSpPr>
            <p:nvPr/>
          </p:nvGrpSpPr>
          <p:grpSpPr bwMode="auto">
            <a:xfrm>
              <a:off x="1440" y="2256"/>
              <a:ext cx="672" cy="192"/>
              <a:chOff x="2496" y="2160"/>
              <a:chExt cx="768" cy="144"/>
            </a:xfrm>
          </p:grpSpPr>
          <p:sp>
            <p:nvSpPr>
              <p:cNvPr id="64616"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4617"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18"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612" name="Group 140"/>
            <p:cNvGrpSpPr>
              <a:grpSpLocks/>
            </p:cNvGrpSpPr>
            <p:nvPr/>
          </p:nvGrpSpPr>
          <p:grpSpPr bwMode="auto">
            <a:xfrm>
              <a:off x="2112" y="2256"/>
              <a:ext cx="672" cy="192"/>
              <a:chOff x="2496" y="2160"/>
              <a:chExt cx="768" cy="144"/>
            </a:xfrm>
          </p:grpSpPr>
          <p:sp>
            <p:nvSpPr>
              <p:cNvPr id="64613"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4614"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15"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42" name="Group 144"/>
          <p:cNvGrpSpPr>
            <a:grpSpLocks/>
          </p:cNvGrpSpPr>
          <p:nvPr/>
        </p:nvGrpSpPr>
        <p:grpSpPr bwMode="auto">
          <a:xfrm>
            <a:off x="3657600" y="4400550"/>
            <a:ext cx="2228850" cy="171450"/>
            <a:chOff x="1440" y="2256"/>
            <a:chExt cx="1872" cy="192"/>
          </a:xfrm>
        </p:grpSpPr>
        <p:grpSp>
          <p:nvGrpSpPr>
            <p:cNvPr id="64595" name="Group 145"/>
            <p:cNvGrpSpPr>
              <a:grpSpLocks/>
            </p:cNvGrpSpPr>
            <p:nvPr/>
          </p:nvGrpSpPr>
          <p:grpSpPr bwMode="auto">
            <a:xfrm>
              <a:off x="2784" y="2256"/>
              <a:ext cx="528" cy="192"/>
              <a:chOff x="2112" y="2064"/>
              <a:chExt cx="528" cy="192"/>
            </a:xfrm>
          </p:grpSpPr>
          <p:grpSp>
            <p:nvGrpSpPr>
              <p:cNvPr id="64604" name="Group 146"/>
              <p:cNvGrpSpPr>
                <a:grpSpLocks/>
              </p:cNvGrpSpPr>
              <p:nvPr/>
            </p:nvGrpSpPr>
            <p:grpSpPr bwMode="auto">
              <a:xfrm>
                <a:off x="2112" y="2064"/>
                <a:ext cx="528" cy="192"/>
                <a:chOff x="2208" y="2112"/>
                <a:chExt cx="528" cy="144"/>
              </a:xfrm>
            </p:grpSpPr>
            <p:sp>
              <p:nvSpPr>
                <p:cNvPr id="64608"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4609"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4605" name="Group 149"/>
              <p:cNvGrpSpPr>
                <a:grpSpLocks/>
              </p:cNvGrpSpPr>
              <p:nvPr/>
            </p:nvGrpSpPr>
            <p:grpSpPr bwMode="auto">
              <a:xfrm>
                <a:off x="2448" y="2064"/>
                <a:ext cx="144" cy="144"/>
                <a:chOff x="2448" y="2064"/>
                <a:chExt cx="144" cy="144"/>
              </a:xfrm>
            </p:grpSpPr>
            <p:sp>
              <p:nvSpPr>
                <p:cNvPr id="64606"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607"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96" name="Group 152"/>
            <p:cNvGrpSpPr>
              <a:grpSpLocks/>
            </p:cNvGrpSpPr>
            <p:nvPr/>
          </p:nvGrpSpPr>
          <p:grpSpPr bwMode="auto">
            <a:xfrm>
              <a:off x="1440" y="2256"/>
              <a:ext cx="672" cy="192"/>
              <a:chOff x="2496" y="2160"/>
              <a:chExt cx="768" cy="144"/>
            </a:xfrm>
          </p:grpSpPr>
          <p:sp>
            <p:nvSpPr>
              <p:cNvPr id="64601"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4602"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03"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4597" name="Group 156"/>
            <p:cNvGrpSpPr>
              <a:grpSpLocks/>
            </p:cNvGrpSpPr>
            <p:nvPr/>
          </p:nvGrpSpPr>
          <p:grpSpPr bwMode="auto">
            <a:xfrm>
              <a:off x="2112" y="2256"/>
              <a:ext cx="672" cy="192"/>
              <a:chOff x="2496" y="2160"/>
              <a:chExt cx="768" cy="144"/>
            </a:xfrm>
          </p:grpSpPr>
          <p:sp>
            <p:nvSpPr>
              <p:cNvPr id="64598"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4599"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600"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4543" name="Group 160"/>
          <p:cNvGrpSpPr>
            <a:grpSpLocks/>
          </p:cNvGrpSpPr>
          <p:nvPr/>
        </p:nvGrpSpPr>
        <p:grpSpPr bwMode="auto">
          <a:xfrm>
            <a:off x="2857500" y="4400550"/>
            <a:ext cx="800100" cy="171450"/>
            <a:chOff x="2496" y="2160"/>
            <a:chExt cx="768" cy="144"/>
          </a:xfrm>
        </p:grpSpPr>
        <p:sp>
          <p:nvSpPr>
            <p:cNvPr id="64592"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4593"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94"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4544"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454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454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47"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454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4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455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51"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455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5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455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55"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455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5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4558"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5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4560"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4561"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62"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4563"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64"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4565"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66"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4567"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4568"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4569"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70" name="Text Box 190"/>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sp>
        <p:nvSpPr>
          <p:cNvPr id="64571" name="AutoShape 191"/>
          <p:cNvSpPr>
            <a:spLocks noChangeArrowheads="1"/>
          </p:cNvSpPr>
          <p:nvPr/>
        </p:nvSpPr>
        <p:spPr bwMode="auto">
          <a:xfrm>
            <a:off x="3143250" y="36004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4572" name="Group 195"/>
          <p:cNvGrpSpPr>
            <a:grpSpLocks/>
          </p:cNvGrpSpPr>
          <p:nvPr/>
        </p:nvGrpSpPr>
        <p:grpSpPr bwMode="auto">
          <a:xfrm>
            <a:off x="6053138" y="342900"/>
            <a:ext cx="1943100" cy="1943100"/>
            <a:chOff x="2784" y="96"/>
            <a:chExt cx="1632" cy="1680"/>
          </a:xfrm>
        </p:grpSpPr>
        <p:sp>
          <p:nvSpPr>
            <p:cNvPr id="64574" name="Oval 19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4575" name="Oval 19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4576" name="Oval 19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4577" name="Oval 19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4578" name="Oval 20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4579" name="Oval 20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4580" name="Oval 20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4581" name="Line 20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2" name="Line 20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3" name="Line 20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4" name="Line 20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5" name="Line 20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6" name="Line 20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7" name="Oval 20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4588" name="Line 21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89" name="Line 21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90" name="Line 21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4591" name="Line 21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564398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6EEAA3E-69A8-421C-783E-B98DB46EA695}"/>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6EEAA3E-69A8-421C-783E-B98DB46EA695}"/>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5538" name="Group 21"/>
          <p:cNvGrpSpPr>
            <a:grpSpLocks/>
          </p:cNvGrpSpPr>
          <p:nvPr/>
        </p:nvGrpSpPr>
        <p:grpSpPr bwMode="auto">
          <a:xfrm>
            <a:off x="1524001" y="2520554"/>
            <a:ext cx="1079897" cy="258365"/>
            <a:chOff x="288" y="2016"/>
            <a:chExt cx="816" cy="192"/>
          </a:xfrm>
        </p:grpSpPr>
        <p:sp>
          <p:nvSpPr>
            <p:cNvPr id="65727"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5728"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553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554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5541" name="Group 26"/>
          <p:cNvGrpSpPr>
            <a:grpSpLocks/>
          </p:cNvGrpSpPr>
          <p:nvPr/>
        </p:nvGrpSpPr>
        <p:grpSpPr bwMode="auto">
          <a:xfrm>
            <a:off x="1524001" y="3036094"/>
            <a:ext cx="1079897" cy="258366"/>
            <a:chOff x="288" y="2016"/>
            <a:chExt cx="816" cy="192"/>
          </a:xfrm>
        </p:grpSpPr>
        <p:sp>
          <p:nvSpPr>
            <p:cNvPr id="65725"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5726"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542" name="Group 29"/>
          <p:cNvGrpSpPr>
            <a:grpSpLocks/>
          </p:cNvGrpSpPr>
          <p:nvPr/>
        </p:nvGrpSpPr>
        <p:grpSpPr bwMode="auto">
          <a:xfrm>
            <a:off x="1524001" y="3294460"/>
            <a:ext cx="1079897" cy="258365"/>
            <a:chOff x="288" y="2016"/>
            <a:chExt cx="816" cy="192"/>
          </a:xfrm>
        </p:grpSpPr>
        <p:sp>
          <p:nvSpPr>
            <p:cNvPr id="65723"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5724"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543" name="Group 32"/>
          <p:cNvGrpSpPr>
            <a:grpSpLocks/>
          </p:cNvGrpSpPr>
          <p:nvPr/>
        </p:nvGrpSpPr>
        <p:grpSpPr bwMode="auto">
          <a:xfrm>
            <a:off x="1524001" y="3552825"/>
            <a:ext cx="1079897" cy="257175"/>
            <a:chOff x="288" y="2016"/>
            <a:chExt cx="816" cy="192"/>
          </a:xfrm>
        </p:grpSpPr>
        <p:sp>
          <p:nvSpPr>
            <p:cNvPr id="65721"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5722"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544" name="Group 35"/>
          <p:cNvGrpSpPr>
            <a:grpSpLocks/>
          </p:cNvGrpSpPr>
          <p:nvPr/>
        </p:nvGrpSpPr>
        <p:grpSpPr bwMode="auto">
          <a:xfrm>
            <a:off x="1524001" y="3810000"/>
            <a:ext cx="1079897" cy="258366"/>
            <a:chOff x="288" y="2016"/>
            <a:chExt cx="816" cy="192"/>
          </a:xfrm>
        </p:grpSpPr>
        <p:sp>
          <p:nvSpPr>
            <p:cNvPr id="65719"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5720"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545" name="Group 38"/>
          <p:cNvGrpSpPr>
            <a:grpSpLocks/>
          </p:cNvGrpSpPr>
          <p:nvPr/>
        </p:nvGrpSpPr>
        <p:grpSpPr bwMode="auto">
          <a:xfrm>
            <a:off x="1524001" y="4325542"/>
            <a:ext cx="1079897" cy="258365"/>
            <a:chOff x="288" y="2016"/>
            <a:chExt cx="816" cy="192"/>
          </a:xfrm>
        </p:grpSpPr>
        <p:sp>
          <p:nvSpPr>
            <p:cNvPr id="65717"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5718"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546" name="Group 41"/>
          <p:cNvGrpSpPr>
            <a:grpSpLocks/>
          </p:cNvGrpSpPr>
          <p:nvPr/>
        </p:nvGrpSpPr>
        <p:grpSpPr bwMode="auto">
          <a:xfrm>
            <a:off x="1524001" y="4068366"/>
            <a:ext cx="1079897" cy="257175"/>
            <a:chOff x="288" y="2016"/>
            <a:chExt cx="816" cy="192"/>
          </a:xfrm>
        </p:grpSpPr>
        <p:sp>
          <p:nvSpPr>
            <p:cNvPr id="65715"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5716"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554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554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5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5557" name="Group 54"/>
          <p:cNvGrpSpPr>
            <a:grpSpLocks/>
          </p:cNvGrpSpPr>
          <p:nvPr/>
        </p:nvGrpSpPr>
        <p:grpSpPr bwMode="auto">
          <a:xfrm>
            <a:off x="2857500" y="3612357"/>
            <a:ext cx="1428750" cy="159544"/>
            <a:chOff x="1440" y="2064"/>
            <a:chExt cx="1200" cy="192"/>
          </a:xfrm>
        </p:grpSpPr>
        <p:grpSp>
          <p:nvGrpSpPr>
            <p:cNvPr id="65704" name="Group 55"/>
            <p:cNvGrpSpPr>
              <a:grpSpLocks/>
            </p:cNvGrpSpPr>
            <p:nvPr/>
          </p:nvGrpSpPr>
          <p:grpSpPr bwMode="auto">
            <a:xfrm>
              <a:off x="1440" y="2064"/>
              <a:ext cx="672" cy="192"/>
              <a:chOff x="2496" y="2160"/>
              <a:chExt cx="768" cy="144"/>
            </a:xfrm>
          </p:grpSpPr>
          <p:sp>
            <p:nvSpPr>
              <p:cNvPr id="65712"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5713"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714"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705" name="Group 59"/>
            <p:cNvGrpSpPr>
              <a:grpSpLocks/>
            </p:cNvGrpSpPr>
            <p:nvPr/>
          </p:nvGrpSpPr>
          <p:grpSpPr bwMode="auto">
            <a:xfrm>
              <a:off x="2112" y="2064"/>
              <a:ext cx="528" cy="192"/>
              <a:chOff x="2112" y="2064"/>
              <a:chExt cx="528" cy="192"/>
            </a:xfrm>
          </p:grpSpPr>
          <p:grpSp>
            <p:nvGrpSpPr>
              <p:cNvPr id="65706" name="Group 60"/>
              <p:cNvGrpSpPr>
                <a:grpSpLocks/>
              </p:cNvGrpSpPr>
              <p:nvPr/>
            </p:nvGrpSpPr>
            <p:grpSpPr bwMode="auto">
              <a:xfrm>
                <a:off x="2112" y="2064"/>
                <a:ext cx="528" cy="192"/>
                <a:chOff x="2208" y="2112"/>
                <a:chExt cx="528" cy="144"/>
              </a:xfrm>
            </p:grpSpPr>
            <p:sp>
              <p:nvSpPr>
                <p:cNvPr id="65710"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5711"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707" name="Group 63"/>
              <p:cNvGrpSpPr>
                <a:grpSpLocks/>
              </p:cNvGrpSpPr>
              <p:nvPr/>
            </p:nvGrpSpPr>
            <p:grpSpPr bwMode="auto">
              <a:xfrm>
                <a:off x="2448" y="2064"/>
                <a:ext cx="144" cy="144"/>
                <a:chOff x="2448" y="2064"/>
                <a:chExt cx="144" cy="144"/>
              </a:xfrm>
            </p:grpSpPr>
            <p:sp>
              <p:nvSpPr>
                <p:cNvPr id="65708"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709"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5558" name="Group 66"/>
          <p:cNvGrpSpPr>
            <a:grpSpLocks/>
          </p:cNvGrpSpPr>
          <p:nvPr/>
        </p:nvGrpSpPr>
        <p:grpSpPr bwMode="auto">
          <a:xfrm>
            <a:off x="2857500" y="2800350"/>
            <a:ext cx="2228850" cy="171450"/>
            <a:chOff x="1440" y="2256"/>
            <a:chExt cx="1872" cy="192"/>
          </a:xfrm>
        </p:grpSpPr>
        <p:grpSp>
          <p:nvGrpSpPr>
            <p:cNvPr id="65689" name="Group 67"/>
            <p:cNvGrpSpPr>
              <a:grpSpLocks/>
            </p:cNvGrpSpPr>
            <p:nvPr/>
          </p:nvGrpSpPr>
          <p:grpSpPr bwMode="auto">
            <a:xfrm>
              <a:off x="2784" y="2256"/>
              <a:ext cx="528" cy="192"/>
              <a:chOff x="2112" y="2064"/>
              <a:chExt cx="528" cy="192"/>
            </a:xfrm>
          </p:grpSpPr>
          <p:grpSp>
            <p:nvGrpSpPr>
              <p:cNvPr id="65698" name="Group 68"/>
              <p:cNvGrpSpPr>
                <a:grpSpLocks/>
              </p:cNvGrpSpPr>
              <p:nvPr/>
            </p:nvGrpSpPr>
            <p:grpSpPr bwMode="auto">
              <a:xfrm>
                <a:off x="2112" y="2064"/>
                <a:ext cx="528" cy="192"/>
                <a:chOff x="2208" y="2112"/>
                <a:chExt cx="528" cy="144"/>
              </a:xfrm>
            </p:grpSpPr>
            <p:sp>
              <p:nvSpPr>
                <p:cNvPr id="65702"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5703"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99" name="Group 71"/>
              <p:cNvGrpSpPr>
                <a:grpSpLocks/>
              </p:cNvGrpSpPr>
              <p:nvPr/>
            </p:nvGrpSpPr>
            <p:grpSpPr bwMode="auto">
              <a:xfrm>
                <a:off x="2448" y="2064"/>
                <a:ext cx="144" cy="144"/>
                <a:chOff x="2448" y="2064"/>
                <a:chExt cx="144" cy="144"/>
              </a:xfrm>
            </p:grpSpPr>
            <p:sp>
              <p:nvSpPr>
                <p:cNvPr id="65700"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701"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690" name="Group 74"/>
            <p:cNvGrpSpPr>
              <a:grpSpLocks/>
            </p:cNvGrpSpPr>
            <p:nvPr/>
          </p:nvGrpSpPr>
          <p:grpSpPr bwMode="auto">
            <a:xfrm>
              <a:off x="1440" y="2256"/>
              <a:ext cx="672" cy="192"/>
              <a:chOff x="2496" y="2160"/>
              <a:chExt cx="768" cy="144"/>
            </a:xfrm>
          </p:grpSpPr>
          <p:sp>
            <p:nvSpPr>
              <p:cNvPr id="65695"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5696"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97"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691" name="Group 78"/>
            <p:cNvGrpSpPr>
              <a:grpSpLocks/>
            </p:cNvGrpSpPr>
            <p:nvPr/>
          </p:nvGrpSpPr>
          <p:grpSpPr bwMode="auto">
            <a:xfrm>
              <a:off x="2112" y="2256"/>
              <a:ext cx="672" cy="192"/>
              <a:chOff x="2496" y="2160"/>
              <a:chExt cx="768" cy="144"/>
            </a:xfrm>
          </p:grpSpPr>
          <p:sp>
            <p:nvSpPr>
              <p:cNvPr id="65692"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5693"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94"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559" name="Group 82"/>
          <p:cNvGrpSpPr>
            <a:grpSpLocks/>
          </p:cNvGrpSpPr>
          <p:nvPr/>
        </p:nvGrpSpPr>
        <p:grpSpPr bwMode="auto">
          <a:xfrm>
            <a:off x="2857500" y="3326607"/>
            <a:ext cx="800100" cy="159544"/>
            <a:chOff x="2496" y="2160"/>
            <a:chExt cx="768" cy="144"/>
          </a:xfrm>
        </p:grpSpPr>
        <p:sp>
          <p:nvSpPr>
            <p:cNvPr id="65686"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5687"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88"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560" name="Group 86"/>
          <p:cNvGrpSpPr>
            <a:grpSpLocks/>
          </p:cNvGrpSpPr>
          <p:nvPr/>
        </p:nvGrpSpPr>
        <p:grpSpPr bwMode="auto">
          <a:xfrm>
            <a:off x="3657600" y="3326607"/>
            <a:ext cx="628650" cy="159544"/>
            <a:chOff x="2112" y="2064"/>
            <a:chExt cx="528" cy="192"/>
          </a:xfrm>
        </p:grpSpPr>
        <p:grpSp>
          <p:nvGrpSpPr>
            <p:cNvPr id="65680" name="Group 87"/>
            <p:cNvGrpSpPr>
              <a:grpSpLocks/>
            </p:cNvGrpSpPr>
            <p:nvPr/>
          </p:nvGrpSpPr>
          <p:grpSpPr bwMode="auto">
            <a:xfrm>
              <a:off x="2112" y="2064"/>
              <a:ext cx="528" cy="192"/>
              <a:chOff x="2208" y="2112"/>
              <a:chExt cx="528" cy="144"/>
            </a:xfrm>
          </p:grpSpPr>
          <p:sp>
            <p:nvSpPr>
              <p:cNvPr id="65684"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5685"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81" name="Group 90"/>
            <p:cNvGrpSpPr>
              <a:grpSpLocks/>
            </p:cNvGrpSpPr>
            <p:nvPr/>
          </p:nvGrpSpPr>
          <p:grpSpPr bwMode="auto">
            <a:xfrm>
              <a:off x="2448" y="2064"/>
              <a:ext cx="144" cy="144"/>
              <a:chOff x="2448" y="2064"/>
              <a:chExt cx="144" cy="144"/>
            </a:xfrm>
          </p:grpSpPr>
          <p:sp>
            <p:nvSpPr>
              <p:cNvPr id="65682"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83"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561" name="Group 93"/>
          <p:cNvGrpSpPr>
            <a:grpSpLocks/>
          </p:cNvGrpSpPr>
          <p:nvPr/>
        </p:nvGrpSpPr>
        <p:grpSpPr bwMode="auto">
          <a:xfrm>
            <a:off x="2857500" y="2571750"/>
            <a:ext cx="1428750" cy="171450"/>
            <a:chOff x="1440" y="2064"/>
            <a:chExt cx="1200" cy="192"/>
          </a:xfrm>
        </p:grpSpPr>
        <p:grpSp>
          <p:nvGrpSpPr>
            <p:cNvPr id="65669" name="Group 94"/>
            <p:cNvGrpSpPr>
              <a:grpSpLocks/>
            </p:cNvGrpSpPr>
            <p:nvPr/>
          </p:nvGrpSpPr>
          <p:grpSpPr bwMode="auto">
            <a:xfrm>
              <a:off x="1440" y="2064"/>
              <a:ext cx="672" cy="192"/>
              <a:chOff x="2496" y="2160"/>
              <a:chExt cx="768" cy="144"/>
            </a:xfrm>
          </p:grpSpPr>
          <p:sp>
            <p:nvSpPr>
              <p:cNvPr id="65677"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5678"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79"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670" name="Group 98"/>
            <p:cNvGrpSpPr>
              <a:grpSpLocks/>
            </p:cNvGrpSpPr>
            <p:nvPr/>
          </p:nvGrpSpPr>
          <p:grpSpPr bwMode="auto">
            <a:xfrm>
              <a:off x="2112" y="2064"/>
              <a:ext cx="528" cy="192"/>
              <a:chOff x="2112" y="2064"/>
              <a:chExt cx="528" cy="192"/>
            </a:xfrm>
          </p:grpSpPr>
          <p:grpSp>
            <p:nvGrpSpPr>
              <p:cNvPr id="65671" name="Group 99"/>
              <p:cNvGrpSpPr>
                <a:grpSpLocks/>
              </p:cNvGrpSpPr>
              <p:nvPr/>
            </p:nvGrpSpPr>
            <p:grpSpPr bwMode="auto">
              <a:xfrm>
                <a:off x="2112" y="2064"/>
                <a:ext cx="528" cy="192"/>
                <a:chOff x="2208" y="2112"/>
                <a:chExt cx="528" cy="144"/>
              </a:xfrm>
            </p:grpSpPr>
            <p:sp>
              <p:nvSpPr>
                <p:cNvPr id="65675"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5676"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72" name="Group 102"/>
              <p:cNvGrpSpPr>
                <a:grpSpLocks/>
              </p:cNvGrpSpPr>
              <p:nvPr/>
            </p:nvGrpSpPr>
            <p:grpSpPr bwMode="auto">
              <a:xfrm>
                <a:off x="2448" y="2064"/>
                <a:ext cx="144" cy="144"/>
                <a:chOff x="2448" y="2064"/>
                <a:chExt cx="144" cy="144"/>
              </a:xfrm>
            </p:grpSpPr>
            <p:sp>
              <p:nvSpPr>
                <p:cNvPr id="65673"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74"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5562" name="Group 105"/>
          <p:cNvGrpSpPr>
            <a:grpSpLocks/>
          </p:cNvGrpSpPr>
          <p:nvPr/>
        </p:nvGrpSpPr>
        <p:grpSpPr bwMode="auto">
          <a:xfrm>
            <a:off x="2857500" y="3886200"/>
            <a:ext cx="1428750" cy="171450"/>
            <a:chOff x="1440" y="2064"/>
            <a:chExt cx="1200" cy="192"/>
          </a:xfrm>
        </p:grpSpPr>
        <p:grpSp>
          <p:nvGrpSpPr>
            <p:cNvPr id="65658" name="Group 106"/>
            <p:cNvGrpSpPr>
              <a:grpSpLocks/>
            </p:cNvGrpSpPr>
            <p:nvPr/>
          </p:nvGrpSpPr>
          <p:grpSpPr bwMode="auto">
            <a:xfrm>
              <a:off x="1440" y="2064"/>
              <a:ext cx="672" cy="192"/>
              <a:chOff x="2496" y="2160"/>
              <a:chExt cx="768" cy="144"/>
            </a:xfrm>
          </p:grpSpPr>
          <p:sp>
            <p:nvSpPr>
              <p:cNvPr id="65666"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5667"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68"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659" name="Group 110"/>
            <p:cNvGrpSpPr>
              <a:grpSpLocks/>
            </p:cNvGrpSpPr>
            <p:nvPr/>
          </p:nvGrpSpPr>
          <p:grpSpPr bwMode="auto">
            <a:xfrm>
              <a:off x="2112" y="2064"/>
              <a:ext cx="528" cy="192"/>
              <a:chOff x="2112" y="2064"/>
              <a:chExt cx="528" cy="192"/>
            </a:xfrm>
          </p:grpSpPr>
          <p:grpSp>
            <p:nvGrpSpPr>
              <p:cNvPr id="65660" name="Group 111"/>
              <p:cNvGrpSpPr>
                <a:grpSpLocks/>
              </p:cNvGrpSpPr>
              <p:nvPr/>
            </p:nvGrpSpPr>
            <p:grpSpPr bwMode="auto">
              <a:xfrm>
                <a:off x="2112" y="2064"/>
                <a:ext cx="528" cy="192"/>
                <a:chOff x="2208" y="2112"/>
                <a:chExt cx="528" cy="144"/>
              </a:xfrm>
            </p:grpSpPr>
            <p:sp>
              <p:nvSpPr>
                <p:cNvPr id="65664"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5665"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61" name="Group 114"/>
              <p:cNvGrpSpPr>
                <a:grpSpLocks/>
              </p:cNvGrpSpPr>
              <p:nvPr/>
            </p:nvGrpSpPr>
            <p:grpSpPr bwMode="auto">
              <a:xfrm>
                <a:off x="2448" y="2064"/>
                <a:ext cx="144" cy="144"/>
                <a:chOff x="2448" y="2064"/>
                <a:chExt cx="144" cy="144"/>
              </a:xfrm>
            </p:grpSpPr>
            <p:sp>
              <p:nvSpPr>
                <p:cNvPr id="65662"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63"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5563" name="Group 117"/>
          <p:cNvGrpSpPr>
            <a:grpSpLocks/>
          </p:cNvGrpSpPr>
          <p:nvPr/>
        </p:nvGrpSpPr>
        <p:grpSpPr bwMode="auto">
          <a:xfrm>
            <a:off x="2857500" y="4126707"/>
            <a:ext cx="800100" cy="159544"/>
            <a:chOff x="2496" y="2160"/>
            <a:chExt cx="768" cy="144"/>
          </a:xfrm>
        </p:grpSpPr>
        <p:sp>
          <p:nvSpPr>
            <p:cNvPr id="65655"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5656"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57"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564" name="Group 121"/>
          <p:cNvGrpSpPr>
            <a:grpSpLocks/>
          </p:cNvGrpSpPr>
          <p:nvPr/>
        </p:nvGrpSpPr>
        <p:grpSpPr bwMode="auto">
          <a:xfrm>
            <a:off x="3657600" y="4126707"/>
            <a:ext cx="628650" cy="159544"/>
            <a:chOff x="2112" y="2064"/>
            <a:chExt cx="528" cy="192"/>
          </a:xfrm>
        </p:grpSpPr>
        <p:grpSp>
          <p:nvGrpSpPr>
            <p:cNvPr id="65649" name="Group 122"/>
            <p:cNvGrpSpPr>
              <a:grpSpLocks/>
            </p:cNvGrpSpPr>
            <p:nvPr/>
          </p:nvGrpSpPr>
          <p:grpSpPr bwMode="auto">
            <a:xfrm>
              <a:off x="2112" y="2064"/>
              <a:ext cx="528" cy="192"/>
              <a:chOff x="2208" y="2112"/>
              <a:chExt cx="528" cy="144"/>
            </a:xfrm>
          </p:grpSpPr>
          <p:sp>
            <p:nvSpPr>
              <p:cNvPr id="65653"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5654"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50" name="Group 125"/>
            <p:cNvGrpSpPr>
              <a:grpSpLocks/>
            </p:cNvGrpSpPr>
            <p:nvPr/>
          </p:nvGrpSpPr>
          <p:grpSpPr bwMode="auto">
            <a:xfrm>
              <a:off x="2448" y="2064"/>
              <a:ext cx="144" cy="144"/>
              <a:chOff x="2448" y="2064"/>
              <a:chExt cx="144" cy="144"/>
            </a:xfrm>
          </p:grpSpPr>
          <p:sp>
            <p:nvSpPr>
              <p:cNvPr id="65651"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52"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565" name="Group 128"/>
          <p:cNvGrpSpPr>
            <a:grpSpLocks/>
          </p:cNvGrpSpPr>
          <p:nvPr/>
        </p:nvGrpSpPr>
        <p:grpSpPr bwMode="auto">
          <a:xfrm>
            <a:off x="2857500" y="3040857"/>
            <a:ext cx="2228850" cy="159544"/>
            <a:chOff x="1440" y="2256"/>
            <a:chExt cx="1872" cy="192"/>
          </a:xfrm>
        </p:grpSpPr>
        <p:grpSp>
          <p:nvGrpSpPr>
            <p:cNvPr id="65634" name="Group 129"/>
            <p:cNvGrpSpPr>
              <a:grpSpLocks/>
            </p:cNvGrpSpPr>
            <p:nvPr/>
          </p:nvGrpSpPr>
          <p:grpSpPr bwMode="auto">
            <a:xfrm>
              <a:off x="2784" y="2256"/>
              <a:ext cx="528" cy="192"/>
              <a:chOff x="2112" y="2064"/>
              <a:chExt cx="528" cy="192"/>
            </a:xfrm>
          </p:grpSpPr>
          <p:grpSp>
            <p:nvGrpSpPr>
              <p:cNvPr id="65643" name="Group 130"/>
              <p:cNvGrpSpPr>
                <a:grpSpLocks/>
              </p:cNvGrpSpPr>
              <p:nvPr/>
            </p:nvGrpSpPr>
            <p:grpSpPr bwMode="auto">
              <a:xfrm>
                <a:off x="2112" y="2064"/>
                <a:ext cx="528" cy="192"/>
                <a:chOff x="2208" y="2112"/>
                <a:chExt cx="528" cy="144"/>
              </a:xfrm>
            </p:grpSpPr>
            <p:sp>
              <p:nvSpPr>
                <p:cNvPr id="65647"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5648"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44" name="Group 133"/>
              <p:cNvGrpSpPr>
                <a:grpSpLocks/>
              </p:cNvGrpSpPr>
              <p:nvPr/>
            </p:nvGrpSpPr>
            <p:grpSpPr bwMode="auto">
              <a:xfrm>
                <a:off x="2448" y="2064"/>
                <a:ext cx="144" cy="144"/>
                <a:chOff x="2448" y="2064"/>
                <a:chExt cx="144" cy="144"/>
              </a:xfrm>
            </p:grpSpPr>
            <p:sp>
              <p:nvSpPr>
                <p:cNvPr id="65645"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46"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635" name="Group 136"/>
            <p:cNvGrpSpPr>
              <a:grpSpLocks/>
            </p:cNvGrpSpPr>
            <p:nvPr/>
          </p:nvGrpSpPr>
          <p:grpSpPr bwMode="auto">
            <a:xfrm>
              <a:off x="1440" y="2256"/>
              <a:ext cx="672" cy="192"/>
              <a:chOff x="2496" y="2160"/>
              <a:chExt cx="768" cy="144"/>
            </a:xfrm>
          </p:grpSpPr>
          <p:sp>
            <p:nvSpPr>
              <p:cNvPr id="65640"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5641"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42"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636" name="Group 140"/>
            <p:cNvGrpSpPr>
              <a:grpSpLocks/>
            </p:cNvGrpSpPr>
            <p:nvPr/>
          </p:nvGrpSpPr>
          <p:grpSpPr bwMode="auto">
            <a:xfrm>
              <a:off x="2112" y="2256"/>
              <a:ext cx="672" cy="192"/>
              <a:chOff x="2496" y="2160"/>
              <a:chExt cx="768" cy="144"/>
            </a:xfrm>
          </p:grpSpPr>
          <p:sp>
            <p:nvSpPr>
              <p:cNvPr id="65637"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5638"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39"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566" name="Group 144"/>
          <p:cNvGrpSpPr>
            <a:grpSpLocks/>
          </p:cNvGrpSpPr>
          <p:nvPr/>
        </p:nvGrpSpPr>
        <p:grpSpPr bwMode="auto">
          <a:xfrm>
            <a:off x="3657600" y="4400550"/>
            <a:ext cx="2228850" cy="171450"/>
            <a:chOff x="1440" y="2256"/>
            <a:chExt cx="1872" cy="192"/>
          </a:xfrm>
        </p:grpSpPr>
        <p:grpSp>
          <p:nvGrpSpPr>
            <p:cNvPr id="65619" name="Group 145"/>
            <p:cNvGrpSpPr>
              <a:grpSpLocks/>
            </p:cNvGrpSpPr>
            <p:nvPr/>
          </p:nvGrpSpPr>
          <p:grpSpPr bwMode="auto">
            <a:xfrm>
              <a:off x="2784" y="2256"/>
              <a:ext cx="528" cy="192"/>
              <a:chOff x="2112" y="2064"/>
              <a:chExt cx="528" cy="192"/>
            </a:xfrm>
          </p:grpSpPr>
          <p:grpSp>
            <p:nvGrpSpPr>
              <p:cNvPr id="65628" name="Group 146"/>
              <p:cNvGrpSpPr>
                <a:grpSpLocks/>
              </p:cNvGrpSpPr>
              <p:nvPr/>
            </p:nvGrpSpPr>
            <p:grpSpPr bwMode="auto">
              <a:xfrm>
                <a:off x="2112" y="2064"/>
                <a:ext cx="528" cy="192"/>
                <a:chOff x="2208" y="2112"/>
                <a:chExt cx="528" cy="144"/>
              </a:xfrm>
            </p:grpSpPr>
            <p:sp>
              <p:nvSpPr>
                <p:cNvPr id="65632"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5633"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5629" name="Group 149"/>
              <p:cNvGrpSpPr>
                <a:grpSpLocks/>
              </p:cNvGrpSpPr>
              <p:nvPr/>
            </p:nvGrpSpPr>
            <p:grpSpPr bwMode="auto">
              <a:xfrm>
                <a:off x="2448" y="2064"/>
                <a:ext cx="144" cy="144"/>
                <a:chOff x="2448" y="2064"/>
                <a:chExt cx="144" cy="144"/>
              </a:xfrm>
            </p:grpSpPr>
            <p:sp>
              <p:nvSpPr>
                <p:cNvPr id="65630"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31"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620" name="Group 152"/>
            <p:cNvGrpSpPr>
              <a:grpSpLocks/>
            </p:cNvGrpSpPr>
            <p:nvPr/>
          </p:nvGrpSpPr>
          <p:grpSpPr bwMode="auto">
            <a:xfrm>
              <a:off x="1440" y="2256"/>
              <a:ext cx="672" cy="192"/>
              <a:chOff x="2496" y="2160"/>
              <a:chExt cx="768" cy="144"/>
            </a:xfrm>
          </p:grpSpPr>
          <p:sp>
            <p:nvSpPr>
              <p:cNvPr id="65625"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5626"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27"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5621" name="Group 156"/>
            <p:cNvGrpSpPr>
              <a:grpSpLocks/>
            </p:cNvGrpSpPr>
            <p:nvPr/>
          </p:nvGrpSpPr>
          <p:grpSpPr bwMode="auto">
            <a:xfrm>
              <a:off x="2112" y="2256"/>
              <a:ext cx="672" cy="192"/>
              <a:chOff x="2496" y="2160"/>
              <a:chExt cx="768" cy="144"/>
            </a:xfrm>
          </p:grpSpPr>
          <p:sp>
            <p:nvSpPr>
              <p:cNvPr id="65622"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5623"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24"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5567" name="Group 160"/>
          <p:cNvGrpSpPr>
            <a:grpSpLocks/>
          </p:cNvGrpSpPr>
          <p:nvPr/>
        </p:nvGrpSpPr>
        <p:grpSpPr bwMode="auto">
          <a:xfrm>
            <a:off x="2857500" y="4400550"/>
            <a:ext cx="800100" cy="171450"/>
            <a:chOff x="2496" y="2160"/>
            <a:chExt cx="768" cy="144"/>
          </a:xfrm>
        </p:grpSpPr>
        <p:sp>
          <p:nvSpPr>
            <p:cNvPr id="65616"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5617"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618"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5568"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556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557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71"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557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7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557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75"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557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7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557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79"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558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8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5582"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83"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5584"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5585"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86"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5587"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88"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5589"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90"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5591"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5592"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5593"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594" name="Text Box 190"/>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sp>
        <p:nvSpPr>
          <p:cNvPr id="65595" name="AutoShape 191"/>
          <p:cNvSpPr>
            <a:spLocks noChangeArrowheads="1"/>
          </p:cNvSpPr>
          <p:nvPr/>
        </p:nvSpPr>
        <p:spPr bwMode="auto">
          <a:xfrm>
            <a:off x="3886200" y="3657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5596" name="Group 195"/>
          <p:cNvGrpSpPr>
            <a:grpSpLocks/>
          </p:cNvGrpSpPr>
          <p:nvPr/>
        </p:nvGrpSpPr>
        <p:grpSpPr bwMode="auto">
          <a:xfrm>
            <a:off x="6053138" y="342900"/>
            <a:ext cx="1943100" cy="1943100"/>
            <a:chOff x="2784" y="96"/>
            <a:chExt cx="1632" cy="1680"/>
          </a:xfrm>
        </p:grpSpPr>
        <p:sp>
          <p:nvSpPr>
            <p:cNvPr id="65598" name="Oval 19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5599" name="Oval 19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5600" name="Oval 19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5601" name="Oval 19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5602" name="Oval 20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5603" name="Oval 20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5604" name="Oval 20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5605" name="Line 20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06" name="Line 20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07" name="Line 20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08" name="Line 20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09" name="Line 20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10" name="Line 20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11" name="Oval 20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5612" name="Line 21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13" name="Line 21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14" name="Line 21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5615" name="Line 21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5144931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0FEB3DE8-5C53-99C4-B439-8DFD5BB6351B}"/>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0FEB3DE8-5C53-99C4-B439-8DFD5BB6351B}"/>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6562" name="Group 21"/>
          <p:cNvGrpSpPr>
            <a:grpSpLocks/>
          </p:cNvGrpSpPr>
          <p:nvPr/>
        </p:nvGrpSpPr>
        <p:grpSpPr bwMode="auto">
          <a:xfrm>
            <a:off x="1524001" y="2520554"/>
            <a:ext cx="1079897" cy="258365"/>
            <a:chOff x="288" y="2016"/>
            <a:chExt cx="816" cy="192"/>
          </a:xfrm>
        </p:grpSpPr>
        <p:sp>
          <p:nvSpPr>
            <p:cNvPr id="66751"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6752"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656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656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6565" name="Group 26"/>
          <p:cNvGrpSpPr>
            <a:grpSpLocks/>
          </p:cNvGrpSpPr>
          <p:nvPr/>
        </p:nvGrpSpPr>
        <p:grpSpPr bwMode="auto">
          <a:xfrm>
            <a:off x="1524001" y="3036094"/>
            <a:ext cx="1079897" cy="258366"/>
            <a:chOff x="288" y="2016"/>
            <a:chExt cx="816" cy="192"/>
          </a:xfrm>
        </p:grpSpPr>
        <p:sp>
          <p:nvSpPr>
            <p:cNvPr id="66749"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6750"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566" name="Group 29"/>
          <p:cNvGrpSpPr>
            <a:grpSpLocks/>
          </p:cNvGrpSpPr>
          <p:nvPr/>
        </p:nvGrpSpPr>
        <p:grpSpPr bwMode="auto">
          <a:xfrm>
            <a:off x="1524001" y="3294460"/>
            <a:ext cx="1079897" cy="258365"/>
            <a:chOff x="288" y="2016"/>
            <a:chExt cx="816" cy="192"/>
          </a:xfrm>
        </p:grpSpPr>
        <p:sp>
          <p:nvSpPr>
            <p:cNvPr id="66747"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6748"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567" name="Group 32"/>
          <p:cNvGrpSpPr>
            <a:grpSpLocks/>
          </p:cNvGrpSpPr>
          <p:nvPr/>
        </p:nvGrpSpPr>
        <p:grpSpPr bwMode="auto">
          <a:xfrm>
            <a:off x="1524001" y="3552825"/>
            <a:ext cx="1079897" cy="257175"/>
            <a:chOff x="288" y="2016"/>
            <a:chExt cx="816" cy="192"/>
          </a:xfrm>
        </p:grpSpPr>
        <p:sp>
          <p:nvSpPr>
            <p:cNvPr id="66745"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6746"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568" name="Group 35"/>
          <p:cNvGrpSpPr>
            <a:grpSpLocks/>
          </p:cNvGrpSpPr>
          <p:nvPr/>
        </p:nvGrpSpPr>
        <p:grpSpPr bwMode="auto">
          <a:xfrm>
            <a:off x="1524001" y="3810000"/>
            <a:ext cx="1079897" cy="258366"/>
            <a:chOff x="288" y="2016"/>
            <a:chExt cx="816" cy="192"/>
          </a:xfrm>
        </p:grpSpPr>
        <p:sp>
          <p:nvSpPr>
            <p:cNvPr id="66743"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6744"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569" name="Group 38"/>
          <p:cNvGrpSpPr>
            <a:grpSpLocks/>
          </p:cNvGrpSpPr>
          <p:nvPr/>
        </p:nvGrpSpPr>
        <p:grpSpPr bwMode="auto">
          <a:xfrm>
            <a:off x="1524001" y="4325542"/>
            <a:ext cx="1079897" cy="258365"/>
            <a:chOff x="288" y="2016"/>
            <a:chExt cx="816" cy="192"/>
          </a:xfrm>
        </p:grpSpPr>
        <p:sp>
          <p:nvSpPr>
            <p:cNvPr id="66741"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6742"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570" name="Group 41"/>
          <p:cNvGrpSpPr>
            <a:grpSpLocks/>
          </p:cNvGrpSpPr>
          <p:nvPr/>
        </p:nvGrpSpPr>
        <p:grpSpPr bwMode="auto">
          <a:xfrm>
            <a:off x="1524001" y="4068366"/>
            <a:ext cx="1079897" cy="257175"/>
            <a:chOff x="288" y="2016"/>
            <a:chExt cx="816" cy="192"/>
          </a:xfrm>
        </p:grpSpPr>
        <p:sp>
          <p:nvSpPr>
            <p:cNvPr id="66739"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6740"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657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657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7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8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6581" name="Group 54"/>
          <p:cNvGrpSpPr>
            <a:grpSpLocks/>
          </p:cNvGrpSpPr>
          <p:nvPr/>
        </p:nvGrpSpPr>
        <p:grpSpPr bwMode="auto">
          <a:xfrm>
            <a:off x="2857500" y="3612357"/>
            <a:ext cx="1428750" cy="159544"/>
            <a:chOff x="1440" y="2064"/>
            <a:chExt cx="1200" cy="192"/>
          </a:xfrm>
        </p:grpSpPr>
        <p:grpSp>
          <p:nvGrpSpPr>
            <p:cNvPr id="66728" name="Group 55"/>
            <p:cNvGrpSpPr>
              <a:grpSpLocks/>
            </p:cNvGrpSpPr>
            <p:nvPr/>
          </p:nvGrpSpPr>
          <p:grpSpPr bwMode="auto">
            <a:xfrm>
              <a:off x="1440" y="2064"/>
              <a:ext cx="672" cy="192"/>
              <a:chOff x="2496" y="2160"/>
              <a:chExt cx="768" cy="144"/>
            </a:xfrm>
          </p:grpSpPr>
          <p:sp>
            <p:nvSpPr>
              <p:cNvPr id="66736"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6737"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738"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729" name="Group 59"/>
            <p:cNvGrpSpPr>
              <a:grpSpLocks/>
            </p:cNvGrpSpPr>
            <p:nvPr/>
          </p:nvGrpSpPr>
          <p:grpSpPr bwMode="auto">
            <a:xfrm>
              <a:off x="2112" y="2064"/>
              <a:ext cx="528" cy="192"/>
              <a:chOff x="2112" y="2064"/>
              <a:chExt cx="528" cy="192"/>
            </a:xfrm>
          </p:grpSpPr>
          <p:grpSp>
            <p:nvGrpSpPr>
              <p:cNvPr id="66730" name="Group 60"/>
              <p:cNvGrpSpPr>
                <a:grpSpLocks/>
              </p:cNvGrpSpPr>
              <p:nvPr/>
            </p:nvGrpSpPr>
            <p:grpSpPr bwMode="auto">
              <a:xfrm>
                <a:off x="2112" y="2064"/>
                <a:ext cx="528" cy="192"/>
                <a:chOff x="2208" y="2112"/>
                <a:chExt cx="528" cy="144"/>
              </a:xfrm>
            </p:grpSpPr>
            <p:sp>
              <p:nvSpPr>
                <p:cNvPr id="66734"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6735"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731" name="Group 63"/>
              <p:cNvGrpSpPr>
                <a:grpSpLocks/>
              </p:cNvGrpSpPr>
              <p:nvPr/>
            </p:nvGrpSpPr>
            <p:grpSpPr bwMode="auto">
              <a:xfrm>
                <a:off x="2448" y="2064"/>
                <a:ext cx="144" cy="144"/>
                <a:chOff x="2448" y="2064"/>
                <a:chExt cx="144" cy="144"/>
              </a:xfrm>
            </p:grpSpPr>
            <p:sp>
              <p:nvSpPr>
                <p:cNvPr id="66732"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733"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6582" name="Group 66"/>
          <p:cNvGrpSpPr>
            <a:grpSpLocks/>
          </p:cNvGrpSpPr>
          <p:nvPr/>
        </p:nvGrpSpPr>
        <p:grpSpPr bwMode="auto">
          <a:xfrm>
            <a:off x="2857500" y="2800350"/>
            <a:ext cx="2228850" cy="171450"/>
            <a:chOff x="1440" y="2256"/>
            <a:chExt cx="1872" cy="192"/>
          </a:xfrm>
        </p:grpSpPr>
        <p:grpSp>
          <p:nvGrpSpPr>
            <p:cNvPr id="66713" name="Group 67"/>
            <p:cNvGrpSpPr>
              <a:grpSpLocks/>
            </p:cNvGrpSpPr>
            <p:nvPr/>
          </p:nvGrpSpPr>
          <p:grpSpPr bwMode="auto">
            <a:xfrm>
              <a:off x="2784" y="2256"/>
              <a:ext cx="528" cy="192"/>
              <a:chOff x="2112" y="2064"/>
              <a:chExt cx="528" cy="192"/>
            </a:xfrm>
          </p:grpSpPr>
          <p:grpSp>
            <p:nvGrpSpPr>
              <p:cNvPr id="66722" name="Group 68"/>
              <p:cNvGrpSpPr>
                <a:grpSpLocks/>
              </p:cNvGrpSpPr>
              <p:nvPr/>
            </p:nvGrpSpPr>
            <p:grpSpPr bwMode="auto">
              <a:xfrm>
                <a:off x="2112" y="2064"/>
                <a:ext cx="528" cy="192"/>
                <a:chOff x="2208" y="2112"/>
                <a:chExt cx="528" cy="144"/>
              </a:xfrm>
            </p:grpSpPr>
            <p:sp>
              <p:nvSpPr>
                <p:cNvPr id="66726"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6727"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723" name="Group 71"/>
              <p:cNvGrpSpPr>
                <a:grpSpLocks/>
              </p:cNvGrpSpPr>
              <p:nvPr/>
            </p:nvGrpSpPr>
            <p:grpSpPr bwMode="auto">
              <a:xfrm>
                <a:off x="2448" y="2064"/>
                <a:ext cx="144" cy="144"/>
                <a:chOff x="2448" y="2064"/>
                <a:chExt cx="144" cy="144"/>
              </a:xfrm>
            </p:grpSpPr>
            <p:sp>
              <p:nvSpPr>
                <p:cNvPr id="66724"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725"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714" name="Group 74"/>
            <p:cNvGrpSpPr>
              <a:grpSpLocks/>
            </p:cNvGrpSpPr>
            <p:nvPr/>
          </p:nvGrpSpPr>
          <p:grpSpPr bwMode="auto">
            <a:xfrm>
              <a:off x="1440" y="2256"/>
              <a:ext cx="672" cy="192"/>
              <a:chOff x="2496" y="2160"/>
              <a:chExt cx="768" cy="144"/>
            </a:xfrm>
          </p:grpSpPr>
          <p:sp>
            <p:nvSpPr>
              <p:cNvPr id="66719"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6720"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721"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715" name="Group 78"/>
            <p:cNvGrpSpPr>
              <a:grpSpLocks/>
            </p:cNvGrpSpPr>
            <p:nvPr/>
          </p:nvGrpSpPr>
          <p:grpSpPr bwMode="auto">
            <a:xfrm>
              <a:off x="2112" y="2256"/>
              <a:ext cx="672" cy="192"/>
              <a:chOff x="2496" y="2160"/>
              <a:chExt cx="768" cy="144"/>
            </a:xfrm>
          </p:grpSpPr>
          <p:sp>
            <p:nvSpPr>
              <p:cNvPr id="66716"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6717"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718"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583" name="Group 82"/>
          <p:cNvGrpSpPr>
            <a:grpSpLocks/>
          </p:cNvGrpSpPr>
          <p:nvPr/>
        </p:nvGrpSpPr>
        <p:grpSpPr bwMode="auto">
          <a:xfrm>
            <a:off x="2857500" y="3326607"/>
            <a:ext cx="800100" cy="159544"/>
            <a:chOff x="2496" y="2160"/>
            <a:chExt cx="768" cy="144"/>
          </a:xfrm>
        </p:grpSpPr>
        <p:sp>
          <p:nvSpPr>
            <p:cNvPr id="66710"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6711"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712"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584" name="Group 86"/>
          <p:cNvGrpSpPr>
            <a:grpSpLocks/>
          </p:cNvGrpSpPr>
          <p:nvPr/>
        </p:nvGrpSpPr>
        <p:grpSpPr bwMode="auto">
          <a:xfrm>
            <a:off x="3657600" y="3326607"/>
            <a:ext cx="628650" cy="159544"/>
            <a:chOff x="2112" y="2064"/>
            <a:chExt cx="528" cy="192"/>
          </a:xfrm>
        </p:grpSpPr>
        <p:grpSp>
          <p:nvGrpSpPr>
            <p:cNvPr id="66704" name="Group 87"/>
            <p:cNvGrpSpPr>
              <a:grpSpLocks/>
            </p:cNvGrpSpPr>
            <p:nvPr/>
          </p:nvGrpSpPr>
          <p:grpSpPr bwMode="auto">
            <a:xfrm>
              <a:off x="2112" y="2064"/>
              <a:ext cx="528" cy="192"/>
              <a:chOff x="2208" y="2112"/>
              <a:chExt cx="528" cy="144"/>
            </a:xfrm>
          </p:grpSpPr>
          <p:sp>
            <p:nvSpPr>
              <p:cNvPr id="66708"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6709"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705" name="Group 90"/>
            <p:cNvGrpSpPr>
              <a:grpSpLocks/>
            </p:cNvGrpSpPr>
            <p:nvPr/>
          </p:nvGrpSpPr>
          <p:grpSpPr bwMode="auto">
            <a:xfrm>
              <a:off x="2448" y="2064"/>
              <a:ext cx="144" cy="144"/>
              <a:chOff x="2448" y="2064"/>
              <a:chExt cx="144" cy="144"/>
            </a:xfrm>
          </p:grpSpPr>
          <p:sp>
            <p:nvSpPr>
              <p:cNvPr id="66706"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707"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585" name="Group 93"/>
          <p:cNvGrpSpPr>
            <a:grpSpLocks/>
          </p:cNvGrpSpPr>
          <p:nvPr/>
        </p:nvGrpSpPr>
        <p:grpSpPr bwMode="auto">
          <a:xfrm>
            <a:off x="2857500" y="2571750"/>
            <a:ext cx="1428750" cy="171450"/>
            <a:chOff x="1440" y="2064"/>
            <a:chExt cx="1200" cy="192"/>
          </a:xfrm>
        </p:grpSpPr>
        <p:grpSp>
          <p:nvGrpSpPr>
            <p:cNvPr id="66693" name="Group 94"/>
            <p:cNvGrpSpPr>
              <a:grpSpLocks/>
            </p:cNvGrpSpPr>
            <p:nvPr/>
          </p:nvGrpSpPr>
          <p:grpSpPr bwMode="auto">
            <a:xfrm>
              <a:off x="1440" y="2064"/>
              <a:ext cx="672" cy="192"/>
              <a:chOff x="2496" y="2160"/>
              <a:chExt cx="768" cy="144"/>
            </a:xfrm>
          </p:grpSpPr>
          <p:sp>
            <p:nvSpPr>
              <p:cNvPr id="66701"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6702"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703"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694" name="Group 98"/>
            <p:cNvGrpSpPr>
              <a:grpSpLocks/>
            </p:cNvGrpSpPr>
            <p:nvPr/>
          </p:nvGrpSpPr>
          <p:grpSpPr bwMode="auto">
            <a:xfrm>
              <a:off x="2112" y="2064"/>
              <a:ext cx="528" cy="192"/>
              <a:chOff x="2112" y="2064"/>
              <a:chExt cx="528" cy="192"/>
            </a:xfrm>
          </p:grpSpPr>
          <p:grpSp>
            <p:nvGrpSpPr>
              <p:cNvPr id="66695" name="Group 99"/>
              <p:cNvGrpSpPr>
                <a:grpSpLocks/>
              </p:cNvGrpSpPr>
              <p:nvPr/>
            </p:nvGrpSpPr>
            <p:grpSpPr bwMode="auto">
              <a:xfrm>
                <a:off x="2112" y="2064"/>
                <a:ext cx="528" cy="192"/>
                <a:chOff x="2208" y="2112"/>
                <a:chExt cx="528" cy="144"/>
              </a:xfrm>
            </p:grpSpPr>
            <p:sp>
              <p:nvSpPr>
                <p:cNvPr id="66699"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6700"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696" name="Group 102"/>
              <p:cNvGrpSpPr>
                <a:grpSpLocks/>
              </p:cNvGrpSpPr>
              <p:nvPr/>
            </p:nvGrpSpPr>
            <p:grpSpPr bwMode="auto">
              <a:xfrm>
                <a:off x="2448" y="2064"/>
                <a:ext cx="144" cy="144"/>
                <a:chOff x="2448" y="2064"/>
                <a:chExt cx="144" cy="144"/>
              </a:xfrm>
            </p:grpSpPr>
            <p:sp>
              <p:nvSpPr>
                <p:cNvPr id="66697"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98"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6586" name="Group 105"/>
          <p:cNvGrpSpPr>
            <a:grpSpLocks/>
          </p:cNvGrpSpPr>
          <p:nvPr/>
        </p:nvGrpSpPr>
        <p:grpSpPr bwMode="auto">
          <a:xfrm>
            <a:off x="2857500" y="3886200"/>
            <a:ext cx="1428750" cy="171450"/>
            <a:chOff x="1440" y="2064"/>
            <a:chExt cx="1200" cy="192"/>
          </a:xfrm>
        </p:grpSpPr>
        <p:grpSp>
          <p:nvGrpSpPr>
            <p:cNvPr id="66682" name="Group 106"/>
            <p:cNvGrpSpPr>
              <a:grpSpLocks/>
            </p:cNvGrpSpPr>
            <p:nvPr/>
          </p:nvGrpSpPr>
          <p:grpSpPr bwMode="auto">
            <a:xfrm>
              <a:off x="1440" y="2064"/>
              <a:ext cx="672" cy="192"/>
              <a:chOff x="2496" y="2160"/>
              <a:chExt cx="768" cy="144"/>
            </a:xfrm>
          </p:grpSpPr>
          <p:sp>
            <p:nvSpPr>
              <p:cNvPr id="66690"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6691"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92"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683" name="Group 110"/>
            <p:cNvGrpSpPr>
              <a:grpSpLocks/>
            </p:cNvGrpSpPr>
            <p:nvPr/>
          </p:nvGrpSpPr>
          <p:grpSpPr bwMode="auto">
            <a:xfrm>
              <a:off x="2112" y="2064"/>
              <a:ext cx="528" cy="192"/>
              <a:chOff x="2112" y="2064"/>
              <a:chExt cx="528" cy="192"/>
            </a:xfrm>
          </p:grpSpPr>
          <p:grpSp>
            <p:nvGrpSpPr>
              <p:cNvPr id="66684" name="Group 111"/>
              <p:cNvGrpSpPr>
                <a:grpSpLocks/>
              </p:cNvGrpSpPr>
              <p:nvPr/>
            </p:nvGrpSpPr>
            <p:grpSpPr bwMode="auto">
              <a:xfrm>
                <a:off x="2112" y="2064"/>
                <a:ext cx="528" cy="192"/>
                <a:chOff x="2208" y="2112"/>
                <a:chExt cx="528" cy="144"/>
              </a:xfrm>
            </p:grpSpPr>
            <p:sp>
              <p:nvSpPr>
                <p:cNvPr id="66688"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6689"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685" name="Group 114"/>
              <p:cNvGrpSpPr>
                <a:grpSpLocks/>
              </p:cNvGrpSpPr>
              <p:nvPr/>
            </p:nvGrpSpPr>
            <p:grpSpPr bwMode="auto">
              <a:xfrm>
                <a:off x="2448" y="2064"/>
                <a:ext cx="144" cy="144"/>
                <a:chOff x="2448" y="2064"/>
                <a:chExt cx="144" cy="144"/>
              </a:xfrm>
            </p:grpSpPr>
            <p:sp>
              <p:nvSpPr>
                <p:cNvPr id="66686"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87"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6587" name="Group 117"/>
          <p:cNvGrpSpPr>
            <a:grpSpLocks/>
          </p:cNvGrpSpPr>
          <p:nvPr/>
        </p:nvGrpSpPr>
        <p:grpSpPr bwMode="auto">
          <a:xfrm>
            <a:off x="2857500" y="4126707"/>
            <a:ext cx="800100" cy="159544"/>
            <a:chOff x="2496" y="2160"/>
            <a:chExt cx="768" cy="144"/>
          </a:xfrm>
        </p:grpSpPr>
        <p:sp>
          <p:nvSpPr>
            <p:cNvPr id="66679"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6680"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81"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588" name="Group 121"/>
          <p:cNvGrpSpPr>
            <a:grpSpLocks/>
          </p:cNvGrpSpPr>
          <p:nvPr/>
        </p:nvGrpSpPr>
        <p:grpSpPr bwMode="auto">
          <a:xfrm>
            <a:off x="3657600" y="4126707"/>
            <a:ext cx="628650" cy="159544"/>
            <a:chOff x="2112" y="2064"/>
            <a:chExt cx="528" cy="192"/>
          </a:xfrm>
        </p:grpSpPr>
        <p:grpSp>
          <p:nvGrpSpPr>
            <p:cNvPr id="66673" name="Group 122"/>
            <p:cNvGrpSpPr>
              <a:grpSpLocks/>
            </p:cNvGrpSpPr>
            <p:nvPr/>
          </p:nvGrpSpPr>
          <p:grpSpPr bwMode="auto">
            <a:xfrm>
              <a:off x="2112" y="2064"/>
              <a:ext cx="528" cy="192"/>
              <a:chOff x="2208" y="2112"/>
              <a:chExt cx="528" cy="144"/>
            </a:xfrm>
          </p:grpSpPr>
          <p:sp>
            <p:nvSpPr>
              <p:cNvPr id="66677"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6678"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674" name="Group 125"/>
            <p:cNvGrpSpPr>
              <a:grpSpLocks/>
            </p:cNvGrpSpPr>
            <p:nvPr/>
          </p:nvGrpSpPr>
          <p:grpSpPr bwMode="auto">
            <a:xfrm>
              <a:off x="2448" y="2064"/>
              <a:ext cx="144" cy="144"/>
              <a:chOff x="2448" y="2064"/>
              <a:chExt cx="144" cy="144"/>
            </a:xfrm>
          </p:grpSpPr>
          <p:sp>
            <p:nvSpPr>
              <p:cNvPr id="66675"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76"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589" name="Group 128"/>
          <p:cNvGrpSpPr>
            <a:grpSpLocks/>
          </p:cNvGrpSpPr>
          <p:nvPr/>
        </p:nvGrpSpPr>
        <p:grpSpPr bwMode="auto">
          <a:xfrm>
            <a:off x="2857500" y="3040857"/>
            <a:ext cx="2228850" cy="159544"/>
            <a:chOff x="1440" y="2256"/>
            <a:chExt cx="1872" cy="192"/>
          </a:xfrm>
        </p:grpSpPr>
        <p:grpSp>
          <p:nvGrpSpPr>
            <p:cNvPr id="66658" name="Group 129"/>
            <p:cNvGrpSpPr>
              <a:grpSpLocks/>
            </p:cNvGrpSpPr>
            <p:nvPr/>
          </p:nvGrpSpPr>
          <p:grpSpPr bwMode="auto">
            <a:xfrm>
              <a:off x="2784" y="2256"/>
              <a:ext cx="528" cy="192"/>
              <a:chOff x="2112" y="2064"/>
              <a:chExt cx="528" cy="192"/>
            </a:xfrm>
          </p:grpSpPr>
          <p:grpSp>
            <p:nvGrpSpPr>
              <p:cNvPr id="66667" name="Group 130"/>
              <p:cNvGrpSpPr>
                <a:grpSpLocks/>
              </p:cNvGrpSpPr>
              <p:nvPr/>
            </p:nvGrpSpPr>
            <p:grpSpPr bwMode="auto">
              <a:xfrm>
                <a:off x="2112" y="2064"/>
                <a:ext cx="528" cy="192"/>
                <a:chOff x="2208" y="2112"/>
                <a:chExt cx="528" cy="144"/>
              </a:xfrm>
            </p:grpSpPr>
            <p:sp>
              <p:nvSpPr>
                <p:cNvPr id="66671"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6672"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668" name="Group 133"/>
              <p:cNvGrpSpPr>
                <a:grpSpLocks/>
              </p:cNvGrpSpPr>
              <p:nvPr/>
            </p:nvGrpSpPr>
            <p:grpSpPr bwMode="auto">
              <a:xfrm>
                <a:off x="2448" y="2064"/>
                <a:ext cx="144" cy="144"/>
                <a:chOff x="2448" y="2064"/>
                <a:chExt cx="144" cy="144"/>
              </a:xfrm>
            </p:grpSpPr>
            <p:sp>
              <p:nvSpPr>
                <p:cNvPr id="66669"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70"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659" name="Group 136"/>
            <p:cNvGrpSpPr>
              <a:grpSpLocks/>
            </p:cNvGrpSpPr>
            <p:nvPr/>
          </p:nvGrpSpPr>
          <p:grpSpPr bwMode="auto">
            <a:xfrm>
              <a:off x="1440" y="2256"/>
              <a:ext cx="672" cy="192"/>
              <a:chOff x="2496" y="2160"/>
              <a:chExt cx="768" cy="144"/>
            </a:xfrm>
          </p:grpSpPr>
          <p:sp>
            <p:nvSpPr>
              <p:cNvPr id="66664"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6665"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66"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660" name="Group 140"/>
            <p:cNvGrpSpPr>
              <a:grpSpLocks/>
            </p:cNvGrpSpPr>
            <p:nvPr/>
          </p:nvGrpSpPr>
          <p:grpSpPr bwMode="auto">
            <a:xfrm>
              <a:off x="2112" y="2256"/>
              <a:ext cx="672" cy="192"/>
              <a:chOff x="2496" y="2160"/>
              <a:chExt cx="768" cy="144"/>
            </a:xfrm>
          </p:grpSpPr>
          <p:sp>
            <p:nvSpPr>
              <p:cNvPr id="66661"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6662"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63"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590" name="Group 144"/>
          <p:cNvGrpSpPr>
            <a:grpSpLocks/>
          </p:cNvGrpSpPr>
          <p:nvPr/>
        </p:nvGrpSpPr>
        <p:grpSpPr bwMode="auto">
          <a:xfrm>
            <a:off x="3657600" y="4400550"/>
            <a:ext cx="2228850" cy="171450"/>
            <a:chOff x="1440" y="2256"/>
            <a:chExt cx="1872" cy="192"/>
          </a:xfrm>
        </p:grpSpPr>
        <p:grpSp>
          <p:nvGrpSpPr>
            <p:cNvPr id="66643" name="Group 145"/>
            <p:cNvGrpSpPr>
              <a:grpSpLocks/>
            </p:cNvGrpSpPr>
            <p:nvPr/>
          </p:nvGrpSpPr>
          <p:grpSpPr bwMode="auto">
            <a:xfrm>
              <a:off x="2784" y="2256"/>
              <a:ext cx="528" cy="192"/>
              <a:chOff x="2112" y="2064"/>
              <a:chExt cx="528" cy="192"/>
            </a:xfrm>
          </p:grpSpPr>
          <p:grpSp>
            <p:nvGrpSpPr>
              <p:cNvPr id="66652" name="Group 146"/>
              <p:cNvGrpSpPr>
                <a:grpSpLocks/>
              </p:cNvGrpSpPr>
              <p:nvPr/>
            </p:nvGrpSpPr>
            <p:grpSpPr bwMode="auto">
              <a:xfrm>
                <a:off x="2112" y="2064"/>
                <a:ext cx="528" cy="192"/>
                <a:chOff x="2208" y="2112"/>
                <a:chExt cx="528" cy="144"/>
              </a:xfrm>
            </p:grpSpPr>
            <p:sp>
              <p:nvSpPr>
                <p:cNvPr id="66656"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6657"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6653" name="Group 149"/>
              <p:cNvGrpSpPr>
                <a:grpSpLocks/>
              </p:cNvGrpSpPr>
              <p:nvPr/>
            </p:nvGrpSpPr>
            <p:grpSpPr bwMode="auto">
              <a:xfrm>
                <a:off x="2448" y="2064"/>
                <a:ext cx="144" cy="144"/>
                <a:chOff x="2448" y="2064"/>
                <a:chExt cx="144" cy="144"/>
              </a:xfrm>
            </p:grpSpPr>
            <p:sp>
              <p:nvSpPr>
                <p:cNvPr id="66654"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55"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644" name="Group 152"/>
            <p:cNvGrpSpPr>
              <a:grpSpLocks/>
            </p:cNvGrpSpPr>
            <p:nvPr/>
          </p:nvGrpSpPr>
          <p:grpSpPr bwMode="auto">
            <a:xfrm>
              <a:off x="1440" y="2256"/>
              <a:ext cx="672" cy="192"/>
              <a:chOff x="2496" y="2160"/>
              <a:chExt cx="768" cy="144"/>
            </a:xfrm>
          </p:grpSpPr>
          <p:sp>
            <p:nvSpPr>
              <p:cNvPr id="66649"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6650"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51"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6645" name="Group 156"/>
            <p:cNvGrpSpPr>
              <a:grpSpLocks/>
            </p:cNvGrpSpPr>
            <p:nvPr/>
          </p:nvGrpSpPr>
          <p:grpSpPr bwMode="auto">
            <a:xfrm>
              <a:off x="2112" y="2256"/>
              <a:ext cx="672" cy="192"/>
              <a:chOff x="2496" y="2160"/>
              <a:chExt cx="768" cy="144"/>
            </a:xfrm>
          </p:grpSpPr>
          <p:sp>
            <p:nvSpPr>
              <p:cNvPr id="66646"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6647"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48"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6591" name="Group 160"/>
          <p:cNvGrpSpPr>
            <a:grpSpLocks/>
          </p:cNvGrpSpPr>
          <p:nvPr/>
        </p:nvGrpSpPr>
        <p:grpSpPr bwMode="auto">
          <a:xfrm>
            <a:off x="2857500" y="4400550"/>
            <a:ext cx="800100" cy="171450"/>
            <a:chOff x="2496" y="2160"/>
            <a:chExt cx="768" cy="144"/>
          </a:xfrm>
        </p:grpSpPr>
        <p:sp>
          <p:nvSpPr>
            <p:cNvPr id="66640"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6641"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42"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6592"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659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659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595"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659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59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659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599"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660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0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660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03"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660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0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6606"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07"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6608"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6609"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10"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6611"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12"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6613"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14"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6615"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6616" name="Rectangle 188"/>
          <p:cNvSpPr>
            <a:spLocks noChangeArrowheads="1"/>
          </p:cNvSpPr>
          <p:nvPr/>
        </p:nvSpPr>
        <p:spPr bwMode="auto">
          <a:xfrm>
            <a:off x="7086600" y="3943350"/>
            <a:ext cx="91440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500" dirty="0">
                <a:solidFill>
                  <a:schemeClr val="tx1"/>
                </a:solidFill>
                <a:latin typeface="+mn-lt"/>
                <a:ea typeface="宋体" panose="02010600030101010101" pitchFamily="2" charset="-122"/>
              </a:rPr>
              <a:t>DFS(7)</a:t>
            </a:r>
            <a:endParaRPr lang="zh-CN" altLang="en-US" sz="1800" dirty="0">
              <a:solidFill>
                <a:schemeClr val="tx1"/>
              </a:solidFill>
              <a:latin typeface="+mn-lt"/>
              <a:ea typeface="宋体" panose="02010600030101010101" pitchFamily="2" charset="-122"/>
            </a:endParaRPr>
          </a:p>
        </p:txBody>
      </p:sp>
      <p:sp>
        <p:nvSpPr>
          <p:cNvPr id="66617" name="Line 189"/>
          <p:cNvSpPr>
            <a:spLocks noChangeShapeType="1"/>
          </p:cNvSpPr>
          <p:nvPr/>
        </p:nvSpPr>
        <p:spPr bwMode="auto">
          <a:xfrm flipV="1">
            <a:off x="7200900" y="4343400"/>
            <a:ext cx="342900" cy="45720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18" name="Text Box 190"/>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sp>
        <p:nvSpPr>
          <p:cNvPr id="66619" name="AutoShape 191"/>
          <p:cNvSpPr>
            <a:spLocks noChangeArrowheads="1"/>
          </p:cNvSpPr>
          <p:nvPr/>
        </p:nvSpPr>
        <p:spPr bwMode="auto">
          <a:xfrm>
            <a:off x="4343400" y="36004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6620" name="Group 195"/>
          <p:cNvGrpSpPr>
            <a:grpSpLocks/>
          </p:cNvGrpSpPr>
          <p:nvPr/>
        </p:nvGrpSpPr>
        <p:grpSpPr bwMode="auto">
          <a:xfrm>
            <a:off x="6053138" y="342900"/>
            <a:ext cx="1943100" cy="1943100"/>
            <a:chOff x="2784" y="96"/>
            <a:chExt cx="1632" cy="1680"/>
          </a:xfrm>
        </p:grpSpPr>
        <p:sp>
          <p:nvSpPr>
            <p:cNvPr id="66622" name="Oval 196"/>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6623" name="Oval 197"/>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6624" name="Oval 198"/>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6625" name="Oval 199"/>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6626" name="Oval 200"/>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6627" name="Oval 201"/>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6628" name="Oval 202"/>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6629" name="Line 203"/>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0" name="Line 204"/>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1" name="Line 205"/>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2" name="Line 206"/>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3" name="Line 207"/>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4" name="Line 208"/>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5" name="Oval 209"/>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6636" name="Line 210"/>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7" name="Line 211"/>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8" name="Line 212"/>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6639" name="Line 213"/>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3"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2373160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CFF992D7-083B-170B-C75D-4FCEF85C50A8}"/>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CFF992D7-083B-170B-C75D-4FCEF85C50A8}"/>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7586" name="Group 21"/>
          <p:cNvGrpSpPr>
            <a:grpSpLocks/>
          </p:cNvGrpSpPr>
          <p:nvPr/>
        </p:nvGrpSpPr>
        <p:grpSpPr bwMode="auto">
          <a:xfrm>
            <a:off x="1524001" y="2520554"/>
            <a:ext cx="1079897" cy="258365"/>
            <a:chOff x="288" y="2016"/>
            <a:chExt cx="816" cy="192"/>
          </a:xfrm>
        </p:grpSpPr>
        <p:sp>
          <p:nvSpPr>
            <p:cNvPr id="67772"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7773"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758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758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7589" name="Group 26"/>
          <p:cNvGrpSpPr>
            <a:grpSpLocks/>
          </p:cNvGrpSpPr>
          <p:nvPr/>
        </p:nvGrpSpPr>
        <p:grpSpPr bwMode="auto">
          <a:xfrm>
            <a:off x="1524001" y="3036094"/>
            <a:ext cx="1079897" cy="258366"/>
            <a:chOff x="288" y="2016"/>
            <a:chExt cx="816" cy="192"/>
          </a:xfrm>
        </p:grpSpPr>
        <p:sp>
          <p:nvSpPr>
            <p:cNvPr id="67770"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7771"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590" name="Group 29"/>
          <p:cNvGrpSpPr>
            <a:grpSpLocks/>
          </p:cNvGrpSpPr>
          <p:nvPr/>
        </p:nvGrpSpPr>
        <p:grpSpPr bwMode="auto">
          <a:xfrm>
            <a:off x="1524001" y="3294460"/>
            <a:ext cx="1079897" cy="258365"/>
            <a:chOff x="288" y="2016"/>
            <a:chExt cx="816" cy="192"/>
          </a:xfrm>
        </p:grpSpPr>
        <p:sp>
          <p:nvSpPr>
            <p:cNvPr id="67768"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7769"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591" name="Group 32"/>
          <p:cNvGrpSpPr>
            <a:grpSpLocks/>
          </p:cNvGrpSpPr>
          <p:nvPr/>
        </p:nvGrpSpPr>
        <p:grpSpPr bwMode="auto">
          <a:xfrm>
            <a:off x="1524001" y="3552825"/>
            <a:ext cx="1079897" cy="257175"/>
            <a:chOff x="288" y="2016"/>
            <a:chExt cx="816" cy="192"/>
          </a:xfrm>
        </p:grpSpPr>
        <p:sp>
          <p:nvSpPr>
            <p:cNvPr id="67766"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7767"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592" name="Group 35"/>
          <p:cNvGrpSpPr>
            <a:grpSpLocks/>
          </p:cNvGrpSpPr>
          <p:nvPr/>
        </p:nvGrpSpPr>
        <p:grpSpPr bwMode="auto">
          <a:xfrm>
            <a:off x="1524001" y="3810000"/>
            <a:ext cx="1079897" cy="258366"/>
            <a:chOff x="288" y="2016"/>
            <a:chExt cx="816" cy="192"/>
          </a:xfrm>
        </p:grpSpPr>
        <p:sp>
          <p:nvSpPr>
            <p:cNvPr id="67764"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7765"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593" name="Group 38"/>
          <p:cNvGrpSpPr>
            <a:grpSpLocks/>
          </p:cNvGrpSpPr>
          <p:nvPr/>
        </p:nvGrpSpPr>
        <p:grpSpPr bwMode="auto">
          <a:xfrm>
            <a:off x="1524001" y="4325542"/>
            <a:ext cx="1079897" cy="258365"/>
            <a:chOff x="288" y="2016"/>
            <a:chExt cx="816" cy="192"/>
          </a:xfrm>
        </p:grpSpPr>
        <p:sp>
          <p:nvSpPr>
            <p:cNvPr id="67762"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7763"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594" name="Group 41"/>
          <p:cNvGrpSpPr>
            <a:grpSpLocks/>
          </p:cNvGrpSpPr>
          <p:nvPr/>
        </p:nvGrpSpPr>
        <p:grpSpPr bwMode="auto">
          <a:xfrm>
            <a:off x="1524001" y="4068366"/>
            <a:ext cx="1079897" cy="257175"/>
            <a:chOff x="288" y="2016"/>
            <a:chExt cx="816" cy="192"/>
          </a:xfrm>
        </p:grpSpPr>
        <p:sp>
          <p:nvSpPr>
            <p:cNvPr id="67760"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7761"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759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759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59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59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0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0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0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0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0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7605" name="Group 54"/>
          <p:cNvGrpSpPr>
            <a:grpSpLocks/>
          </p:cNvGrpSpPr>
          <p:nvPr/>
        </p:nvGrpSpPr>
        <p:grpSpPr bwMode="auto">
          <a:xfrm>
            <a:off x="2857500" y="3612357"/>
            <a:ext cx="1428750" cy="159544"/>
            <a:chOff x="1440" y="2064"/>
            <a:chExt cx="1200" cy="192"/>
          </a:xfrm>
        </p:grpSpPr>
        <p:grpSp>
          <p:nvGrpSpPr>
            <p:cNvPr id="67749" name="Group 55"/>
            <p:cNvGrpSpPr>
              <a:grpSpLocks/>
            </p:cNvGrpSpPr>
            <p:nvPr/>
          </p:nvGrpSpPr>
          <p:grpSpPr bwMode="auto">
            <a:xfrm>
              <a:off x="1440" y="2064"/>
              <a:ext cx="672" cy="192"/>
              <a:chOff x="2496" y="2160"/>
              <a:chExt cx="768" cy="144"/>
            </a:xfrm>
          </p:grpSpPr>
          <p:sp>
            <p:nvSpPr>
              <p:cNvPr id="67757"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7758"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59"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750" name="Group 59"/>
            <p:cNvGrpSpPr>
              <a:grpSpLocks/>
            </p:cNvGrpSpPr>
            <p:nvPr/>
          </p:nvGrpSpPr>
          <p:grpSpPr bwMode="auto">
            <a:xfrm>
              <a:off x="2112" y="2064"/>
              <a:ext cx="528" cy="192"/>
              <a:chOff x="2112" y="2064"/>
              <a:chExt cx="528" cy="192"/>
            </a:xfrm>
          </p:grpSpPr>
          <p:grpSp>
            <p:nvGrpSpPr>
              <p:cNvPr id="67751" name="Group 60"/>
              <p:cNvGrpSpPr>
                <a:grpSpLocks/>
              </p:cNvGrpSpPr>
              <p:nvPr/>
            </p:nvGrpSpPr>
            <p:grpSpPr bwMode="auto">
              <a:xfrm>
                <a:off x="2112" y="2064"/>
                <a:ext cx="528" cy="192"/>
                <a:chOff x="2208" y="2112"/>
                <a:chExt cx="528" cy="144"/>
              </a:xfrm>
            </p:grpSpPr>
            <p:sp>
              <p:nvSpPr>
                <p:cNvPr id="67755"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7756"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752" name="Group 63"/>
              <p:cNvGrpSpPr>
                <a:grpSpLocks/>
              </p:cNvGrpSpPr>
              <p:nvPr/>
            </p:nvGrpSpPr>
            <p:grpSpPr bwMode="auto">
              <a:xfrm>
                <a:off x="2448" y="2064"/>
                <a:ext cx="144" cy="144"/>
                <a:chOff x="2448" y="2064"/>
                <a:chExt cx="144" cy="144"/>
              </a:xfrm>
            </p:grpSpPr>
            <p:sp>
              <p:nvSpPr>
                <p:cNvPr id="67753"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754"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7606" name="Group 66"/>
          <p:cNvGrpSpPr>
            <a:grpSpLocks/>
          </p:cNvGrpSpPr>
          <p:nvPr/>
        </p:nvGrpSpPr>
        <p:grpSpPr bwMode="auto">
          <a:xfrm>
            <a:off x="2857500" y="2800350"/>
            <a:ext cx="2228850" cy="171450"/>
            <a:chOff x="1440" y="2256"/>
            <a:chExt cx="1872" cy="192"/>
          </a:xfrm>
        </p:grpSpPr>
        <p:grpSp>
          <p:nvGrpSpPr>
            <p:cNvPr id="67734" name="Group 67"/>
            <p:cNvGrpSpPr>
              <a:grpSpLocks/>
            </p:cNvGrpSpPr>
            <p:nvPr/>
          </p:nvGrpSpPr>
          <p:grpSpPr bwMode="auto">
            <a:xfrm>
              <a:off x="2784" y="2256"/>
              <a:ext cx="528" cy="192"/>
              <a:chOff x="2112" y="2064"/>
              <a:chExt cx="528" cy="192"/>
            </a:xfrm>
          </p:grpSpPr>
          <p:grpSp>
            <p:nvGrpSpPr>
              <p:cNvPr id="67743" name="Group 68"/>
              <p:cNvGrpSpPr>
                <a:grpSpLocks/>
              </p:cNvGrpSpPr>
              <p:nvPr/>
            </p:nvGrpSpPr>
            <p:grpSpPr bwMode="auto">
              <a:xfrm>
                <a:off x="2112" y="2064"/>
                <a:ext cx="528" cy="192"/>
                <a:chOff x="2208" y="2112"/>
                <a:chExt cx="528" cy="144"/>
              </a:xfrm>
            </p:grpSpPr>
            <p:sp>
              <p:nvSpPr>
                <p:cNvPr id="67747"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7748"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744" name="Group 71"/>
              <p:cNvGrpSpPr>
                <a:grpSpLocks/>
              </p:cNvGrpSpPr>
              <p:nvPr/>
            </p:nvGrpSpPr>
            <p:grpSpPr bwMode="auto">
              <a:xfrm>
                <a:off x="2448" y="2064"/>
                <a:ext cx="144" cy="144"/>
                <a:chOff x="2448" y="2064"/>
                <a:chExt cx="144" cy="144"/>
              </a:xfrm>
            </p:grpSpPr>
            <p:sp>
              <p:nvSpPr>
                <p:cNvPr id="67745"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746"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735" name="Group 74"/>
            <p:cNvGrpSpPr>
              <a:grpSpLocks/>
            </p:cNvGrpSpPr>
            <p:nvPr/>
          </p:nvGrpSpPr>
          <p:grpSpPr bwMode="auto">
            <a:xfrm>
              <a:off x="1440" y="2256"/>
              <a:ext cx="672" cy="192"/>
              <a:chOff x="2496" y="2160"/>
              <a:chExt cx="768" cy="144"/>
            </a:xfrm>
          </p:grpSpPr>
          <p:sp>
            <p:nvSpPr>
              <p:cNvPr id="67740"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7741"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42"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736" name="Group 78"/>
            <p:cNvGrpSpPr>
              <a:grpSpLocks/>
            </p:cNvGrpSpPr>
            <p:nvPr/>
          </p:nvGrpSpPr>
          <p:grpSpPr bwMode="auto">
            <a:xfrm>
              <a:off x="2112" y="2256"/>
              <a:ext cx="672" cy="192"/>
              <a:chOff x="2496" y="2160"/>
              <a:chExt cx="768" cy="144"/>
            </a:xfrm>
          </p:grpSpPr>
          <p:sp>
            <p:nvSpPr>
              <p:cNvPr id="67737"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7738"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39"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07" name="Group 82"/>
          <p:cNvGrpSpPr>
            <a:grpSpLocks/>
          </p:cNvGrpSpPr>
          <p:nvPr/>
        </p:nvGrpSpPr>
        <p:grpSpPr bwMode="auto">
          <a:xfrm>
            <a:off x="2857500" y="3326607"/>
            <a:ext cx="800100" cy="159544"/>
            <a:chOff x="2496" y="2160"/>
            <a:chExt cx="768" cy="144"/>
          </a:xfrm>
        </p:grpSpPr>
        <p:sp>
          <p:nvSpPr>
            <p:cNvPr id="67731"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7732"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33"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608" name="Group 86"/>
          <p:cNvGrpSpPr>
            <a:grpSpLocks/>
          </p:cNvGrpSpPr>
          <p:nvPr/>
        </p:nvGrpSpPr>
        <p:grpSpPr bwMode="auto">
          <a:xfrm>
            <a:off x="3657600" y="3326607"/>
            <a:ext cx="628650" cy="159544"/>
            <a:chOff x="2112" y="2064"/>
            <a:chExt cx="528" cy="192"/>
          </a:xfrm>
        </p:grpSpPr>
        <p:grpSp>
          <p:nvGrpSpPr>
            <p:cNvPr id="67725" name="Group 87"/>
            <p:cNvGrpSpPr>
              <a:grpSpLocks/>
            </p:cNvGrpSpPr>
            <p:nvPr/>
          </p:nvGrpSpPr>
          <p:grpSpPr bwMode="auto">
            <a:xfrm>
              <a:off x="2112" y="2064"/>
              <a:ext cx="528" cy="192"/>
              <a:chOff x="2208" y="2112"/>
              <a:chExt cx="528" cy="144"/>
            </a:xfrm>
          </p:grpSpPr>
          <p:sp>
            <p:nvSpPr>
              <p:cNvPr id="67729"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7730"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726" name="Group 90"/>
            <p:cNvGrpSpPr>
              <a:grpSpLocks/>
            </p:cNvGrpSpPr>
            <p:nvPr/>
          </p:nvGrpSpPr>
          <p:grpSpPr bwMode="auto">
            <a:xfrm>
              <a:off x="2448" y="2064"/>
              <a:ext cx="144" cy="144"/>
              <a:chOff x="2448" y="2064"/>
              <a:chExt cx="144" cy="144"/>
            </a:xfrm>
          </p:grpSpPr>
          <p:sp>
            <p:nvSpPr>
              <p:cNvPr id="67727"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728"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09" name="Group 93"/>
          <p:cNvGrpSpPr>
            <a:grpSpLocks/>
          </p:cNvGrpSpPr>
          <p:nvPr/>
        </p:nvGrpSpPr>
        <p:grpSpPr bwMode="auto">
          <a:xfrm>
            <a:off x="2857500" y="2571750"/>
            <a:ext cx="1428750" cy="171450"/>
            <a:chOff x="1440" y="2064"/>
            <a:chExt cx="1200" cy="192"/>
          </a:xfrm>
        </p:grpSpPr>
        <p:grpSp>
          <p:nvGrpSpPr>
            <p:cNvPr id="67714" name="Group 94"/>
            <p:cNvGrpSpPr>
              <a:grpSpLocks/>
            </p:cNvGrpSpPr>
            <p:nvPr/>
          </p:nvGrpSpPr>
          <p:grpSpPr bwMode="auto">
            <a:xfrm>
              <a:off x="1440" y="2064"/>
              <a:ext cx="672" cy="192"/>
              <a:chOff x="2496" y="2160"/>
              <a:chExt cx="768" cy="144"/>
            </a:xfrm>
          </p:grpSpPr>
          <p:sp>
            <p:nvSpPr>
              <p:cNvPr id="67722"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7723"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24"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715" name="Group 98"/>
            <p:cNvGrpSpPr>
              <a:grpSpLocks/>
            </p:cNvGrpSpPr>
            <p:nvPr/>
          </p:nvGrpSpPr>
          <p:grpSpPr bwMode="auto">
            <a:xfrm>
              <a:off x="2112" y="2064"/>
              <a:ext cx="528" cy="192"/>
              <a:chOff x="2112" y="2064"/>
              <a:chExt cx="528" cy="192"/>
            </a:xfrm>
          </p:grpSpPr>
          <p:grpSp>
            <p:nvGrpSpPr>
              <p:cNvPr id="67716" name="Group 99"/>
              <p:cNvGrpSpPr>
                <a:grpSpLocks/>
              </p:cNvGrpSpPr>
              <p:nvPr/>
            </p:nvGrpSpPr>
            <p:grpSpPr bwMode="auto">
              <a:xfrm>
                <a:off x="2112" y="2064"/>
                <a:ext cx="528" cy="192"/>
                <a:chOff x="2208" y="2112"/>
                <a:chExt cx="528" cy="144"/>
              </a:xfrm>
            </p:grpSpPr>
            <p:sp>
              <p:nvSpPr>
                <p:cNvPr id="67720"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7721"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717" name="Group 102"/>
              <p:cNvGrpSpPr>
                <a:grpSpLocks/>
              </p:cNvGrpSpPr>
              <p:nvPr/>
            </p:nvGrpSpPr>
            <p:grpSpPr bwMode="auto">
              <a:xfrm>
                <a:off x="2448" y="2064"/>
                <a:ext cx="144" cy="144"/>
                <a:chOff x="2448" y="2064"/>
                <a:chExt cx="144" cy="144"/>
              </a:xfrm>
            </p:grpSpPr>
            <p:sp>
              <p:nvSpPr>
                <p:cNvPr id="67718"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719"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7610" name="Group 105"/>
          <p:cNvGrpSpPr>
            <a:grpSpLocks/>
          </p:cNvGrpSpPr>
          <p:nvPr/>
        </p:nvGrpSpPr>
        <p:grpSpPr bwMode="auto">
          <a:xfrm>
            <a:off x="2857500" y="3886200"/>
            <a:ext cx="1428750" cy="171450"/>
            <a:chOff x="1440" y="2064"/>
            <a:chExt cx="1200" cy="192"/>
          </a:xfrm>
        </p:grpSpPr>
        <p:grpSp>
          <p:nvGrpSpPr>
            <p:cNvPr id="67703" name="Group 106"/>
            <p:cNvGrpSpPr>
              <a:grpSpLocks/>
            </p:cNvGrpSpPr>
            <p:nvPr/>
          </p:nvGrpSpPr>
          <p:grpSpPr bwMode="auto">
            <a:xfrm>
              <a:off x="1440" y="2064"/>
              <a:ext cx="672" cy="192"/>
              <a:chOff x="2496" y="2160"/>
              <a:chExt cx="768" cy="144"/>
            </a:xfrm>
          </p:grpSpPr>
          <p:sp>
            <p:nvSpPr>
              <p:cNvPr id="67711"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7712"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13"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704" name="Group 110"/>
            <p:cNvGrpSpPr>
              <a:grpSpLocks/>
            </p:cNvGrpSpPr>
            <p:nvPr/>
          </p:nvGrpSpPr>
          <p:grpSpPr bwMode="auto">
            <a:xfrm>
              <a:off x="2112" y="2064"/>
              <a:ext cx="528" cy="192"/>
              <a:chOff x="2112" y="2064"/>
              <a:chExt cx="528" cy="192"/>
            </a:xfrm>
          </p:grpSpPr>
          <p:grpSp>
            <p:nvGrpSpPr>
              <p:cNvPr id="67705" name="Group 111"/>
              <p:cNvGrpSpPr>
                <a:grpSpLocks/>
              </p:cNvGrpSpPr>
              <p:nvPr/>
            </p:nvGrpSpPr>
            <p:grpSpPr bwMode="auto">
              <a:xfrm>
                <a:off x="2112" y="2064"/>
                <a:ext cx="528" cy="192"/>
                <a:chOff x="2208" y="2112"/>
                <a:chExt cx="528" cy="144"/>
              </a:xfrm>
            </p:grpSpPr>
            <p:sp>
              <p:nvSpPr>
                <p:cNvPr id="67709"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7710"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706" name="Group 114"/>
              <p:cNvGrpSpPr>
                <a:grpSpLocks/>
              </p:cNvGrpSpPr>
              <p:nvPr/>
            </p:nvGrpSpPr>
            <p:grpSpPr bwMode="auto">
              <a:xfrm>
                <a:off x="2448" y="2064"/>
                <a:ext cx="144" cy="144"/>
                <a:chOff x="2448" y="2064"/>
                <a:chExt cx="144" cy="144"/>
              </a:xfrm>
            </p:grpSpPr>
            <p:sp>
              <p:nvSpPr>
                <p:cNvPr id="67707"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708"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7611" name="Group 117"/>
          <p:cNvGrpSpPr>
            <a:grpSpLocks/>
          </p:cNvGrpSpPr>
          <p:nvPr/>
        </p:nvGrpSpPr>
        <p:grpSpPr bwMode="auto">
          <a:xfrm>
            <a:off x="2857500" y="4126707"/>
            <a:ext cx="800100" cy="159544"/>
            <a:chOff x="2496" y="2160"/>
            <a:chExt cx="768" cy="144"/>
          </a:xfrm>
        </p:grpSpPr>
        <p:sp>
          <p:nvSpPr>
            <p:cNvPr id="67700"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7701"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702"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612" name="Group 121"/>
          <p:cNvGrpSpPr>
            <a:grpSpLocks/>
          </p:cNvGrpSpPr>
          <p:nvPr/>
        </p:nvGrpSpPr>
        <p:grpSpPr bwMode="auto">
          <a:xfrm>
            <a:off x="3657600" y="4126707"/>
            <a:ext cx="628650" cy="159544"/>
            <a:chOff x="2112" y="2064"/>
            <a:chExt cx="528" cy="192"/>
          </a:xfrm>
        </p:grpSpPr>
        <p:grpSp>
          <p:nvGrpSpPr>
            <p:cNvPr id="67694" name="Group 122"/>
            <p:cNvGrpSpPr>
              <a:grpSpLocks/>
            </p:cNvGrpSpPr>
            <p:nvPr/>
          </p:nvGrpSpPr>
          <p:grpSpPr bwMode="auto">
            <a:xfrm>
              <a:off x="2112" y="2064"/>
              <a:ext cx="528" cy="192"/>
              <a:chOff x="2208" y="2112"/>
              <a:chExt cx="528" cy="144"/>
            </a:xfrm>
          </p:grpSpPr>
          <p:sp>
            <p:nvSpPr>
              <p:cNvPr id="67698"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7699"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695" name="Group 125"/>
            <p:cNvGrpSpPr>
              <a:grpSpLocks/>
            </p:cNvGrpSpPr>
            <p:nvPr/>
          </p:nvGrpSpPr>
          <p:grpSpPr bwMode="auto">
            <a:xfrm>
              <a:off x="2448" y="2064"/>
              <a:ext cx="144" cy="144"/>
              <a:chOff x="2448" y="2064"/>
              <a:chExt cx="144" cy="144"/>
            </a:xfrm>
          </p:grpSpPr>
          <p:sp>
            <p:nvSpPr>
              <p:cNvPr id="67696"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97"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13" name="Group 128"/>
          <p:cNvGrpSpPr>
            <a:grpSpLocks/>
          </p:cNvGrpSpPr>
          <p:nvPr/>
        </p:nvGrpSpPr>
        <p:grpSpPr bwMode="auto">
          <a:xfrm>
            <a:off x="2857500" y="3040857"/>
            <a:ext cx="2228850" cy="159544"/>
            <a:chOff x="1440" y="2256"/>
            <a:chExt cx="1872" cy="192"/>
          </a:xfrm>
        </p:grpSpPr>
        <p:grpSp>
          <p:nvGrpSpPr>
            <p:cNvPr id="67679" name="Group 129"/>
            <p:cNvGrpSpPr>
              <a:grpSpLocks/>
            </p:cNvGrpSpPr>
            <p:nvPr/>
          </p:nvGrpSpPr>
          <p:grpSpPr bwMode="auto">
            <a:xfrm>
              <a:off x="2784" y="2256"/>
              <a:ext cx="528" cy="192"/>
              <a:chOff x="2112" y="2064"/>
              <a:chExt cx="528" cy="192"/>
            </a:xfrm>
          </p:grpSpPr>
          <p:grpSp>
            <p:nvGrpSpPr>
              <p:cNvPr id="67688" name="Group 130"/>
              <p:cNvGrpSpPr>
                <a:grpSpLocks/>
              </p:cNvGrpSpPr>
              <p:nvPr/>
            </p:nvGrpSpPr>
            <p:grpSpPr bwMode="auto">
              <a:xfrm>
                <a:off x="2112" y="2064"/>
                <a:ext cx="528" cy="192"/>
                <a:chOff x="2208" y="2112"/>
                <a:chExt cx="528" cy="144"/>
              </a:xfrm>
            </p:grpSpPr>
            <p:sp>
              <p:nvSpPr>
                <p:cNvPr id="67692"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7693"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689" name="Group 133"/>
              <p:cNvGrpSpPr>
                <a:grpSpLocks/>
              </p:cNvGrpSpPr>
              <p:nvPr/>
            </p:nvGrpSpPr>
            <p:grpSpPr bwMode="auto">
              <a:xfrm>
                <a:off x="2448" y="2064"/>
                <a:ext cx="144" cy="144"/>
                <a:chOff x="2448" y="2064"/>
                <a:chExt cx="144" cy="144"/>
              </a:xfrm>
            </p:grpSpPr>
            <p:sp>
              <p:nvSpPr>
                <p:cNvPr id="67690"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91"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80" name="Group 136"/>
            <p:cNvGrpSpPr>
              <a:grpSpLocks/>
            </p:cNvGrpSpPr>
            <p:nvPr/>
          </p:nvGrpSpPr>
          <p:grpSpPr bwMode="auto">
            <a:xfrm>
              <a:off x="1440" y="2256"/>
              <a:ext cx="672" cy="192"/>
              <a:chOff x="2496" y="2160"/>
              <a:chExt cx="768" cy="144"/>
            </a:xfrm>
          </p:grpSpPr>
          <p:sp>
            <p:nvSpPr>
              <p:cNvPr id="67685"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7686"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87"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681" name="Group 140"/>
            <p:cNvGrpSpPr>
              <a:grpSpLocks/>
            </p:cNvGrpSpPr>
            <p:nvPr/>
          </p:nvGrpSpPr>
          <p:grpSpPr bwMode="auto">
            <a:xfrm>
              <a:off x="2112" y="2256"/>
              <a:ext cx="672" cy="192"/>
              <a:chOff x="2496" y="2160"/>
              <a:chExt cx="768" cy="144"/>
            </a:xfrm>
          </p:grpSpPr>
          <p:sp>
            <p:nvSpPr>
              <p:cNvPr id="67682"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7683"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84"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14" name="Group 144"/>
          <p:cNvGrpSpPr>
            <a:grpSpLocks/>
          </p:cNvGrpSpPr>
          <p:nvPr/>
        </p:nvGrpSpPr>
        <p:grpSpPr bwMode="auto">
          <a:xfrm>
            <a:off x="3657600" y="4400550"/>
            <a:ext cx="2228850" cy="171450"/>
            <a:chOff x="1440" y="2256"/>
            <a:chExt cx="1872" cy="192"/>
          </a:xfrm>
        </p:grpSpPr>
        <p:grpSp>
          <p:nvGrpSpPr>
            <p:cNvPr id="67664" name="Group 145"/>
            <p:cNvGrpSpPr>
              <a:grpSpLocks/>
            </p:cNvGrpSpPr>
            <p:nvPr/>
          </p:nvGrpSpPr>
          <p:grpSpPr bwMode="auto">
            <a:xfrm>
              <a:off x="2784" y="2256"/>
              <a:ext cx="528" cy="192"/>
              <a:chOff x="2112" y="2064"/>
              <a:chExt cx="528" cy="192"/>
            </a:xfrm>
          </p:grpSpPr>
          <p:grpSp>
            <p:nvGrpSpPr>
              <p:cNvPr id="67673" name="Group 146"/>
              <p:cNvGrpSpPr>
                <a:grpSpLocks/>
              </p:cNvGrpSpPr>
              <p:nvPr/>
            </p:nvGrpSpPr>
            <p:grpSpPr bwMode="auto">
              <a:xfrm>
                <a:off x="2112" y="2064"/>
                <a:ext cx="528" cy="192"/>
                <a:chOff x="2208" y="2112"/>
                <a:chExt cx="528" cy="144"/>
              </a:xfrm>
            </p:grpSpPr>
            <p:sp>
              <p:nvSpPr>
                <p:cNvPr id="67677"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7678"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7674" name="Group 149"/>
              <p:cNvGrpSpPr>
                <a:grpSpLocks/>
              </p:cNvGrpSpPr>
              <p:nvPr/>
            </p:nvGrpSpPr>
            <p:grpSpPr bwMode="auto">
              <a:xfrm>
                <a:off x="2448" y="2064"/>
                <a:ext cx="144" cy="144"/>
                <a:chOff x="2448" y="2064"/>
                <a:chExt cx="144" cy="144"/>
              </a:xfrm>
            </p:grpSpPr>
            <p:sp>
              <p:nvSpPr>
                <p:cNvPr id="67675"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76"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65" name="Group 152"/>
            <p:cNvGrpSpPr>
              <a:grpSpLocks/>
            </p:cNvGrpSpPr>
            <p:nvPr/>
          </p:nvGrpSpPr>
          <p:grpSpPr bwMode="auto">
            <a:xfrm>
              <a:off x="1440" y="2256"/>
              <a:ext cx="672" cy="192"/>
              <a:chOff x="2496" y="2160"/>
              <a:chExt cx="768" cy="144"/>
            </a:xfrm>
          </p:grpSpPr>
          <p:sp>
            <p:nvSpPr>
              <p:cNvPr id="67670"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7671"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72"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7666" name="Group 156"/>
            <p:cNvGrpSpPr>
              <a:grpSpLocks/>
            </p:cNvGrpSpPr>
            <p:nvPr/>
          </p:nvGrpSpPr>
          <p:grpSpPr bwMode="auto">
            <a:xfrm>
              <a:off x="2112" y="2256"/>
              <a:ext cx="672" cy="192"/>
              <a:chOff x="2496" y="2160"/>
              <a:chExt cx="768" cy="144"/>
            </a:xfrm>
          </p:grpSpPr>
          <p:sp>
            <p:nvSpPr>
              <p:cNvPr id="67667"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7668"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69"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7615" name="Group 160"/>
          <p:cNvGrpSpPr>
            <a:grpSpLocks/>
          </p:cNvGrpSpPr>
          <p:nvPr/>
        </p:nvGrpSpPr>
        <p:grpSpPr bwMode="auto">
          <a:xfrm>
            <a:off x="2857500" y="4400550"/>
            <a:ext cx="800100" cy="171450"/>
            <a:chOff x="2496" y="2160"/>
            <a:chExt cx="768" cy="144"/>
          </a:xfrm>
        </p:grpSpPr>
        <p:sp>
          <p:nvSpPr>
            <p:cNvPr id="67661"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7662"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63"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7616"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761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761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19"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762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2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762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23"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762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2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762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27"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762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2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7630"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31"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7632"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7633"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34"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7635"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36"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7637"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38"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7639" name="AutoShape 187"/>
          <p:cNvSpPr>
            <a:spLocks noChangeArrowheads="1"/>
          </p:cNvSpPr>
          <p:nvPr/>
        </p:nvSpPr>
        <p:spPr bwMode="auto">
          <a:xfrm>
            <a:off x="462915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7640" name="Text Box 188"/>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67641" name="Group 192"/>
          <p:cNvGrpSpPr>
            <a:grpSpLocks/>
          </p:cNvGrpSpPr>
          <p:nvPr/>
        </p:nvGrpSpPr>
        <p:grpSpPr bwMode="auto">
          <a:xfrm>
            <a:off x="6053138" y="342900"/>
            <a:ext cx="1943100" cy="1943100"/>
            <a:chOff x="2784" y="96"/>
            <a:chExt cx="1632" cy="1680"/>
          </a:xfrm>
        </p:grpSpPr>
        <p:sp>
          <p:nvSpPr>
            <p:cNvPr id="67643" name="Oval 19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7644" name="Oval 19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7645" name="Oval 19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7646" name="Oval 19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7647" name="Oval 19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7648" name="Oval 19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7649" name="Oval 19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7650" name="Line 20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1" name="Line 20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2" name="Line 20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3" name="Line 20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4" name="Line 20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5" name="Line 20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6" name="Oval 20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7657" name="Line 20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8" name="Line 20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59" name="Line 20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7660" name="Line 21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923012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0E7E2BBB-9B2A-4993-2B9F-8823114A104A}"/>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0E7E2BBB-9B2A-4993-2B9F-8823114A104A}"/>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8610" name="Group 21"/>
          <p:cNvGrpSpPr>
            <a:grpSpLocks/>
          </p:cNvGrpSpPr>
          <p:nvPr/>
        </p:nvGrpSpPr>
        <p:grpSpPr bwMode="auto">
          <a:xfrm>
            <a:off x="1524001" y="2520554"/>
            <a:ext cx="1079897" cy="258365"/>
            <a:chOff x="288" y="2016"/>
            <a:chExt cx="816" cy="192"/>
          </a:xfrm>
        </p:grpSpPr>
        <p:sp>
          <p:nvSpPr>
            <p:cNvPr id="68796"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8797"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861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861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8613" name="Group 26"/>
          <p:cNvGrpSpPr>
            <a:grpSpLocks/>
          </p:cNvGrpSpPr>
          <p:nvPr/>
        </p:nvGrpSpPr>
        <p:grpSpPr bwMode="auto">
          <a:xfrm>
            <a:off x="1524001" y="3036094"/>
            <a:ext cx="1079897" cy="258366"/>
            <a:chOff x="288" y="2016"/>
            <a:chExt cx="816" cy="192"/>
          </a:xfrm>
        </p:grpSpPr>
        <p:sp>
          <p:nvSpPr>
            <p:cNvPr id="68794"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8795"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14" name="Group 29"/>
          <p:cNvGrpSpPr>
            <a:grpSpLocks/>
          </p:cNvGrpSpPr>
          <p:nvPr/>
        </p:nvGrpSpPr>
        <p:grpSpPr bwMode="auto">
          <a:xfrm>
            <a:off x="1524001" y="3294460"/>
            <a:ext cx="1079897" cy="258365"/>
            <a:chOff x="288" y="2016"/>
            <a:chExt cx="816" cy="192"/>
          </a:xfrm>
        </p:grpSpPr>
        <p:sp>
          <p:nvSpPr>
            <p:cNvPr id="68792"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8793"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15" name="Group 32"/>
          <p:cNvGrpSpPr>
            <a:grpSpLocks/>
          </p:cNvGrpSpPr>
          <p:nvPr/>
        </p:nvGrpSpPr>
        <p:grpSpPr bwMode="auto">
          <a:xfrm>
            <a:off x="1524001" y="3552825"/>
            <a:ext cx="1079897" cy="257175"/>
            <a:chOff x="288" y="2016"/>
            <a:chExt cx="816" cy="192"/>
          </a:xfrm>
        </p:grpSpPr>
        <p:sp>
          <p:nvSpPr>
            <p:cNvPr id="68790"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8791"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16" name="Group 35"/>
          <p:cNvGrpSpPr>
            <a:grpSpLocks/>
          </p:cNvGrpSpPr>
          <p:nvPr/>
        </p:nvGrpSpPr>
        <p:grpSpPr bwMode="auto">
          <a:xfrm>
            <a:off x="1524001" y="3810000"/>
            <a:ext cx="1079897" cy="258366"/>
            <a:chOff x="288" y="2016"/>
            <a:chExt cx="816" cy="192"/>
          </a:xfrm>
        </p:grpSpPr>
        <p:sp>
          <p:nvSpPr>
            <p:cNvPr id="68788"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8789"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17" name="Group 38"/>
          <p:cNvGrpSpPr>
            <a:grpSpLocks/>
          </p:cNvGrpSpPr>
          <p:nvPr/>
        </p:nvGrpSpPr>
        <p:grpSpPr bwMode="auto">
          <a:xfrm>
            <a:off x="1524001" y="4325542"/>
            <a:ext cx="1079897" cy="258365"/>
            <a:chOff x="288" y="2016"/>
            <a:chExt cx="816" cy="192"/>
          </a:xfrm>
        </p:grpSpPr>
        <p:sp>
          <p:nvSpPr>
            <p:cNvPr id="68786"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8787"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18" name="Group 41"/>
          <p:cNvGrpSpPr>
            <a:grpSpLocks/>
          </p:cNvGrpSpPr>
          <p:nvPr/>
        </p:nvGrpSpPr>
        <p:grpSpPr bwMode="auto">
          <a:xfrm>
            <a:off x="1524001" y="4068366"/>
            <a:ext cx="1079897" cy="257175"/>
            <a:chOff x="288" y="2016"/>
            <a:chExt cx="816" cy="192"/>
          </a:xfrm>
        </p:grpSpPr>
        <p:sp>
          <p:nvSpPr>
            <p:cNvPr id="68784"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8785"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861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862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2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8629" name="Group 54"/>
          <p:cNvGrpSpPr>
            <a:grpSpLocks/>
          </p:cNvGrpSpPr>
          <p:nvPr/>
        </p:nvGrpSpPr>
        <p:grpSpPr bwMode="auto">
          <a:xfrm>
            <a:off x="2857500" y="3612357"/>
            <a:ext cx="1428750" cy="159544"/>
            <a:chOff x="1440" y="2064"/>
            <a:chExt cx="1200" cy="192"/>
          </a:xfrm>
        </p:grpSpPr>
        <p:grpSp>
          <p:nvGrpSpPr>
            <p:cNvPr id="68773" name="Group 55"/>
            <p:cNvGrpSpPr>
              <a:grpSpLocks/>
            </p:cNvGrpSpPr>
            <p:nvPr/>
          </p:nvGrpSpPr>
          <p:grpSpPr bwMode="auto">
            <a:xfrm>
              <a:off x="1440" y="2064"/>
              <a:ext cx="672" cy="192"/>
              <a:chOff x="2496" y="2160"/>
              <a:chExt cx="768" cy="144"/>
            </a:xfrm>
          </p:grpSpPr>
          <p:sp>
            <p:nvSpPr>
              <p:cNvPr id="68781"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8782"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83"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774" name="Group 59"/>
            <p:cNvGrpSpPr>
              <a:grpSpLocks/>
            </p:cNvGrpSpPr>
            <p:nvPr/>
          </p:nvGrpSpPr>
          <p:grpSpPr bwMode="auto">
            <a:xfrm>
              <a:off x="2112" y="2064"/>
              <a:ext cx="528" cy="192"/>
              <a:chOff x="2112" y="2064"/>
              <a:chExt cx="528" cy="192"/>
            </a:xfrm>
          </p:grpSpPr>
          <p:grpSp>
            <p:nvGrpSpPr>
              <p:cNvPr id="68775" name="Group 60"/>
              <p:cNvGrpSpPr>
                <a:grpSpLocks/>
              </p:cNvGrpSpPr>
              <p:nvPr/>
            </p:nvGrpSpPr>
            <p:grpSpPr bwMode="auto">
              <a:xfrm>
                <a:off x="2112" y="2064"/>
                <a:ext cx="528" cy="192"/>
                <a:chOff x="2208" y="2112"/>
                <a:chExt cx="528" cy="144"/>
              </a:xfrm>
            </p:grpSpPr>
            <p:sp>
              <p:nvSpPr>
                <p:cNvPr id="68779"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8780"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76" name="Group 63"/>
              <p:cNvGrpSpPr>
                <a:grpSpLocks/>
              </p:cNvGrpSpPr>
              <p:nvPr/>
            </p:nvGrpSpPr>
            <p:grpSpPr bwMode="auto">
              <a:xfrm>
                <a:off x="2448" y="2064"/>
                <a:ext cx="144" cy="144"/>
                <a:chOff x="2448" y="2064"/>
                <a:chExt cx="144" cy="144"/>
              </a:xfrm>
            </p:grpSpPr>
            <p:sp>
              <p:nvSpPr>
                <p:cNvPr id="68777"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78"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8630" name="Group 66"/>
          <p:cNvGrpSpPr>
            <a:grpSpLocks/>
          </p:cNvGrpSpPr>
          <p:nvPr/>
        </p:nvGrpSpPr>
        <p:grpSpPr bwMode="auto">
          <a:xfrm>
            <a:off x="2857500" y="2800350"/>
            <a:ext cx="2228850" cy="171450"/>
            <a:chOff x="1440" y="2256"/>
            <a:chExt cx="1872" cy="192"/>
          </a:xfrm>
        </p:grpSpPr>
        <p:grpSp>
          <p:nvGrpSpPr>
            <p:cNvPr id="68758" name="Group 67"/>
            <p:cNvGrpSpPr>
              <a:grpSpLocks/>
            </p:cNvGrpSpPr>
            <p:nvPr/>
          </p:nvGrpSpPr>
          <p:grpSpPr bwMode="auto">
            <a:xfrm>
              <a:off x="2784" y="2256"/>
              <a:ext cx="528" cy="192"/>
              <a:chOff x="2112" y="2064"/>
              <a:chExt cx="528" cy="192"/>
            </a:xfrm>
          </p:grpSpPr>
          <p:grpSp>
            <p:nvGrpSpPr>
              <p:cNvPr id="68767" name="Group 68"/>
              <p:cNvGrpSpPr>
                <a:grpSpLocks/>
              </p:cNvGrpSpPr>
              <p:nvPr/>
            </p:nvGrpSpPr>
            <p:grpSpPr bwMode="auto">
              <a:xfrm>
                <a:off x="2112" y="2064"/>
                <a:ext cx="528" cy="192"/>
                <a:chOff x="2208" y="2112"/>
                <a:chExt cx="528" cy="144"/>
              </a:xfrm>
            </p:grpSpPr>
            <p:sp>
              <p:nvSpPr>
                <p:cNvPr id="68771"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8772"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68" name="Group 71"/>
              <p:cNvGrpSpPr>
                <a:grpSpLocks/>
              </p:cNvGrpSpPr>
              <p:nvPr/>
            </p:nvGrpSpPr>
            <p:grpSpPr bwMode="auto">
              <a:xfrm>
                <a:off x="2448" y="2064"/>
                <a:ext cx="144" cy="144"/>
                <a:chOff x="2448" y="2064"/>
                <a:chExt cx="144" cy="144"/>
              </a:xfrm>
            </p:grpSpPr>
            <p:sp>
              <p:nvSpPr>
                <p:cNvPr id="68769"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70"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759" name="Group 74"/>
            <p:cNvGrpSpPr>
              <a:grpSpLocks/>
            </p:cNvGrpSpPr>
            <p:nvPr/>
          </p:nvGrpSpPr>
          <p:grpSpPr bwMode="auto">
            <a:xfrm>
              <a:off x="1440" y="2256"/>
              <a:ext cx="672" cy="192"/>
              <a:chOff x="2496" y="2160"/>
              <a:chExt cx="768" cy="144"/>
            </a:xfrm>
          </p:grpSpPr>
          <p:sp>
            <p:nvSpPr>
              <p:cNvPr id="68764"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8765"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66"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760" name="Group 78"/>
            <p:cNvGrpSpPr>
              <a:grpSpLocks/>
            </p:cNvGrpSpPr>
            <p:nvPr/>
          </p:nvGrpSpPr>
          <p:grpSpPr bwMode="auto">
            <a:xfrm>
              <a:off x="2112" y="2256"/>
              <a:ext cx="672" cy="192"/>
              <a:chOff x="2496" y="2160"/>
              <a:chExt cx="768" cy="144"/>
            </a:xfrm>
          </p:grpSpPr>
          <p:sp>
            <p:nvSpPr>
              <p:cNvPr id="68761"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8762"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63"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31" name="Group 82"/>
          <p:cNvGrpSpPr>
            <a:grpSpLocks/>
          </p:cNvGrpSpPr>
          <p:nvPr/>
        </p:nvGrpSpPr>
        <p:grpSpPr bwMode="auto">
          <a:xfrm>
            <a:off x="2857500" y="3326607"/>
            <a:ext cx="800100" cy="159544"/>
            <a:chOff x="2496" y="2160"/>
            <a:chExt cx="768" cy="144"/>
          </a:xfrm>
        </p:grpSpPr>
        <p:sp>
          <p:nvSpPr>
            <p:cNvPr id="68755"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8756"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57"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632" name="Group 86"/>
          <p:cNvGrpSpPr>
            <a:grpSpLocks/>
          </p:cNvGrpSpPr>
          <p:nvPr/>
        </p:nvGrpSpPr>
        <p:grpSpPr bwMode="auto">
          <a:xfrm>
            <a:off x="3657600" y="3326607"/>
            <a:ext cx="628650" cy="159544"/>
            <a:chOff x="2112" y="2064"/>
            <a:chExt cx="528" cy="192"/>
          </a:xfrm>
        </p:grpSpPr>
        <p:grpSp>
          <p:nvGrpSpPr>
            <p:cNvPr id="68749" name="Group 87"/>
            <p:cNvGrpSpPr>
              <a:grpSpLocks/>
            </p:cNvGrpSpPr>
            <p:nvPr/>
          </p:nvGrpSpPr>
          <p:grpSpPr bwMode="auto">
            <a:xfrm>
              <a:off x="2112" y="2064"/>
              <a:ext cx="528" cy="192"/>
              <a:chOff x="2208" y="2112"/>
              <a:chExt cx="528" cy="144"/>
            </a:xfrm>
          </p:grpSpPr>
          <p:sp>
            <p:nvSpPr>
              <p:cNvPr id="68753"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8754"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50" name="Group 90"/>
            <p:cNvGrpSpPr>
              <a:grpSpLocks/>
            </p:cNvGrpSpPr>
            <p:nvPr/>
          </p:nvGrpSpPr>
          <p:grpSpPr bwMode="auto">
            <a:xfrm>
              <a:off x="2448" y="2064"/>
              <a:ext cx="144" cy="144"/>
              <a:chOff x="2448" y="2064"/>
              <a:chExt cx="144" cy="144"/>
            </a:xfrm>
          </p:grpSpPr>
          <p:sp>
            <p:nvSpPr>
              <p:cNvPr id="68751"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52"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33" name="Group 93"/>
          <p:cNvGrpSpPr>
            <a:grpSpLocks/>
          </p:cNvGrpSpPr>
          <p:nvPr/>
        </p:nvGrpSpPr>
        <p:grpSpPr bwMode="auto">
          <a:xfrm>
            <a:off x="2857500" y="2571750"/>
            <a:ext cx="1428750" cy="171450"/>
            <a:chOff x="1440" y="2064"/>
            <a:chExt cx="1200" cy="192"/>
          </a:xfrm>
        </p:grpSpPr>
        <p:grpSp>
          <p:nvGrpSpPr>
            <p:cNvPr id="68738" name="Group 94"/>
            <p:cNvGrpSpPr>
              <a:grpSpLocks/>
            </p:cNvGrpSpPr>
            <p:nvPr/>
          </p:nvGrpSpPr>
          <p:grpSpPr bwMode="auto">
            <a:xfrm>
              <a:off x="1440" y="2064"/>
              <a:ext cx="672" cy="192"/>
              <a:chOff x="2496" y="2160"/>
              <a:chExt cx="768" cy="144"/>
            </a:xfrm>
          </p:grpSpPr>
          <p:sp>
            <p:nvSpPr>
              <p:cNvPr id="68746"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8747"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48"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739" name="Group 98"/>
            <p:cNvGrpSpPr>
              <a:grpSpLocks/>
            </p:cNvGrpSpPr>
            <p:nvPr/>
          </p:nvGrpSpPr>
          <p:grpSpPr bwMode="auto">
            <a:xfrm>
              <a:off x="2112" y="2064"/>
              <a:ext cx="528" cy="192"/>
              <a:chOff x="2112" y="2064"/>
              <a:chExt cx="528" cy="192"/>
            </a:xfrm>
          </p:grpSpPr>
          <p:grpSp>
            <p:nvGrpSpPr>
              <p:cNvPr id="68740" name="Group 99"/>
              <p:cNvGrpSpPr>
                <a:grpSpLocks/>
              </p:cNvGrpSpPr>
              <p:nvPr/>
            </p:nvGrpSpPr>
            <p:grpSpPr bwMode="auto">
              <a:xfrm>
                <a:off x="2112" y="2064"/>
                <a:ext cx="528" cy="192"/>
                <a:chOff x="2208" y="2112"/>
                <a:chExt cx="528" cy="144"/>
              </a:xfrm>
            </p:grpSpPr>
            <p:sp>
              <p:nvSpPr>
                <p:cNvPr id="68744"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8745"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41" name="Group 102"/>
              <p:cNvGrpSpPr>
                <a:grpSpLocks/>
              </p:cNvGrpSpPr>
              <p:nvPr/>
            </p:nvGrpSpPr>
            <p:grpSpPr bwMode="auto">
              <a:xfrm>
                <a:off x="2448" y="2064"/>
                <a:ext cx="144" cy="144"/>
                <a:chOff x="2448" y="2064"/>
                <a:chExt cx="144" cy="144"/>
              </a:xfrm>
            </p:grpSpPr>
            <p:sp>
              <p:nvSpPr>
                <p:cNvPr id="68742"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43"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8634" name="Group 105"/>
          <p:cNvGrpSpPr>
            <a:grpSpLocks/>
          </p:cNvGrpSpPr>
          <p:nvPr/>
        </p:nvGrpSpPr>
        <p:grpSpPr bwMode="auto">
          <a:xfrm>
            <a:off x="2857500" y="3886200"/>
            <a:ext cx="1428750" cy="171450"/>
            <a:chOff x="1440" y="2064"/>
            <a:chExt cx="1200" cy="192"/>
          </a:xfrm>
        </p:grpSpPr>
        <p:grpSp>
          <p:nvGrpSpPr>
            <p:cNvPr id="68727" name="Group 106"/>
            <p:cNvGrpSpPr>
              <a:grpSpLocks/>
            </p:cNvGrpSpPr>
            <p:nvPr/>
          </p:nvGrpSpPr>
          <p:grpSpPr bwMode="auto">
            <a:xfrm>
              <a:off x="1440" y="2064"/>
              <a:ext cx="672" cy="192"/>
              <a:chOff x="2496" y="2160"/>
              <a:chExt cx="768" cy="144"/>
            </a:xfrm>
          </p:grpSpPr>
          <p:sp>
            <p:nvSpPr>
              <p:cNvPr id="68735"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8736"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37"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728" name="Group 110"/>
            <p:cNvGrpSpPr>
              <a:grpSpLocks/>
            </p:cNvGrpSpPr>
            <p:nvPr/>
          </p:nvGrpSpPr>
          <p:grpSpPr bwMode="auto">
            <a:xfrm>
              <a:off x="2112" y="2064"/>
              <a:ext cx="528" cy="192"/>
              <a:chOff x="2112" y="2064"/>
              <a:chExt cx="528" cy="192"/>
            </a:xfrm>
          </p:grpSpPr>
          <p:grpSp>
            <p:nvGrpSpPr>
              <p:cNvPr id="68729" name="Group 111"/>
              <p:cNvGrpSpPr>
                <a:grpSpLocks/>
              </p:cNvGrpSpPr>
              <p:nvPr/>
            </p:nvGrpSpPr>
            <p:grpSpPr bwMode="auto">
              <a:xfrm>
                <a:off x="2112" y="2064"/>
                <a:ext cx="528" cy="192"/>
                <a:chOff x="2208" y="2112"/>
                <a:chExt cx="528" cy="144"/>
              </a:xfrm>
            </p:grpSpPr>
            <p:sp>
              <p:nvSpPr>
                <p:cNvPr id="68733"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8734"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30" name="Group 114"/>
              <p:cNvGrpSpPr>
                <a:grpSpLocks/>
              </p:cNvGrpSpPr>
              <p:nvPr/>
            </p:nvGrpSpPr>
            <p:grpSpPr bwMode="auto">
              <a:xfrm>
                <a:off x="2448" y="2064"/>
                <a:ext cx="144" cy="144"/>
                <a:chOff x="2448" y="2064"/>
                <a:chExt cx="144" cy="144"/>
              </a:xfrm>
            </p:grpSpPr>
            <p:sp>
              <p:nvSpPr>
                <p:cNvPr id="68731"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32"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8635" name="Group 117"/>
          <p:cNvGrpSpPr>
            <a:grpSpLocks/>
          </p:cNvGrpSpPr>
          <p:nvPr/>
        </p:nvGrpSpPr>
        <p:grpSpPr bwMode="auto">
          <a:xfrm>
            <a:off x="2857500" y="4126707"/>
            <a:ext cx="800100" cy="159544"/>
            <a:chOff x="2496" y="2160"/>
            <a:chExt cx="768" cy="144"/>
          </a:xfrm>
        </p:grpSpPr>
        <p:sp>
          <p:nvSpPr>
            <p:cNvPr id="68724"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8725"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26"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636" name="Group 121"/>
          <p:cNvGrpSpPr>
            <a:grpSpLocks/>
          </p:cNvGrpSpPr>
          <p:nvPr/>
        </p:nvGrpSpPr>
        <p:grpSpPr bwMode="auto">
          <a:xfrm>
            <a:off x="3657600" y="4126707"/>
            <a:ext cx="628650" cy="159544"/>
            <a:chOff x="2112" y="2064"/>
            <a:chExt cx="528" cy="192"/>
          </a:xfrm>
        </p:grpSpPr>
        <p:grpSp>
          <p:nvGrpSpPr>
            <p:cNvPr id="68718" name="Group 122"/>
            <p:cNvGrpSpPr>
              <a:grpSpLocks/>
            </p:cNvGrpSpPr>
            <p:nvPr/>
          </p:nvGrpSpPr>
          <p:grpSpPr bwMode="auto">
            <a:xfrm>
              <a:off x="2112" y="2064"/>
              <a:ext cx="528" cy="192"/>
              <a:chOff x="2208" y="2112"/>
              <a:chExt cx="528" cy="144"/>
            </a:xfrm>
          </p:grpSpPr>
          <p:sp>
            <p:nvSpPr>
              <p:cNvPr id="68722"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8723"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19" name="Group 125"/>
            <p:cNvGrpSpPr>
              <a:grpSpLocks/>
            </p:cNvGrpSpPr>
            <p:nvPr/>
          </p:nvGrpSpPr>
          <p:grpSpPr bwMode="auto">
            <a:xfrm>
              <a:off x="2448" y="2064"/>
              <a:ext cx="144" cy="144"/>
              <a:chOff x="2448" y="2064"/>
              <a:chExt cx="144" cy="144"/>
            </a:xfrm>
          </p:grpSpPr>
          <p:sp>
            <p:nvSpPr>
              <p:cNvPr id="68720"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21"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37" name="Group 128"/>
          <p:cNvGrpSpPr>
            <a:grpSpLocks/>
          </p:cNvGrpSpPr>
          <p:nvPr/>
        </p:nvGrpSpPr>
        <p:grpSpPr bwMode="auto">
          <a:xfrm>
            <a:off x="2857500" y="3040857"/>
            <a:ext cx="2228850" cy="159544"/>
            <a:chOff x="1440" y="2256"/>
            <a:chExt cx="1872" cy="192"/>
          </a:xfrm>
        </p:grpSpPr>
        <p:grpSp>
          <p:nvGrpSpPr>
            <p:cNvPr id="68703" name="Group 129"/>
            <p:cNvGrpSpPr>
              <a:grpSpLocks/>
            </p:cNvGrpSpPr>
            <p:nvPr/>
          </p:nvGrpSpPr>
          <p:grpSpPr bwMode="auto">
            <a:xfrm>
              <a:off x="2784" y="2256"/>
              <a:ext cx="528" cy="192"/>
              <a:chOff x="2112" y="2064"/>
              <a:chExt cx="528" cy="192"/>
            </a:xfrm>
          </p:grpSpPr>
          <p:grpSp>
            <p:nvGrpSpPr>
              <p:cNvPr id="68712" name="Group 130"/>
              <p:cNvGrpSpPr>
                <a:grpSpLocks/>
              </p:cNvGrpSpPr>
              <p:nvPr/>
            </p:nvGrpSpPr>
            <p:grpSpPr bwMode="auto">
              <a:xfrm>
                <a:off x="2112" y="2064"/>
                <a:ext cx="528" cy="192"/>
                <a:chOff x="2208" y="2112"/>
                <a:chExt cx="528" cy="144"/>
              </a:xfrm>
            </p:grpSpPr>
            <p:sp>
              <p:nvSpPr>
                <p:cNvPr id="68716"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8717"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713" name="Group 133"/>
              <p:cNvGrpSpPr>
                <a:grpSpLocks/>
              </p:cNvGrpSpPr>
              <p:nvPr/>
            </p:nvGrpSpPr>
            <p:grpSpPr bwMode="auto">
              <a:xfrm>
                <a:off x="2448" y="2064"/>
                <a:ext cx="144" cy="144"/>
                <a:chOff x="2448" y="2064"/>
                <a:chExt cx="144" cy="144"/>
              </a:xfrm>
            </p:grpSpPr>
            <p:sp>
              <p:nvSpPr>
                <p:cNvPr id="68714"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15"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704" name="Group 136"/>
            <p:cNvGrpSpPr>
              <a:grpSpLocks/>
            </p:cNvGrpSpPr>
            <p:nvPr/>
          </p:nvGrpSpPr>
          <p:grpSpPr bwMode="auto">
            <a:xfrm>
              <a:off x="1440" y="2256"/>
              <a:ext cx="672" cy="192"/>
              <a:chOff x="2496" y="2160"/>
              <a:chExt cx="768" cy="144"/>
            </a:xfrm>
          </p:grpSpPr>
          <p:sp>
            <p:nvSpPr>
              <p:cNvPr id="68709"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8710"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11"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705" name="Group 140"/>
            <p:cNvGrpSpPr>
              <a:grpSpLocks/>
            </p:cNvGrpSpPr>
            <p:nvPr/>
          </p:nvGrpSpPr>
          <p:grpSpPr bwMode="auto">
            <a:xfrm>
              <a:off x="2112" y="2256"/>
              <a:ext cx="672" cy="192"/>
              <a:chOff x="2496" y="2160"/>
              <a:chExt cx="768" cy="144"/>
            </a:xfrm>
          </p:grpSpPr>
          <p:sp>
            <p:nvSpPr>
              <p:cNvPr id="68706"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8707"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708"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38" name="Group 144"/>
          <p:cNvGrpSpPr>
            <a:grpSpLocks/>
          </p:cNvGrpSpPr>
          <p:nvPr/>
        </p:nvGrpSpPr>
        <p:grpSpPr bwMode="auto">
          <a:xfrm>
            <a:off x="3657600" y="4400550"/>
            <a:ext cx="2228850" cy="171450"/>
            <a:chOff x="1440" y="2256"/>
            <a:chExt cx="1872" cy="192"/>
          </a:xfrm>
        </p:grpSpPr>
        <p:grpSp>
          <p:nvGrpSpPr>
            <p:cNvPr id="68688" name="Group 145"/>
            <p:cNvGrpSpPr>
              <a:grpSpLocks/>
            </p:cNvGrpSpPr>
            <p:nvPr/>
          </p:nvGrpSpPr>
          <p:grpSpPr bwMode="auto">
            <a:xfrm>
              <a:off x="2784" y="2256"/>
              <a:ext cx="528" cy="192"/>
              <a:chOff x="2112" y="2064"/>
              <a:chExt cx="528" cy="192"/>
            </a:xfrm>
          </p:grpSpPr>
          <p:grpSp>
            <p:nvGrpSpPr>
              <p:cNvPr id="68697" name="Group 146"/>
              <p:cNvGrpSpPr>
                <a:grpSpLocks/>
              </p:cNvGrpSpPr>
              <p:nvPr/>
            </p:nvGrpSpPr>
            <p:grpSpPr bwMode="auto">
              <a:xfrm>
                <a:off x="2112" y="2064"/>
                <a:ext cx="528" cy="192"/>
                <a:chOff x="2208" y="2112"/>
                <a:chExt cx="528" cy="144"/>
              </a:xfrm>
            </p:grpSpPr>
            <p:sp>
              <p:nvSpPr>
                <p:cNvPr id="68701"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8702"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8698" name="Group 149"/>
              <p:cNvGrpSpPr>
                <a:grpSpLocks/>
              </p:cNvGrpSpPr>
              <p:nvPr/>
            </p:nvGrpSpPr>
            <p:grpSpPr bwMode="auto">
              <a:xfrm>
                <a:off x="2448" y="2064"/>
                <a:ext cx="144" cy="144"/>
                <a:chOff x="2448" y="2064"/>
                <a:chExt cx="144" cy="144"/>
              </a:xfrm>
            </p:grpSpPr>
            <p:sp>
              <p:nvSpPr>
                <p:cNvPr id="68699"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700"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89" name="Group 152"/>
            <p:cNvGrpSpPr>
              <a:grpSpLocks/>
            </p:cNvGrpSpPr>
            <p:nvPr/>
          </p:nvGrpSpPr>
          <p:grpSpPr bwMode="auto">
            <a:xfrm>
              <a:off x="1440" y="2256"/>
              <a:ext cx="672" cy="192"/>
              <a:chOff x="2496" y="2160"/>
              <a:chExt cx="768" cy="144"/>
            </a:xfrm>
          </p:grpSpPr>
          <p:sp>
            <p:nvSpPr>
              <p:cNvPr id="68694"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8695"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96"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8690" name="Group 156"/>
            <p:cNvGrpSpPr>
              <a:grpSpLocks/>
            </p:cNvGrpSpPr>
            <p:nvPr/>
          </p:nvGrpSpPr>
          <p:grpSpPr bwMode="auto">
            <a:xfrm>
              <a:off x="2112" y="2256"/>
              <a:ext cx="672" cy="192"/>
              <a:chOff x="2496" y="2160"/>
              <a:chExt cx="768" cy="144"/>
            </a:xfrm>
          </p:grpSpPr>
          <p:sp>
            <p:nvSpPr>
              <p:cNvPr id="68691"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8692"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93"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8639" name="Group 160"/>
          <p:cNvGrpSpPr>
            <a:grpSpLocks/>
          </p:cNvGrpSpPr>
          <p:nvPr/>
        </p:nvGrpSpPr>
        <p:grpSpPr bwMode="auto">
          <a:xfrm>
            <a:off x="2857500" y="4400550"/>
            <a:ext cx="800100" cy="171450"/>
            <a:chOff x="2496" y="2160"/>
            <a:chExt cx="768" cy="144"/>
          </a:xfrm>
        </p:grpSpPr>
        <p:sp>
          <p:nvSpPr>
            <p:cNvPr id="68685"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8686"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87"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8640"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864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864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43"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864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4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864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47"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864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4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865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51"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865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5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8654"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55"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8656"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8657"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58"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8659"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60" name="Rectangle 184"/>
          <p:cNvSpPr>
            <a:spLocks noChangeArrowheads="1"/>
          </p:cNvSpPr>
          <p:nvPr/>
        </p:nvSpPr>
        <p:spPr bwMode="auto">
          <a:xfrm>
            <a:off x="6115050" y="46291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DFS(3)</a:t>
            </a:r>
            <a:endParaRPr lang="zh-CN" altLang="en-US" sz="1800" dirty="0">
              <a:solidFill>
                <a:schemeClr val="tx1"/>
              </a:solidFill>
              <a:latin typeface="+mn-lt"/>
              <a:ea typeface="宋体" panose="02010600030101010101" pitchFamily="2" charset="-122"/>
            </a:endParaRPr>
          </a:p>
        </p:txBody>
      </p:sp>
      <p:sp>
        <p:nvSpPr>
          <p:cNvPr id="68661" name="Line 185"/>
          <p:cNvSpPr>
            <a:spLocks noChangeShapeType="1"/>
          </p:cNvSpPr>
          <p:nvPr/>
        </p:nvSpPr>
        <p:spPr bwMode="auto">
          <a:xfrm>
            <a:off x="6572250" y="45148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62" name="Text Box 186"/>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8663" name="AutoShape 187"/>
          <p:cNvSpPr>
            <a:spLocks noChangeArrowheads="1"/>
          </p:cNvSpPr>
          <p:nvPr/>
        </p:nvSpPr>
        <p:spPr bwMode="auto">
          <a:xfrm>
            <a:off x="5143500" y="25146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8664" name="Text Box 188"/>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68665" name="Group 192"/>
          <p:cNvGrpSpPr>
            <a:grpSpLocks/>
          </p:cNvGrpSpPr>
          <p:nvPr/>
        </p:nvGrpSpPr>
        <p:grpSpPr bwMode="auto">
          <a:xfrm>
            <a:off x="6053138" y="342900"/>
            <a:ext cx="1943100" cy="1943100"/>
            <a:chOff x="2784" y="96"/>
            <a:chExt cx="1632" cy="1680"/>
          </a:xfrm>
        </p:grpSpPr>
        <p:sp>
          <p:nvSpPr>
            <p:cNvPr id="68667" name="Oval 193"/>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8668" name="Oval 194"/>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8669" name="Oval 195"/>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8670" name="Oval 196"/>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8671" name="Oval 197"/>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8672" name="Oval 198"/>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8673" name="Oval 199"/>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8674" name="Line 200"/>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75" name="Line 201"/>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76" name="Line 202"/>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77" name="Line 203"/>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78" name="Line 204"/>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79" name="Line 205"/>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80" name="Oval 206"/>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8681" name="Line 207"/>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82" name="Line 208"/>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83" name="Line 209"/>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8684" name="Line 210"/>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90"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093297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D25B0F53-2189-F949-1A40-7ACB4A7C3061}"/>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D25B0F53-2189-F949-1A40-7ACB4A7C3061}"/>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69634" name="Group 21"/>
          <p:cNvGrpSpPr>
            <a:grpSpLocks/>
          </p:cNvGrpSpPr>
          <p:nvPr/>
        </p:nvGrpSpPr>
        <p:grpSpPr bwMode="auto">
          <a:xfrm>
            <a:off x="1524001" y="2520554"/>
            <a:ext cx="1079897" cy="258365"/>
            <a:chOff x="288" y="2016"/>
            <a:chExt cx="816" cy="192"/>
          </a:xfrm>
        </p:grpSpPr>
        <p:sp>
          <p:nvSpPr>
            <p:cNvPr id="69817"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9818"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963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963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69637" name="Group 26"/>
          <p:cNvGrpSpPr>
            <a:grpSpLocks/>
          </p:cNvGrpSpPr>
          <p:nvPr/>
        </p:nvGrpSpPr>
        <p:grpSpPr bwMode="auto">
          <a:xfrm>
            <a:off x="1524001" y="3036094"/>
            <a:ext cx="1079897" cy="258366"/>
            <a:chOff x="288" y="2016"/>
            <a:chExt cx="816" cy="192"/>
          </a:xfrm>
        </p:grpSpPr>
        <p:sp>
          <p:nvSpPr>
            <p:cNvPr id="69815"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9816"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638" name="Group 29"/>
          <p:cNvGrpSpPr>
            <a:grpSpLocks/>
          </p:cNvGrpSpPr>
          <p:nvPr/>
        </p:nvGrpSpPr>
        <p:grpSpPr bwMode="auto">
          <a:xfrm>
            <a:off x="1524001" y="3294460"/>
            <a:ext cx="1079897" cy="258365"/>
            <a:chOff x="288" y="2016"/>
            <a:chExt cx="816" cy="192"/>
          </a:xfrm>
        </p:grpSpPr>
        <p:sp>
          <p:nvSpPr>
            <p:cNvPr id="69813"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9814"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639" name="Group 32"/>
          <p:cNvGrpSpPr>
            <a:grpSpLocks/>
          </p:cNvGrpSpPr>
          <p:nvPr/>
        </p:nvGrpSpPr>
        <p:grpSpPr bwMode="auto">
          <a:xfrm>
            <a:off x="1524001" y="3552825"/>
            <a:ext cx="1079897" cy="257175"/>
            <a:chOff x="288" y="2016"/>
            <a:chExt cx="816" cy="192"/>
          </a:xfrm>
        </p:grpSpPr>
        <p:sp>
          <p:nvSpPr>
            <p:cNvPr id="69811"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9812"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640" name="Group 35"/>
          <p:cNvGrpSpPr>
            <a:grpSpLocks/>
          </p:cNvGrpSpPr>
          <p:nvPr/>
        </p:nvGrpSpPr>
        <p:grpSpPr bwMode="auto">
          <a:xfrm>
            <a:off x="1524001" y="3810000"/>
            <a:ext cx="1079897" cy="258366"/>
            <a:chOff x="288" y="2016"/>
            <a:chExt cx="816" cy="192"/>
          </a:xfrm>
        </p:grpSpPr>
        <p:sp>
          <p:nvSpPr>
            <p:cNvPr id="69809"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9810"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641" name="Group 38"/>
          <p:cNvGrpSpPr>
            <a:grpSpLocks/>
          </p:cNvGrpSpPr>
          <p:nvPr/>
        </p:nvGrpSpPr>
        <p:grpSpPr bwMode="auto">
          <a:xfrm>
            <a:off x="1524001" y="4325542"/>
            <a:ext cx="1079897" cy="258365"/>
            <a:chOff x="288" y="2016"/>
            <a:chExt cx="816" cy="192"/>
          </a:xfrm>
        </p:grpSpPr>
        <p:sp>
          <p:nvSpPr>
            <p:cNvPr id="69807"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9808"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642" name="Group 41"/>
          <p:cNvGrpSpPr>
            <a:grpSpLocks/>
          </p:cNvGrpSpPr>
          <p:nvPr/>
        </p:nvGrpSpPr>
        <p:grpSpPr bwMode="auto">
          <a:xfrm>
            <a:off x="1524001" y="4068366"/>
            <a:ext cx="1079897" cy="257175"/>
            <a:chOff x="288" y="2016"/>
            <a:chExt cx="816" cy="192"/>
          </a:xfrm>
        </p:grpSpPr>
        <p:sp>
          <p:nvSpPr>
            <p:cNvPr id="69805"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9806"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6964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6964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4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4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4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4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5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5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5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69653" name="Group 54"/>
          <p:cNvGrpSpPr>
            <a:grpSpLocks/>
          </p:cNvGrpSpPr>
          <p:nvPr/>
        </p:nvGrpSpPr>
        <p:grpSpPr bwMode="auto">
          <a:xfrm>
            <a:off x="2857500" y="3612357"/>
            <a:ext cx="1428750" cy="159544"/>
            <a:chOff x="1440" y="2064"/>
            <a:chExt cx="1200" cy="192"/>
          </a:xfrm>
        </p:grpSpPr>
        <p:grpSp>
          <p:nvGrpSpPr>
            <p:cNvPr id="69794" name="Group 55"/>
            <p:cNvGrpSpPr>
              <a:grpSpLocks/>
            </p:cNvGrpSpPr>
            <p:nvPr/>
          </p:nvGrpSpPr>
          <p:grpSpPr bwMode="auto">
            <a:xfrm>
              <a:off x="1440" y="2064"/>
              <a:ext cx="672" cy="192"/>
              <a:chOff x="2496" y="2160"/>
              <a:chExt cx="768" cy="144"/>
            </a:xfrm>
          </p:grpSpPr>
          <p:sp>
            <p:nvSpPr>
              <p:cNvPr id="69802"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9803"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804"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95" name="Group 59"/>
            <p:cNvGrpSpPr>
              <a:grpSpLocks/>
            </p:cNvGrpSpPr>
            <p:nvPr/>
          </p:nvGrpSpPr>
          <p:grpSpPr bwMode="auto">
            <a:xfrm>
              <a:off x="2112" y="2064"/>
              <a:ext cx="528" cy="192"/>
              <a:chOff x="2112" y="2064"/>
              <a:chExt cx="528" cy="192"/>
            </a:xfrm>
          </p:grpSpPr>
          <p:grpSp>
            <p:nvGrpSpPr>
              <p:cNvPr id="69796" name="Group 60"/>
              <p:cNvGrpSpPr>
                <a:grpSpLocks/>
              </p:cNvGrpSpPr>
              <p:nvPr/>
            </p:nvGrpSpPr>
            <p:grpSpPr bwMode="auto">
              <a:xfrm>
                <a:off x="2112" y="2064"/>
                <a:ext cx="528" cy="192"/>
                <a:chOff x="2208" y="2112"/>
                <a:chExt cx="528" cy="144"/>
              </a:xfrm>
            </p:grpSpPr>
            <p:sp>
              <p:nvSpPr>
                <p:cNvPr id="69800"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9801"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97" name="Group 63"/>
              <p:cNvGrpSpPr>
                <a:grpSpLocks/>
              </p:cNvGrpSpPr>
              <p:nvPr/>
            </p:nvGrpSpPr>
            <p:grpSpPr bwMode="auto">
              <a:xfrm>
                <a:off x="2448" y="2064"/>
                <a:ext cx="144" cy="144"/>
                <a:chOff x="2448" y="2064"/>
                <a:chExt cx="144" cy="144"/>
              </a:xfrm>
            </p:grpSpPr>
            <p:sp>
              <p:nvSpPr>
                <p:cNvPr id="69798"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99"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9654" name="Group 66"/>
          <p:cNvGrpSpPr>
            <a:grpSpLocks/>
          </p:cNvGrpSpPr>
          <p:nvPr/>
        </p:nvGrpSpPr>
        <p:grpSpPr bwMode="auto">
          <a:xfrm>
            <a:off x="2857500" y="2800350"/>
            <a:ext cx="2228850" cy="171450"/>
            <a:chOff x="1440" y="2256"/>
            <a:chExt cx="1872" cy="192"/>
          </a:xfrm>
        </p:grpSpPr>
        <p:grpSp>
          <p:nvGrpSpPr>
            <p:cNvPr id="69779" name="Group 67"/>
            <p:cNvGrpSpPr>
              <a:grpSpLocks/>
            </p:cNvGrpSpPr>
            <p:nvPr/>
          </p:nvGrpSpPr>
          <p:grpSpPr bwMode="auto">
            <a:xfrm>
              <a:off x="2784" y="2256"/>
              <a:ext cx="528" cy="192"/>
              <a:chOff x="2112" y="2064"/>
              <a:chExt cx="528" cy="192"/>
            </a:xfrm>
          </p:grpSpPr>
          <p:grpSp>
            <p:nvGrpSpPr>
              <p:cNvPr id="69788" name="Group 68"/>
              <p:cNvGrpSpPr>
                <a:grpSpLocks/>
              </p:cNvGrpSpPr>
              <p:nvPr/>
            </p:nvGrpSpPr>
            <p:grpSpPr bwMode="auto">
              <a:xfrm>
                <a:off x="2112" y="2064"/>
                <a:ext cx="528" cy="192"/>
                <a:chOff x="2208" y="2112"/>
                <a:chExt cx="528" cy="144"/>
              </a:xfrm>
            </p:grpSpPr>
            <p:sp>
              <p:nvSpPr>
                <p:cNvPr id="69792"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9793"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89" name="Group 71"/>
              <p:cNvGrpSpPr>
                <a:grpSpLocks/>
              </p:cNvGrpSpPr>
              <p:nvPr/>
            </p:nvGrpSpPr>
            <p:grpSpPr bwMode="auto">
              <a:xfrm>
                <a:off x="2448" y="2064"/>
                <a:ext cx="144" cy="144"/>
                <a:chOff x="2448" y="2064"/>
                <a:chExt cx="144" cy="144"/>
              </a:xfrm>
            </p:grpSpPr>
            <p:sp>
              <p:nvSpPr>
                <p:cNvPr id="69790"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91"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780" name="Group 74"/>
            <p:cNvGrpSpPr>
              <a:grpSpLocks/>
            </p:cNvGrpSpPr>
            <p:nvPr/>
          </p:nvGrpSpPr>
          <p:grpSpPr bwMode="auto">
            <a:xfrm>
              <a:off x="1440" y="2256"/>
              <a:ext cx="672" cy="192"/>
              <a:chOff x="2496" y="2160"/>
              <a:chExt cx="768" cy="144"/>
            </a:xfrm>
          </p:grpSpPr>
          <p:sp>
            <p:nvSpPr>
              <p:cNvPr id="69785"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9786"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87"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81" name="Group 78"/>
            <p:cNvGrpSpPr>
              <a:grpSpLocks/>
            </p:cNvGrpSpPr>
            <p:nvPr/>
          </p:nvGrpSpPr>
          <p:grpSpPr bwMode="auto">
            <a:xfrm>
              <a:off x="2112" y="2256"/>
              <a:ext cx="672" cy="192"/>
              <a:chOff x="2496" y="2160"/>
              <a:chExt cx="768" cy="144"/>
            </a:xfrm>
          </p:grpSpPr>
          <p:sp>
            <p:nvSpPr>
              <p:cNvPr id="69782"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9783"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84"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655" name="Group 82"/>
          <p:cNvGrpSpPr>
            <a:grpSpLocks/>
          </p:cNvGrpSpPr>
          <p:nvPr/>
        </p:nvGrpSpPr>
        <p:grpSpPr bwMode="auto">
          <a:xfrm>
            <a:off x="2857500" y="3326607"/>
            <a:ext cx="800100" cy="159544"/>
            <a:chOff x="2496" y="2160"/>
            <a:chExt cx="768" cy="144"/>
          </a:xfrm>
        </p:grpSpPr>
        <p:sp>
          <p:nvSpPr>
            <p:cNvPr id="69776"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9777"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78"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656" name="Group 86"/>
          <p:cNvGrpSpPr>
            <a:grpSpLocks/>
          </p:cNvGrpSpPr>
          <p:nvPr/>
        </p:nvGrpSpPr>
        <p:grpSpPr bwMode="auto">
          <a:xfrm>
            <a:off x="3657600" y="3326607"/>
            <a:ext cx="628650" cy="159544"/>
            <a:chOff x="2112" y="2064"/>
            <a:chExt cx="528" cy="192"/>
          </a:xfrm>
        </p:grpSpPr>
        <p:grpSp>
          <p:nvGrpSpPr>
            <p:cNvPr id="69770" name="Group 87"/>
            <p:cNvGrpSpPr>
              <a:grpSpLocks/>
            </p:cNvGrpSpPr>
            <p:nvPr/>
          </p:nvGrpSpPr>
          <p:grpSpPr bwMode="auto">
            <a:xfrm>
              <a:off x="2112" y="2064"/>
              <a:ext cx="528" cy="192"/>
              <a:chOff x="2208" y="2112"/>
              <a:chExt cx="528" cy="144"/>
            </a:xfrm>
          </p:grpSpPr>
          <p:sp>
            <p:nvSpPr>
              <p:cNvPr id="69774"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9775"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71" name="Group 90"/>
            <p:cNvGrpSpPr>
              <a:grpSpLocks/>
            </p:cNvGrpSpPr>
            <p:nvPr/>
          </p:nvGrpSpPr>
          <p:grpSpPr bwMode="auto">
            <a:xfrm>
              <a:off x="2448" y="2064"/>
              <a:ext cx="144" cy="144"/>
              <a:chOff x="2448" y="2064"/>
              <a:chExt cx="144" cy="144"/>
            </a:xfrm>
          </p:grpSpPr>
          <p:sp>
            <p:nvSpPr>
              <p:cNvPr id="69772"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73"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657" name="Group 93"/>
          <p:cNvGrpSpPr>
            <a:grpSpLocks/>
          </p:cNvGrpSpPr>
          <p:nvPr/>
        </p:nvGrpSpPr>
        <p:grpSpPr bwMode="auto">
          <a:xfrm>
            <a:off x="2857500" y="2571750"/>
            <a:ext cx="1428750" cy="171450"/>
            <a:chOff x="1440" y="2064"/>
            <a:chExt cx="1200" cy="192"/>
          </a:xfrm>
        </p:grpSpPr>
        <p:grpSp>
          <p:nvGrpSpPr>
            <p:cNvPr id="69759" name="Group 94"/>
            <p:cNvGrpSpPr>
              <a:grpSpLocks/>
            </p:cNvGrpSpPr>
            <p:nvPr/>
          </p:nvGrpSpPr>
          <p:grpSpPr bwMode="auto">
            <a:xfrm>
              <a:off x="1440" y="2064"/>
              <a:ext cx="672" cy="192"/>
              <a:chOff x="2496" y="2160"/>
              <a:chExt cx="768" cy="144"/>
            </a:xfrm>
          </p:grpSpPr>
          <p:sp>
            <p:nvSpPr>
              <p:cNvPr id="69767"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69768"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69"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60" name="Group 98"/>
            <p:cNvGrpSpPr>
              <a:grpSpLocks/>
            </p:cNvGrpSpPr>
            <p:nvPr/>
          </p:nvGrpSpPr>
          <p:grpSpPr bwMode="auto">
            <a:xfrm>
              <a:off x="2112" y="2064"/>
              <a:ext cx="528" cy="192"/>
              <a:chOff x="2112" y="2064"/>
              <a:chExt cx="528" cy="192"/>
            </a:xfrm>
          </p:grpSpPr>
          <p:grpSp>
            <p:nvGrpSpPr>
              <p:cNvPr id="69761" name="Group 99"/>
              <p:cNvGrpSpPr>
                <a:grpSpLocks/>
              </p:cNvGrpSpPr>
              <p:nvPr/>
            </p:nvGrpSpPr>
            <p:grpSpPr bwMode="auto">
              <a:xfrm>
                <a:off x="2112" y="2064"/>
                <a:ext cx="528" cy="192"/>
                <a:chOff x="2208" y="2112"/>
                <a:chExt cx="528" cy="144"/>
              </a:xfrm>
            </p:grpSpPr>
            <p:sp>
              <p:nvSpPr>
                <p:cNvPr id="69765"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9766"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62" name="Group 102"/>
              <p:cNvGrpSpPr>
                <a:grpSpLocks/>
              </p:cNvGrpSpPr>
              <p:nvPr/>
            </p:nvGrpSpPr>
            <p:grpSpPr bwMode="auto">
              <a:xfrm>
                <a:off x="2448" y="2064"/>
                <a:ext cx="144" cy="144"/>
                <a:chOff x="2448" y="2064"/>
                <a:chExt cx="144" cy="144"/>
              </a:xfrm>
            </p:grpSpPr>
            <p:sp>
              <p:nvSpPr>
                <p:cNvPr id="69763"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64"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9658" name="Group 105"/>
          <p:cNvGrpSpPr>
            <a:grpSpLocks/>
          </p:cNvGrpSpPr>
          <p:nvPr/>
        </p:nvGrpSpPr>
        <p:grpSpPr bwMode="auto">
          <a:xfrm>
            <a:off x="2857500" y="3886200"/>
            <a:ext cx="1428750" cy="171450"/>
            <a:chOff x="1440" y="2064"/>
            <a:chExt cx="1200" cy="192"/>
          </a:xfrm>
        </p:grpSpPr>
        <p:grpSp>
          <p:nvGrpSpPr>
            <p:cNvPr id="69748" name="Group 106"/>
            <p:cNvGrpSpPr>
              <a:grpSpLocks/>
            </p:cNvGrpSpPr>
            <p:nvPr/>
          </p:nvGrpSpPr>
          <p:grpSpPr bwMode="auto">
            <a:xfrm>
              <a:off x="1440" y="2064"/>
              <a:ext cx="672" cy="192"/>
              <a:chOff x="2496" y="2160"/>
              <a:chExt cx="768" cy="144"/>
            </a:xfrm>
          </p:grpSpPr>
          <p:sp>
            <p:nvSpPr>
              <p:cNvPr id="69756"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9757"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58"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49" name="Group 110"/>
            <p:cNvGrpSpPr>
              <a:grpSpLocks/>
            </p:cNvGrpSpPr>
            <p:nvPr/>
          </p:nvGrpSpPr>
          <p:grpSpPr bwMode="auto">
            <a:xfrm>
              <a:off x="2112" y="2064"/>
              <a:ext cx="528" cy="192"/>
              <a:chOff x="2112" y="2064"/>
              <a:chExt cx="528" cy="192"/>
            </a:xfrm>
          </p:grpSpPr>
          <p:grpSp>
            <p:nvGrpSpPr>
              <p:cNvPr id="69750" name="Group 111"/>
              <p:cNvGrpSpPr>
                <a:grpSpLocks/>
              </p:cNvGrpSpPr>
              <p:nvPr/>
            </p:nvGrpSpPr>
            <p:grpSpPr bwMode="auto">
              <a:xfrm>
                <a:off x="2112" y="2064"/>
                <a:ext cx="528" cy="192"/>
                <a:chOff x="2208" y="2112"/>
                <a:chExt cx="528" cy="144"/>
              </a:xfrm>
            </p:grpSpPr>
            <p:sp>
              <p:nvSpPr>
                <p:cNvPr id="69754"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9755"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51" name="Group 114"/>
              <p:cNvGrpSpPr>
                <a:grpSpLocks/>
              </p:cNvGrpSpPr>
              <p:nvPr/>
            </p:nvGrpSpPr>
            <p:grpSpPr bwMode="auto">
              <a:xfrm>
                <a:off x="2448" y="2064"/>
                <a:ext cx="144" cy="144"/>
                <a:chOff x="2448" y="2064"/>
                <a:chExt cx="144" cy="144"/>
              </a:xfrm>
            </p:grpSpPr>
            <p:sp>
              <p:nvSpPr>
                <p:cNvPr id="69752"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53"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69659" name="Group 117"/>
          <p:cNvGrpSpPr>
            <a:grpSpLocks/>
          </p:cNvGrpSpPr>
          <p:nvPr/>
        </p:nvGrpSpPr>
        <p:grpSpPr bwMode="auto">
          <a:xfrm>
            <a:off x="2857500" y="4126707"/>
            <a:ext cx="800100" cy="159544"/>
            <a:chOff x="2496" y="2160"/>
            <a:chExt cx="768" cy="144"/>
          </a:xfrm>
        </p:grpSpPr>
        <p:sp>
          <p:nvSpPr>
            <p:cNvPr id="69745"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69746"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47"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660" name="Group 121"/>
          <p:cNvGrpSpPr>
            <a:grpSpLocks/>
          </p:cNvGrpSpPr>
          <p:nvPr/>
        </p:nvGrpSpPr>
        <p:grpSpPr bwMode="auto">
          <a:xfrm>
            <a:off x="3657600" y="4126707"/>
            <a:ext cx="628650" cy="159544"/>
            <a:chOff x="2112" y="2064"/>
            <a:chExt cx="528" cy="192"/>
          </a:xfrm>
        </p:grpSpPr>
        <p:grpSp>
          <p:nvGrpSpPr>
            <p:cNvPr id="69739" name="Group 122"/>
            <p:cNvGrpSpPr>
              <a:grpSpLocks/>
            </p:cNvGrpSpPr>
            <p:nvPr/>
          </p:nvGrpSpPr>
          <p:grpSpPr bwMode="auto">
            <a:xfrm>
              <a:off x="2112" y="2064"/>
              <a:ext cx="528" cy="192"/>
              <a:chOff x="2208" y="2112"/>
              <a:chExt cx="528" cy="144"/>
            </a:xfrm>
          </p:grpSpPr>
          <p:sp>
            <p:nvSpPr>
              <p:cNvPr id="69743"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69744"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40" name="Group 125"/>
            <p:cNvGrpSpPr>
              <a:grpSpLocks/>
            </p:cNvGrpSpPr>
            <p:nvPr/>
          </p:nvGrpSpPr>
          <p:grpSpPr bwMode="auto">
            <a:xfrm>
              <a:off x="2448" y="2064"/>
              <a:ext cx="144" cy="144"/>
              <a:chOff x="2448" y="2064"/>
              <a:chExt cx="144" cy="144"/>
            </a:xfrm>
          </p:grpSpPr>
          <p:sp>
            <p:nvSpPr>
              <p:cNvPr id="69741"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42"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661" name="Group 128"/>
          <p:cNvGrpSpPr>
            <a:grpSpLocks/>
          </p:cNvGrpSpPr>
          <p:nvPr/>
        </p:nvGrpSpPr>
        <p:grpSpPr bwMode="auto">
          <a:xfrm>
            <a:off x="2857500" y="3040857"/>
            <a:ext cx="2228850" cy="159544"/>
            <a:chOff x="1440" y="2256"/>
            <a:chExt cx="1872" cy="192"/>
          </a:xfrm>
        </p:grpSpPr>
        <p:grpSp>
          <p:nvGrpSpPr>
            <p:cNvPr id="69724" name="Group 129"/>
            <p:cNvGrpSpPr>
              <a:grpSpLocks/>
            </p:cNvGrpSpPr>
            <p:nvPr/>
          </p:nvGrpSpPr>
          <p:grpSpPr bwMode="auto">
            <a:xfrm>
              <a:off x="2784" y="2256"/>
              <a:ext cx="528" cy="192"/>
              <a:chOff x="2112" y="2064"/>
              <a:chExt cx="528" cy="192"/>
            </a:xfrm>
          </p:grpSpPr>
          <p:grpSp>
            <p:nvGrpSpPr>
              <p:cNvPr id="69733" name="Group 130"/>
              <p:cNvGrpSpPr>
                <a:grpSpLocks/>
              </p:cNvGrpSpPr>
              <p:nvPr/>
            </p:nvGrpSpPr>
            <p:grpSpPr bwMode="auto">
              <a:xfrm>
                <a:off x="2112" y="2064"/>
                <a:ext cx="528" cy="192"/>
                <a:chOff x="2208" y="2112"/>
                <a:chExt cx="528" cy="144"/>
              </a:xfrm>
            </p:grpSpPr>
            <p:sp>
              <p:nvSpPr>
                <p:cNvPr id="69737"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9738"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34" name="Group 133"/>
              <p:cNvGrpSpPr>
                <a:grpSpLocks/>
              </p:cNvGrpSpPr>
              <p:nvPr/>
            </p:nvGrpSpPr>
            <p:grpSpPr bwMode="auto">
              <a:xfrm>
                <a:off x="2448" y="2064"/>
                <a:ext cx="144" cy="144"/>
                <a:chOff x="2448" y="2064"/>
                <a:chExt cx="144" cy="144"/>
              </a:xfrm>
            </p:grpSpPr>
            <p:sp>
              <p:nvSpPr>
                <p:cNvPr id="69735"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36"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725" name="Group 136"/>
            <p:cNvGrpSpPr>
              <a:grpSpLocks/>
            </p:cNvGrpSpPr>
            <p:nvPr/>
          </p:nvGrpSpPr>
          <p:grpSpPr bwMode="auto">
            <a:xfrm>
              <a:off x="1440" y="2256"/>
              <a:ext cx="672" cy="192"/>
              <a:chOff x="2496" y="2160"/>
              <a:chExt cx="768" cy="144"/>
            </a:xfrm>
          </p:grpSpPr>
          <p:sp>
            <p:nvSpPr>
              <p:cNvPr id="69730"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69731"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32"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26" name="Group 140"/>
            <p:cNvGrpSpPr>
              <a:grpSpLocks/>
            </p:cNvGrpSpPr>
            <p:nvPr/>
          </p:nvGrpSpPr>
          <p:grpSpPr bwMode="auto">
            <a:xfrm>
              <a:off x="2112" y="2256"/>
              <a:ext cx="672" cy="192"/>
              <a:chOff x="2496" y="2160"/>
              <a:chExt cx="768" cy="144"/>
            </a:xfrm>
          </p:grpSpPr>
          <p:sp>
            <p:nvSpPr>
              <p:cNvPr id="69727"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9728"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29"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662" name="Group 144"/>
          <p:cNvGrpSpPr>
            <a:grpSpLocks/>
          </p:cNvGrpSpPr>
          <p:nvPr/>
        </p:nvGrpSpPr>
        <p:grpSpPr bwMode="auto">
          <a:xfrm>
            <a:off x="3657600" y="4400550"/>
            <a:ext cx="2228850" cy="171450"/>
            <a:chOff x="1440" y="2256"/>
            <a:chExt cx="1872" cy="192"/>
          </a:xfrm>
        </p:grpSpPr>
        <p:grpSp>
          <p:nvGrpSpPr>
            <p:cNvPr id="69709" name="Group 145"/>
            <p:cNvGrpSpPr>
              <a:grpSpLocks/>
            </p:cNvGrpSpPr>
            <p:nvPr/>
          </p:nvGrpSpPr>
          <p:grpSpPr bwMode="auto">
            <a:xfrm>
              <a:off x="2784" y="2256"/>
              <a:ext cx="528" cy="192"/>
              <a:chOff x="2112" y="2064"/>
              <a:chExt cx="528" cy="192"/>
            </a:xfrm>
          </p:grpSpPr>
          <p:grpSp>
            <p:nvGrpSpPr>
              <p:cNvPr id="69718" name="Group 146"/>
              <p:cNvGrpSpPr>
                <a:grpSpLocks/>
              </p:cNvGrpSpPr>
              <p:nvPr/>
            </p:nvGrpSpPr>
            <p:grpSpPr bwMode="auto">
              <a:xfrm>
                <a:off x="2112" y="2064"/>
                <a:ext cx="528" cy="192"/>
                <a:chOff x="2208" y="2112"/>
                <a:chExt cx="528" cy="144"/>
              </a:xfrm>
            </p:grpSpPr>
            <p:sp>
              <p:nvSpPr>
                <p:cNvPr id="69722"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69723"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69719" name="Group 149"/>
              <p:cNvGrpSpPr>
                <a:grpSpLocks/>
              </p:cNvGrpSpPr>
              <p:nvPr/>
            </p:nvGrpSpPr>
            <p:grpSpPr bwMode="auto">
              <a:xfrm>
                <a:off x="2448" y="2064"/>
                <a:ext cx="144" cy="144"/>
                <a:chOff x="2448" y="2064"/>
                <a:chExt cx="144" cy="144"/>
              </a:xfrm>
            </p:grpSpPr>
            <p:sp>
              <p:nvSpPr>
                <p:cNvPr id="69720"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21"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710" name="Group 152"/>
            <p:cNvGrpSpPr>
              <a:grpSpLocks/>
            </p:cNvGrpSpPr>
            <p:nvPr/>
          </p:nvGrpSpPr>
          <p:grpSpPr bwMode="auto">
            <a:xfrm>
              <a:off x="1440" y="2256"/>
              <a:ext cx="672" cy="192"/>
              <a:chOff x="2496" y="2160"/>
              <a:chExt cx="768" cy="144"/>
            </a:xfrm>
          </p:grpSpPr>
          <p:sp>
            <p:nvSpPr>
              <p:cNvPr id="69715"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69716"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17"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69711" name="Group 156"/>
            <p:cNvGrpSpPr>
              <a:grpSpLocks/>
            </p:cNvGrpSpPr>
            <p:nvPr/>
          </p:nvGrpSpPr>
          <p:grpSpPr bwMode="auto">
            <a:xfrm>
              <a:off x="2112" y="2256"/>
              <a:ext cx="672" cy="192"/>
              <a:chOff x="2496" y="2160"/>
              <a:chExt cx="768" cy="144"/>
            </a:xfrm>
          </p:grpSpPr>
          <p:sp>
            <p:nvSpPr>
              <p:cNvPr id="69712"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69713"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14"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69663" name="Group 160"/>
          <p:cNvGrpSpPr>
            <a:grpSpLocks/>
          </p:cNvGrpSpPr>
          <p:nvPr/>
        </p:nvGrpSpPr>
        <p:grpSpPr bwMode="auto">
          <a:xfrm>
            <a:off x="2857500" y="4400550"/>
            <a:ext cx="800100" cy="171450"/>
            <a:chOff x="2496" y="2160"/>
            <a:chExt cx="768" cy="144"/>
          </a:xfrm>
        </p:grpSpPr>
        <p:sp>
          <p:nvSpPr>
            <p:cNvPr id="69706"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69707"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708"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69664"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6966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6966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667"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6966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6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6967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671"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6967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7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6967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675"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6967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7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69678"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67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69680"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69681"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82"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69683" name="AutoShape 183"/>
          <p:cNvSpPr>
            <a:spLocks noChangeArrowheads="1"/>
          </p:cNvSpPr>
          <p:nvPr/>
        </p:nvSpPr>
        <p:spPr bwMode="auto">
          <a:xfrm>
            <a:off x="29718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69684" name="Text Box 184"/>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69685" name="Text Box 185"/>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69686" name="Group 189"/>
          <p:cNvGrpSpPr>
            <a:grpSpLocks/>
          </p:cNvGrpSpPr>
          <p:nvPr/>
        </p:nvGrpSpPr>
        <p:grpSpPr bwMode="auto">
          <a:xfrm>
            <a:off x="6053138" y="342900"/>
            <a:ext cx="1943100" cy="1943100"/>
            <a:chOff x="2784" y="96"/>
            <a:chExt cx="1632" cy="1680"/>
          </a:xfrm>
        </p:grpSpPr>
        <p:sp>
          <p:nvSpPr>
            <p:cNvPr id="69688" name="Oval 190"/>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69689" name="Oval 191"/>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69690" name="Oval 192"/>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69691" name="Oval 193"/>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69692" name="Oval 194"/>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69693" name="Oval 195"/>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69694" name="Oval 196"/>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69695" name="Line 197"/>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96" name="Line 198"/>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97" name="Line 199"/>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98" name="Line 200"/>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699" name="Line 201"/>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00" name="Line 202"/>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01" name="Oval 203"/>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69702" name="Line 204"/>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03" name="Line 205"/>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04" name="Line 206"/>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69705" name="Line 207"/>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7"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365585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332178DE-18B5-9489-B10D-744592663E69}"/>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332178DE-18B5-9489-B10D-744592663E69}"/>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0658" name="Group 21"/>
          <p:cNvGrpSpPr>
            <a:grpSpLocks/>
          </p:cNvGrpSpPr>
          <p:nvPr/>
        </p:nvGrpSpPr>
        <p:grpSpPr bwMode="auto">
          <a:xfrm>
            <a:off x="1524001" y="2520554"/>
            <a:ext cx="1079897" cy="258365"/>
            <a:chOff x="288" y="2016"/>
            <a:chExt cx="816" cy="192"/>
          </a:xfrm>
        </p:grpSpPr>
        <p:sp>
          <p:nvSpPr>
            <p:cNvPr id="70841"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0842"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065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066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0661" name="Group 26"/>
          <p:cNvGrpSpPr>
            <a:grpSpLocks/>
          </p:cNvGrpSpPr>
          <p:nvPr/>
        </p:nvGrpSpPr>
        <p:grpSpPr bwMode="auto">
          <a:xfrm>
            <a:off x="1524001" y="3036094"/>
            <a:ext cx="1079897" cy="258366"/>
            <a:chOff x="288" y="2016"/>
            <a:chExt cx="816" cy="192"/>
          </a:xfrm>
        </p:grpSpPr>
        <p:sp>
          <p:nvSpPr>
            <p:cNvPr id="70839"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0840"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662" name="Group 29"/>
          <p:cNvGrpSpPr>
            <a:grpSpLocks/>
          </p:cNvGrpSpPr>
          <p:nvPr/>
        </p:nvGrpSpPr>
        <p:grpSpPr bwMode="auto">
          <a:xfrm>
            <a:off x="1524001" y="3294460"/>
            <a:ext cx="1079897" cy="258365"/>
            <a:chOff x="288" y="2016"/>
            <a:chExt cx="816" cy="192"/>
          </a:xfrm>
        </p:grpSpPr>
        <p:sp>
          <p:nvSpPr>
            <p:cNvPr id="70837"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0838"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663" name="Group 32"/>
          <p:cNvGrpSpPr>
            <a:grpSpLocks/>
          </p:cNvGrpSpPr>
          <p:nvPr/>
        </p:nvGrpSpPr>
        <p:grpSpPr bwMode="auto">
          <a:xfrm>
            <a:off x="1524001" y="3552825"/>
            <a:ext cx="1079897" cy="257175"/>
            <a:chOff x="288" y="2016"/>
            <a:chExt cx="816" cy="192"/>
          </a:xfrm>
        </p:grpSpPr>
        <p:sp>
          <p:nvSpPr>
            <p:cNvPr id="70835"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0836"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664" name="Group 35"/>
          <p:cNvGrpSpPr>
            <a:grpSpLocks/>
          </p:cNvGrpSpPr>
          <p:nvPr/>
        </p:nvGrpSpPr>
        <p:grpSpPr bwMode="auto">
          <a:xfrm>
            <a:off x="1524001" y="3810000"/>
            <a:ext cx="1079897" cy="258366"/>
            <a:chOff x="288" y="2016"/>
            <a:chExt cx="816" cy="192"/>
          </a:xfrm>
        </p:grpSpPr>
        <p:sp>
          <p:nvSpPr>
            <p:cNvPr id="70833"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0834"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665" name="Group 38"/>
          <p:cNvGrpSpPr>
            <a:grpSpLocks/>
          </p:cNvGrpSpPr>
          <p:nvPr/>
        </p:nvGrpSpPr>
        <p:grpSpPr bwMode="auto">
          <a:xfrm>
            <a:off x="1524001" y="4325542"/>
            <a:ext cx="1079897" cy="258365"/>
            <a:chOff x="288" y="2016"/>
            <a:chExt cx="816" cy="192"/>
          </a:xfrm>
        </p:grpSpPr>
        <p:sp>
          <p:nvSpPr>
            <p:cNvPr id="70831"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0832"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666" name="Group 41"/>
          <p:cNvGrpSpPr>
            <a:grpSpLocks/>
          </p:cNvGrpSpPr>
          <p:nvPr/>
        </p:nvGrpSpPr>
        <p:grpSpPr bwMode="auto">
          <a:xfrm>
            <a:off x="1524001" y="4068366"/>
            <a:ext cx="1079897" cy="257175"/>
            <a:chOff x="288" y="2016"/>
            <a:chExt cx="816" cy="192"/>
          </a:xfrm>
        </p:grpSpPr>
        <p:sp>
          <p:nvSpPr>
            <p:cNvPr id="70829"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0830"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066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066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7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0677" name="Group 54"/>
          <p:cNvGrpSpPr>
            <a:grpSpLocks/>
          </p:cNvGrpSpPr>
          <p:nvPr/>
        </p:nvGrpSpPr>
        <p:grpSpPr bwMode="auto">
          <a:xfrm>
            <a:off x="2857500" y="3612357"/>
            <a:ext cx="1428750" cy="159544"/>
            <a:chOff x="1440" y="2064"/>
            <a:chExt cx="1200" cy="192"/>
          </a:xfrm>
        </p:grpSpPr>
        <p:grpSp>
          <p:nvGrpSpPr>
            <p:cNvPr id="70818" name="Group 55"/>
            <p:cNvGrpSpPr>
              <a:grpSpLocks/>
            </p:cNvGrpSpPr>
            <p:nvPr/>
          </p:nvGrpSpPr>
          <p:grpSpPr bwMode="auto">
            <a:xfrm>
              <a:off x="1440" y="2064"/>
              <a:ext cx="672" cy="192"/>
              <a:chOff x="2496" y="2160"/>
              <a:chExt cx="768" cy="144"/>
            </a:xfrm>
          </p:grpSpPr>
          <p:sp>
            <p:nvSpPr>
              <p:cNvPr id="70826"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0827"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828"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819" name="Group 59"/>
            <p:cNvGrpSpPr>
              <a:grpSpLocks/>
            </p:cNvGrpSpPr>
            <p:nvPr/>
          </p:nvGrpSpPr>
          <p:grpSpPr bwMode="auto">
            <a:xfrm>
              <a:off x="2112" y="2064"/>
              <a:ext cx="528" cy="192"/>
              <a:chOff x="2112" y="2064"/>
              <a:chExt cx="528" cy="192"/>
            </a:xfrm>
          </p:grpSpPr>
          <p:grpSp>
            <p:nvGrpSpPr>
              <p:cNvPr id="70820" name="Group 60"/>
              <p:cNvGrpSpPr>
                <a:grpSpLocks/>
              </p:cNvGrpSpPr>
              <p:nvPr/>
            </p:nvGrpSpPr>
            <p:grpSpPr bwMode="auto">
              <a:xfrm>
                <a:off x="2112" y="2064"/>
                <a:ext cx="528" cy="192"/>
                <a:chOff x="2208" y="2112"/>
                <a:chExt cx="528" cy="144"/>
              </a:xfrm>
            </p:grpSpPr>
            <p:sp>
              <p:nvSpPr>
                <p:cNvPr id="70824"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0825"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821" name="Group 63"/>
              <p:cNvGrpSpPr>
                <a:grpSpLocks/>
              </p:cNvGrpSpPr>
              <p:nvPr/>
            </p:nvGrpSpPr>
            <p:grpSpPr bwMode="auto">
              <a:xfrm>
                <a:off x="2448" y="2064"/>
                <a:ext cx="144" cy="144"/>
                <a:chOff x="2448" y="2064"/>
                <a:chExt cx="144" cy="144"/>
              </a:xfrm>
            </p:grpSpPr>
            <p:sp>
              <p:nvSpPr>
                <p:cNvPr id="70822"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823"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0678" name="Group 66"/>
          <p:cNvGrpSpPr>
            <a:grpSpLocks/>
          </p:cNvGrpSpPr>
          <p:nvPr/>
        </p:nvGrpSpPr>
        <p:grpSpPr bwMode="auto">
          <a:xfrm>
            <a:off x="2857500" y="2800350"/>
            <a:ext cx="2228850" cy="171450"/>
            <a:chOff x="1440" y="2256"/>
            <a:chExt cx="1872" cy="192"/>
          </a:xfrm>
        </p:grpSpPr>
        <p:grpSp>
          <p:nvGrpSpPr>
            <p:cNvPr id="70803" name="Group 67"/>
            <p:cNvGrpSpPr>
              <a:grpSpLocks/>
            </p:cNvGrpSpPr>
            <p:nvPr/>
          </p:nvGrpSpPr>
          <p:grpSpPr bwMode="auto">
            <a:xfrm>
              <a:off x="2784" y="2256"/>
              <a:ext cx="528" cy="192"/>
              <a:chOff x="2112" y="2064"/>
              <a:chExt cx="528" cy="192"/>
            </a:xfrm>
          </p:grpSpPr>
          <p:grpSp>
            <p:nvGrpSpPr>
              <p:cNvPr id="70812" name="Group 68"/>
              <p:cNvGrpSpPr>
                <a:grpSpLocks/>
              </p:cNvGrpSpPr>
              <p:nvPr/>
            </p:nvGrpSpPr>
            <p:grpSpPr bwMode="auto">
              <a:xfrm>
                <a:off x="2112" y="2064"/>
                <a:ext cx="528" cy="192"/>
                <a:chOff x="2208" y="2112"/>
                <a:chExt cx="528" cy="144"/>
              </a:xfrm>
            </p:grpSpPr>
            <p:sp>
              <p:nvSpPr>
                <p:cNvPr id="70816"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0817"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813" name="Group 71"/>
              <p:cNvGrpSpPr>
                <a:grpSpLocks/>
              </p:cNvGrpSpPr>
              <p:nvPr/>
            </p:nvGrpSpPr>
            <p:grpSpPr bwMode="auto">
              <a:xfrm>
                <a:off x="2448" y="2064"/>
                <a:ext cx="144" cy="144"/>
                <a:chOff x="2448" y="2064"/>
                <a:chExt cx="144" cy="144"/>
              </a:xfrm>
            </p:grpSpPr>
            <p:sp>
              <p:nvSpPr>
                <p:cNvPr id="70814"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815"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804" name="Group 74"/>
            <p:cNvGrpSpPr>
              <a:grpSpLocks/>
            </p:cNvGrpSpPr>
            <p:nvPr/>
          </p:nvGrpSpPr>
          <p:grpSpPr bwMode="auto">
            <a:xfrm>
              <a:off x="1440" y="2256"/>
              <a:ext cx="672" cy="192"/>
              <a:chOff x="2496" y="2160"/>
              <a:chExt cx="768" cy="144"/>
            </a:xfrm>
          </p:grpSpPr>
          <p:sp>
            <p:nvSpPr>
              <p:cNvPr id="70809"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0810"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811"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805" name="Group 78"/>
            <p:cNvGrpSpPr>
              <a:grpSpLocks/>
            </p:cNvGrpSpPr>
            <p:nvPr/>
          </p:nvGrpSpPr>
          <p:grpSpPr bwMode="auto">
            <a:xfrm>
              <a:off x="2112" y="2256"/>
              <a:ext cx="672" cy="192"/>
              <a:chOff x="2496" y="2160"/>
              <a:chExt cx="768" cy="144"/>
            </a:xfrm>
          </p:grpSpPr>
          <p:sp>
            <p:nvSpPr>
              <p:cNvPr id="70806"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0807"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808"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679" name="Group 82"/>
          <p:cNvGrpSpPr>
            <a:grpSpLocks/>
          </p:cNvGrpSpPr>
          <p:nvPr/>
        </p:nvGrpSpPr>
        <p:grpSpPr bwMode="auto">
          <a:xfrm>
            <a:off x="2857500" y="3326607"/>
            <a:ext cx="800100" cy="159544"/>
            <a:chOff x="2496" y="2160"/>
            <a:chExt cx="768" cy="144"/>
          </a:xfrm>
        </p:grpSpPr>
        <p:sp>
          <p:nvSpPr>
            <p:cNvPr id="70800"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0801"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802"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680" name="Group 86"/>
          <p:cNvGrpSpPr>
            <a:grpSpLocks/>
          </p:cNvGrpSpPr>
          <p:nvPr/>
        </p:nvGrpSpPr>
        <p:grpSpPr bwMode="auto">
          <a:xfrm>
            <a:off x="3657600" y="3326607"/>
            <a:ext cx="628650" cy="159544"/>
            <a:chOff x="2112" y="2064"/>
            <a:chExt cx="528" cy="192"/>
          </a:xfrm>
        </p:grpSpPr>
        <p:grpSp>
          <p:nvGrpSpPr>
            <p:cNvPr id="70794" name="Group 87"/>
            <p:cNvGrpSpPr>
              <a:grpSpLocks/>
            </p:cNvGrpSpPr>
            <p:nvPr/>
          </p:nvGrpSpPr>
          <p:grpSpPr bwMode="auto">
            <a:xfrm>
              <a:off x="2112" y="2064"/>
              <a:ext cx="528" cy="192"/>
              <a:chOff x="2208" y="2112"/>
              <a:chExt cx="528" cy="144"/>
            </a:xfrm>
          </p:grpSpPr>
          <p:sp>
            <p:nvSpPr>
              <p:cNvPr id="70798"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0799"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95" name="Group 90"/>
            <p:cNvGrpSpPr>
              <a:grpSpLocks/>
            </p:cNvGrpSpPr>
            <p:nvPr/>
          </p:nvGrpSpPr>
          <p:grpSpPr bwMode="auto">
            <a:xfrm>
              <a:off x="2448" y="2064"/>
              <a:ext cx="144" cy="144"/>
              <a:chOff x="2448" y="2064"/>
              <a:chExt cx="144" cy="144"/>
            </a:xfrm>
          </p:grpSpPr>
          <p:sp>
            <p:nvSpPr>
              <p:cNvPr id="70796"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97"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681" name="Group 93"/>
          <p:cNvGrpSpPr>
            <a:grpSpLocks/>
          </p:cNvGrpSpPr>
          <p:nvPr/>
        </p:nvGrpSpPr>
        <p:grpSpPr bwMode="auto">
          <a:xfrm>
            <a:off x="2857500" y="2571750"/>
            <a:ext cx="1428750" cy="171450"/>
            <a:chOff x="1440" y="2064"/>
            <a:chExt cx="1200" cy="192"/>
          </a:xfrm>
        </p:grpSpPr>
        <p:grpSp>
          <p:nvGrpSpPr>
            <p:cNvPr id="70783" name="Group 94"/>
            <p:cNvGrpSpPr>
              <a:grpSpLocks/>
            </p:cNvGrpSpPr>
            <p:nvPr/>
          </p:nvGrpSpPr>
          <p:grpSpPr bwMode="auto">
            <a:xfrm>
              <a:off x="1440" y="2064"/>
              <a:ext cx="672" cy="192"/>
              <a:chOff x="2496" y="2160"/>
              <a:chExt cx="768" cy="144"/>
            </a:xfrm>
          </p:grpSpPr>
          <p:sp>
            <p:nvSpPr>
              <p:cNvPr id="70791"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0792"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93"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784" name="Group 98"/>
            <p:cNvGrpSpPr>
              <a:grpSpLocks/>
            </p:cNvGrpSpPr>
            <p:nvPr/>
          </p:nvGrpSpPr>
          <p:grpSpPr bwMode="auto">
            <a:xfrm>
              <a:off x="2112" y="2064"/>
              <a:ext cx="528" cy="192"/>
              <a:chOff x="2112" y="2064"/>
              <a:chExt cx="528" cy="192"/>
            </a:xfrm>
          </p:grpSpPr>
          <p:grpSp>
            <p:nvGrpSpPr>
              <p:cNvPr id="70785" name="Group 99"/>
              <p:cNvGrpSpPr>
                <a:grpSpLocks/>
              </p:cNvGrpSpPr>
              <p:nvPr/>
            </p:nvGrpSpPr>
            <p:grpSpPr bwMode="auto">
              <a:xfrm>
                <a:off x="2112" y="2064"/>
                <a:ext cx="528" cy="192"/>
                <a:chOff x="2208" y="2112"/>
                <a:chExt cx="528" cy="144"/>
              </a:xfrm>
            </p:grpSpPr>
            <p:sp>
              <p:nvSpPr>
                <p:cNvPr id="70789"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0790"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86" name="Group 102"/>
              <p:cNvGrpSpPr>
                <a:grpSpLocks/>
              </p:cNvGrpSpPr>
              <p:nvPr/>
            </p:nvGrpSpPr>
            <p:grpSpPr bwMode="auto">
              <a:xfrm>
                <a:off x="2448" y="2064"/>
                <a:ext cx="144" cy="144"/>
                <a:chOff x="2448" y="2064"/>
                <a:chExt cx="144" cy="144"/>
              </a:xfrm>
            </p:grpSpPr>
            <p:sp>
              <p:nvSpPr>
                <p:cNvPr id="70787"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88"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0682" name="Group 105"/>
          <p:cNvGrpSpPr>
            <a:grpSpLocks/>
          </p:cNvGrpSpPr>
          <p:nvPr/>
        </p:nvGrpSpPr>
        <p:grpSpPr bwMode="auto">
          <a:xfrm>
            <a:off x="2857500" y="3886200"/>
            <a:ext cx="1428750" cy="171450"/>
            <a:chOff x="1440" y="2064"/>
            <a:chExt cx="1200" cy="192"/>
          </a:xfrm>
        </p:grpSpPr>
        <p:grpSp>
          <p:nvGrpSpPr>
            <p:cNvPr id="70772" name="Group 106"/>
            <p:cNvGrpSpPr>
              <a:grpSpLocks/>
            </p:cNvGrpSpPr>
            <p:nvPr/>
          </p:nvGrpSpPr>
          <p:grpSpPr bwMode="auto">
            <a:xfrm>
              <a:off x="1440" y="2064"/>
              <a:ext cx="672" cy="192"/>
              <a:chOff x="2496" y="2160"/>
              <a:chExt cx="768" cy="144"/>
            </a:xfrm>
          </p:grpSpPr>
          <p:sp>
            <p:nvSpPr>
              <p:cNvPr id="70780"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0781"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82"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773" name="Group 110"/>
            <p:cNvGrpSpPr>
              <a:grpSpLocks/>
            </p:cNvGrpSpPr>
            <p:nvPr/>
          </p:nvGrpSpPr>
          <p:grpSpPr bwMode="auto">
            <a:xfrm>
              <a:off x="2112" y="2064"/>
              <a:ext cx="528" cy="192"/>
              <a:chOff x="2112" y="2064"/>
              <a:chExt cx="528" cy="192"/>
            </a:xfrm>
          </p:grpSpPr>
          <p:grpSp>
            <p:nvGrpSpPr>
              <p:cNvPr id="70774" name="Group 111"/>
              <p:cNvGrpSpPr>
                <a:grpSpLocks/>
              </p:cNvGrpSpPr>
              <p:nvPr/>
            </p:nvGrpSpPr>
            <p:grpSpPr bwMode="auto">
              <a:xfrm>
                <a:off x="2112" y="2064"/>
                <a:ext cx="528" cy="192"/>
                <a:chOff x="2208" y="2112"/>
                <a:chExt cx="528" cy="144"/>
              </a:xfrm>
            </p:grpSpPr>
            <p:sp>
              <p:nvSpPr>
                <p:cNvPr id="70778"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0779"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75" name="Group 114"/>
              <p:cNvGrpSpPr>
                <a:grpSpLocks/>
              </p:cNvGrpSpPr>
              <p:nvPr/>
            </p:nvGrpSpPr>
            <p:grpSpPr bwMode="auto">
              <a:xfrm>
                <a:off x="2448" y="2064"/>
                <a:ext cx="144" cy="144"/>
                <a:chOff x="2448" y="2064"/>
                <a:chExt cx="144" cy="144"/>
              </a:xfrm>
            </p:grpSpPr>
            <p:sp>
              <p:nvSpPr>
                <p:cNvPr id="70776"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77"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0683" name="Group 117"/>
          <p:cNvGrpSpPr>
            <a:grpSpLocks/>
          </p:cNvGrpSpPr>
          <p:nvPr/>
        </p:nvGrpSpPr>
        <p:grpSpPr bwMode="auto">
          <a:xfrm>
            <a:off x="2857500" y="4126707"/>
            <a:ext cx="800100" cy="159544"/>
            <a:chOff x="2496" y="2160"/>
            <a:chExt cx="768" cy="144"/>
          </a:xfrm>
        </p:grpSpPr>
        <p:sp>
          <p:nvSpPr>
            <p:cNvPr id="70769"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0770"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71"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684" name="Group 121"/>
          <p:cNvGrpSpPr>
            <a:grpSpLocks/>
          </p:cNvGrpSpPr>
          <p:nvPr/>
        </p:nvGrpSpPr>
        <p:grpSpPr bwMode="auto">
          <a:xfrm>
            <a:off x="3657600" y="4126707"/>
            <a:ext cx="628650" cy="159544"/>
            <a:chOff x="2112" y="2064"/>
            <a:chExt cx="528" cy="192"/>
          </a:xfrm>
        </p:grpSpPr>
        <p:grpSp>
          <p:nvGrpSpPr>
            <p:cNvPr id="70763" name="Group 122"/>
            <p:cNvGrpSpPr>
              <a:grpSpLocks/>
            </p:cNvGrpSpPr>
            <p:nvPr/>
          </p:nvGrpSpPr>
          <p:grpSpPr bwMode="auto">
            <a:xfrm>
              <a:off x="2112" y="2064"/>
              <a:ext cx="528" cy="192"/>
              <a:chOff x="2208" y="2112"/>
              <a:chExt cx="528" cy="144"/>
            </a:xfrm>
          </p:grpSpPr>
          <p:sp>
            <p:nvSpPr>
              <p:cNvPr id="70767"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0768"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64" name="Group 125"/>
            <p:cNvGrpSpPr>
              <a:grpSpLocks/>
            </p:cNvGrpSpPr>
            <p:nvPr/>
          </p:nvGrpSpPr>
          <p:grpSpPr bwMode="auto">
            <a:xfrm>
              <a:off x="2448" y="2064"/>
              <a:ext cx="144" cy="144"/>
              <a:chOff x="2448" y="2064"/>
              <a:chExt cx="144" cy="144"/>
            </a:xfrm>
          </p:grpSpPr>
          <p:sp>
            <p:nvSpPr>
              <p:cNvPr id="70765"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66"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685" name="Group 128"/>
          <p:cNvGrpSpPr>
            <a:grpSpLocks/>
          </p:cNvGrpSpPr>
          <p:nvPr/>
        </p:nvGrpSpPr>
        <p:grpSpPr bwMode="auto">
          <a:xfrm>
            <a:off x="2857500" y="3040857"/>
            <a:ext cx="2228850" cy="159544"/>
            <a:chOff x="1440" y="2256"/>
            <a:chExt cx="1872" cy="192"/>
          </a:xfrm>
        </p:grpSpPr>
        <p:grpSp>
          <p:nvGrpSpPr>
            <p:cNvPr id="70748" name="Group 129"/>
            <p:cNvGrpSpPr>
              <a:grpSpLocks/>
            </p:cNvGrpSpPr>
            <p:nvPr/>
          </p:nvGrpSpPr>
          <p:grpSpPr bwMode="auto">
            <a:xfrm>
              <a:off x="2784" y="2256"/>
              <a:ext cx="528" cy="192"/>
              <a:chOff x="2112" y="2064"/>
              <a:chExt cx="528" cy="192"/>
            </a:xfrm>
          </p:grpSpPr>
          <p:grpSp>
            <p:nvGrpSpPr>
              <p:cNvPr id="70757" name="Group 130"/>
              <p:cNvGrpSpPr>
                <a:grpSpLocks/>
              </p:cNvGrpSpPr>
              <p:nvPr/>
            </p:nvGrpSpPr>
            <p:grpSpPr bwMode="auto">
              <a:xfrm>
                <a:off x="2112" y="2064"/>
                <a:ext cx="528" cy="192"/>
                <a:chOff x="2208" y="2112"/>
                <a:chExt cx="528" cy="144"/>
              </a:xfrm>
            </p:grpSpPr>
            <p:sp>
              <p:nvSpPr>
                <p:cNvPr id="70761"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0762"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58" name="Group 133"/>
              <p:cNvGrpSpPr>
                <a:grpSpLocks/>
              </p:cNvGrpSpPr>
              <p:nvPr/>
            </p:nvGrpSpPr>
            <p:grpSpPr bwMode="auto">
              <a:xfrm>
                <a:off x="2448" y="2064"/>
                <a:ext cx="144" cy="144"/>
                <a:chOff x="2448" y="2064"/>
                <a:chExt cx="144" cy="144"/>
              </a:xfrm>
            </p:grpSpPr>
            <p:sp>
              <p:nvSpPr>
                <p:cNvPr id="70759"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60"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749" name="Group 136"/>
            <p:cNvGrpSpPr>
              <a:grpSpLocks/>
            </p:cNvGrpSpPr>
            <p:nvPr/>
          </p:nvGrpSpPr>
          <p:grpSpPr bwMode="auto">
            <a:xfrm>
              <a:off x="1440" y="2256"/>
              <a:ext cx="672" cy="192"/>
              <a:chOff x="2496" y="2160"/>
              <a:chExt cx="768" cy="144"/>
            </a:xfrm>
          </p:grpSpPr>
          <p:sp>
            <p:nvSpPr>
              <p:cNvPr id="70754"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0755"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56"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750" name="Group 140"/>
            <p:cNvGrpSpPr>
              <a:grpSpLocks/>
            </p:cNvGrpSpPr>
            <p:nvPr/>
          </p:nvGrpSpPr>
          <p:grpSpPr bwMode="auto">
            <a:xfrm>
              <a:off x="2112" y="2256"/>
              <a:ext cx="672" cy="192"/>
              <a:chOff x="2496" y="2160"/>
              <a:chExt cx="768" cy="144"/>
            </a:xfrm>
          </p:grpSpPr>
          <p:sp>
            <p:nvSpPr>
              <p:cNvPr id="70751"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0752"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53"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686" name="Group 144"/>
          <p:cNvGrpSpPr>
            <a:grpSpLocks/>
          </p:cNvGrpSpPr>
          <p:nvPr/>
        </p:nvGrpSpPr>
        <p:grpSpPr bwMode="auto">
          <a:xfrm>
            <a:off x="3657600" y="4400550"/>
            <a:ext cx="2228850" cy="171450"/>
            <a:chOff x="1440" y="2256"/>
            <a:chExt cx="1872" cy="192"/>
          </a:xfrm>
        </p:grpSpPr>
        <p:grpSp>
          <p:nvGrpSpPr>
            <p:cNvPr id="70733" name="Group 145"/>
            <p:cNvGrpSpPr>
              <a:grpSpLocks/>
            </p:cNvGrpSpPr>
            <p:nvPr/>
          </p:nvGrpSpPr>
          <p:grpSpPr bwMode="auto">
            <a:xfrm>
              <a:off x="2784" y="2256"/>
              <a:ext cx="528" cy="192"/>
              <a:chOff x="2112" y="2064"/>
              <a:chExt cx="528" cy="192"/>
            </a:xfrm>
          </p:grpSpPr>
          <p:grpSp>
            <p:nvGrpSpPr>
              <p:cNvPr id="70742" name="Group 146"/>
              <p:cNvGrpSpPr>
                <a:grpSpLocks/>
              </p:cNvGrpSpPr>
              <p:nvPr/>
            </p:nvGrpSpPr>
            <p:grpSpPr bwMode="auto">
              <a:xfrm>
                <a:off x="2112" y="2064"/>
                <a:ext cx="528" cy="192"/>
                <a:chOff x="2208" y="2112"/>
                <a:chExt cx="528" cy="144"/>
              </a:xfrm>
            </p:grpSpPr>
            <p:sp>
              <p:nvSpPr>
                <p:cNvPr id="70746"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0747"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0743" name="Group 149"/>
              <p:cNvGrpSpPr>
                <a:grpSpLocks/>
              </p:cNvGrpSpPr>
              <p:nvPr/>
            </p:nvGrpSpPr>
            <p:grpSpPr bwMode="auto">
              <a:xfrm>
                <a:off x="2448" y="2064"/>
                <a:ext cx="144" cy="144"/>
                <a:chOff x="2448" y="2064"/>
                <a:chExt cx="144" cy="144"/>
              </a:xfrm>
            </p:grpSpPr>
            <p:sp>
              <p:nvSpPr>
                <p:cNvPr id="70744"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45"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734" name="Group 152"/>
            <p:cNvGrpSpPr>
              <a:grpSpLocks/>
            </p:cNvGrpSpPr>
            <p:nvPr/>
          </p:nvGrpSpPr>
          <p:grpSpPr bwMode="auto">
            <a:xfrm>
              <a:off x="1440" y="2256"/>
              <a:ext cx="672" cy="192"/>
              <a:chOff x="2496" y="2160"/>
              <a:chExt cx="768" cy="144"/>
            </a:xfrm>
          </p:grpSpPr>
          <p:sp>
            <p:nvSpPr>
              <p:cNvPr id="70739"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0740"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41"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0735" name="Group 156"/>
            <p:cNvGrpSpPr>
              <a:grpSpLocks/>
            </p:cNvGrpSpPr>
            <p:nvPr/>
          </p:nvGrpSpPr>
          <p:grpSpPr bwMode="auto">
            <a:xfrm>
              <a:off x="2112" y="2256"/>
              <a:ext cx="672" cy="192"/>
              <a:chOff x="2496" y="2160"/>
              <a:chExt cx="768" cy="144"/>
            </a:xfrm>
          </p:grpSpPr>
          <p:sp>
            <p:nvSpPr>
              <p:cNvPr id="70736"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0737"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38"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0687" name="Group 160"/>
          <p:cNvGrpSpPr>
            <a:grpSpLocks/>
          </p:cNvGrpSpPr>
          <p:nvPr/>
        </p:nvGrpSpPr>
        <p:grpSpPr bwMode="auto">
          <a:xfrm>
            <a:off x="2857500" y="4400550"/>
            <a:ext cx="800100" cy="171450"/>
            <a:chOff x="2496" y="2160"/>
            <a:chExt cx="768" cy="144"/>
          </a:xfrm>
        </p:grpSpPr>
        <p:sp>
          <p:nvSpPr>
            <p:cNvPr id="70730"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0731"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32"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0688"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068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069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691"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069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9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069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695"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069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69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069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699"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70700"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01"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0702"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03"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0704"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70705"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06"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0707" name="AutoShape 183"/>
          <p:cNvSpPr>
            <a:spLocks noChangeArrowheads="1"/>
          </p:cNvSpPr>
          <p:nvPr/>
        </p:nvSpPr>
        <p:spPr bwMode="auto">
          <a:xfrm>
            <a:off x="37719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0708" name="Text Box 184"/>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0709" name="Text Box 185"/>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0710" name="Group 189"/>
          <p:cNvGrpSpPr>
            <a:grpSpLocks/>
          </p:cNvGrpSpPr>
          <p:nvPr/>
        </p:nvGrpSpPr>
        <p:grpSpPr bwMode="auto">
          <a:xfrm>
            <a:off x="6053138" y="342900"/>
            <a:ext cx="1943100" cy="1943100"/>
            <a:chOff x="2784" y="96"/>
            <a:chExt cx="1632" cy="1680"/>
          </a:xfrm>
        </p:grpSpPr>
        <p:sp>
          <p:nvSpPr>
            <p:cNvPr id="70712" name="Oval 190"/>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0713" name="Oval 191"/>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0714" name="Oval 192"/>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0715" name="Oval 193"/>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0716" name="Oval 194"/>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0717" name="Oval 195"/>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0718" name="Oval 196"/>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0719" name="Line 197"/>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0" name="Line 198"/>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1" name="Line 199"/>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2" name="Line 200"/>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3" name="Line 201"/>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4" name="Line 202"/>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5" name="Oval 203"/>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0726" name="Line 204"/>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7" name="Line 205"/>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8" name="Line 206"/>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0729" name="Line 207"/>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Tree>
    <p:extLst>
      <p:ext uri="{BB962C8B-B14F-4D97-AF65-F5344CB8AC3E}">
        <p14:creationId xmlns:p14="http://schemas.microsoft.com/office/powerpoint/2010/main" val="37460715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0D14BF1-CA3C-2DB6-04BC-061D9FC05A86}"/>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0D14BF1-CA3C-2DB6-04BC-061D9FC05A86}"/>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1682" name="Group 21"/>
          <p:cNvGrpSpPr>
            <a:grpSpLocks/>
          </p:cNvGrpSpPr>
          <p:nvPr/>
        </p:nvGrpSpPr>
        <p:grpSpPr bwMode="auto">
          <a:xfrm>
            <a:off x="1524001" y="2520554"/>
            <a:ext cx="1079897" cy="258365"/>
            <a:chOff x="288" y="2016"/>
            <a:chExt cx="816" cy="192"/>
          </a:xfrm>
        </p:grpSpPr>
        <p:sp>
          <p:nvSpPr>
            <p:cNvPr id="7186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186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168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168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1685" name="Group 26"/>
          <p:cNvGrpSpPr>
            <a:grpSpLocks/>
          </p:cNvGrpSpPr>
          <p:nvPr/>
        </p:nvGrpSpPr>
        <p:grpSpPr bwMode="auto">
          <a:xfrm>
            <a:off x="1524001" y="3036094"/>
            <a:ext cx="1079897" cy="258366"/>
            <a:chOff x="288" y="2016"/>
            <a:chExt cx="816" cy="192"/>
          </a:xfrm>
        </p:grpSpPr>
        <p:sp>
          <p:nvSpPr>
            <p:cNvPr id="7186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186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686" name="Group 29"/>
          <p:cNvGrpSpPr>
            <a:grpSpLocks/>
          </p:cNvGrpSpPr>
          <p:nvPr/>
        </p:nvGrpSpPr>
        <p:grpSpPr bwMode="auto">
          <a:xfrm>
            <a:off x="1524001" y="3294460"/>
            <a:ext cx="1079897" cy="258365"/>
            <a:chOff x="288" y="2016"/>
            <a:chExt cx="816" cy="192"/>
          </a:xfrm>
        </p:grpSpPr>
        <p:sp>
          <p:nvSpPr>
            <p:cNvPr id="7186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186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687" name="Group 32"/>
          <p:cNvGrpSpPr>
            <a:grpSpLocks/>
          </p:cNvGrpSpPr>
          <p:nvPr/>
        </p:nvGrpSpPr>
        <p:grpSpPr bwMode="auto">
          <a:xfrm>
            <a:off x="1524001" y="3552825"/>
            <a:ext cx="1079897" cy="257175"/>
            <a:chOff x="288" y="2016"/>
            <a:chExt cx="816" cy="192"/>
          </a:xfrm>
        </p:grpSpPr>
        <p:sp>
          <p:nvSpPr>
            <p:cNvPr id="7185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186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688" name="Group 35"/>
          <p:cNvGrpSpPr>
            <a:grpSpLocks/>
          </p:cNvGrpSpPr>
          <p:nvPr/>
        </p:nvGrpSpPr>
        <p:grpSpPr bwMode="auto">
          <a:xfrm>
            <a:off x="1524001" y="3810000"/>
            <a:ext cx="1079897" cy="258366"/>
            <a:chOff x="288" y="2016"/>
            <a:chExt cx="816" cy="192"/>
          </a:xfrm>
        </p:grpSpPr>
        <p:sp>
          <p:nvSpPr>
            <p:cNvPr id="7185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185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689" name="Group 38"/>
          <p:cNvGrpSpPr>
            <a:grpSpLocks/>
          </p:cNvGrpSpPr>
          <p:nvPr/>
        </p:nvGrpSpPr>
        <p:grpSpPr bwMode="auto">
          <a:xfrm>
            <a:off x="1524001" y="4325542"/>
            <a:ext cx="1079897" cy="258365"/>
            <a:chOff x="288" y="2016"/>
            <a:chExt cx="816" cy="192"/>
          </a:xfrm>
        </p:grpSpPr>
        <p:sp>
          <p:nvSpPr>
            <p:cNvPr id="7185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185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690" name="Group 41"/>
          <p:cNvGrpSpPr>
            <a:grpSpLocks/>
          </p:cNvGrpSpPr>
          <p:nvPr/>
        </p:nvGrpSpPr>
        <p:grpSpPr bwMode="auto">
          <a:xfrm>
            <a:off x="1524001" y="4068366"/>
            <a:ext cx="1079897" cy="257175"/>
            <a:chOff x="288" y="2016"/>
            <a:chExt cx="816" cy="192"/>
          </a:xfrm>
        </p:grpSpPr>
        <p:sp>
          <p:nvSpPr>
            <p:cNvPr id="7185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185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169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169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69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0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1701" name="Group 54"/>
          <p:cNvGrpSpPr>
            <a:grpSpLocks/>
          </p:cNvGrpSpPr>
          <p:nvPr/>
        </p:nvGrpSpPr>
        <p:grpSpPr bwMode="auto">
          <a:xfrm>
            <a:off x="2857500" y="3612357"/>
            <a:ext cx="1428750" cy="159544"/>
            <a:chOff x="1440" y="2064"/>
            <a:chExt cx="1200" cy="192"/>
          </a:xfrm>
        </p:grpSpPr>
        <p:grpSp>
          <p:nvGrpSpPr>
            <p:cNvPr id="71842" name="Group 55"/>
            <p:cNvGrpSpPr>
              <a:grpSpLocks/>
            </p:cNvGrpSpPr>
            <p:nvPr/>
          </p:nvGrpSpPr>
          <p:grpSpPr bwMode="auto">
            <a:xfrm>
              <a:off x="1440" y="2064"/>
              <a:ext cx="672" cy="192"/>
              <a:chOff x="2496" y="2160"/>
              <a:chExt cx="768" cy="144"/>
            </a:xfrm>
          </p:grpSpPr>
          <p:sp>
            <p:nvSpPr>
              <p:cNvPr id="7185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185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5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843" name="Group 59"/>
            <p:cNvGrpSpPr>
              <a:grpSpLocks/>
            </p:cNvGrpSpPr>
            <p:nvPr/>
          </p:nvGrpSpPr>
          <p:grpSpPr bwMode="auto">
            <a:xfrm>
              <a:off x="2112" y="2064"/>
              <a:ext cx="528" cy="192"/>
              <a:chOff x="2112" y="2064"/>
              <a:chExt cx="528" cy="192"/>
            </a:xfrm>
          </p:grpSpPr>
          <p:grpSp>
            <p:nvGrpSpPr>
              <p:cNvPr id="71844" name="Group 60"/>
              <p:cNvGrpSpPr>
                <a:grpSpLocks/>
              </p:cNvGrpSpPr>
              <p:nvPr/>
            </p:nvGrpSpPr>
            <p:grpSpPr bwMode="auto">
              <a:xfrm>
                <a:off x="2112" y="2064"/>
                <a:ext cx="528" cy="192"/>
                <a:chOff x="2208" y="2112"/>
                <a:chExt cx="528" cy="144"/>
              </a:xfrm>
            </p:grpSpPr>
            <p:sp>
              <p:nvSpPr>
                <p:cNvPr id="7184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184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845" name="Group 63"/>
              <p:cNvGrpSpPr>
                <a:grpSpLocks/>
              </p:cNvGrpSpPr>
              <p:nvPr/>
            </p:nvGrpSpPr>
            <p:grpSpPr bwMode="auto">
              <a:xfrm>
                <a:off x="2448" y="2064"/>
                <a:ext cx="144" cy="144"/>
                <a:chOff x="2448" y="2064"/>
                <a:chExt cx="144" cy="144"/>
              </a:xfrm>
            </p:grpSpPr>
            <p:sp>
              <p:nvSpPr>
                <p:cNvPr id="7184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84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1702" name="Group 66"/>
          <p:cNvGrpSpPr>
            <a:grpSpLocks/>
          </p:cNvGrpSpPr>
          <p:nvPr/>
        </p:nvGrpSpPr>
        <p:grpSpPr bwMode="auto">
          <a:xfrm>
            <a:off x="2857500" y="2800350"/>
            <a:ext cx="2228850" cy="171450"/>
            <a:chOff x="1440" y="2256"/>
            <a:chExt cx="1872" cy="192"/>
          </a:xfrm>
        </p:grpSpPr>
        <p:grpSp>
          <p:nvGrpSpPr>
            <p:cNvPr id="71827" name="Group 67"/>
            <p:cNvGrpSpPr>
              <a:grpSpLocks/>
            </p:cNvGrpSpPr>
            <p:nvPr/>
          </p:nvGrpSpPr>
          <p:grpSpPr bwMode="auto">
            <a:xfrm>
              <a:off x="2784" y="2256"/>
              <a:ext cx="528" cy="192"/>
              <a:chOff x="2112" y="2064"/>
              <a:chExt cx="528" cy="192"/>
            </a:xfrm>
          </p:grpSpPr>
          <p:grpSp>
            <p:nvGrpSpPr>
              <p:cNvPr id="71836" name="Group 68"/>
              <p:cNvGrpSpPr>
                <a:grpSpLocks/>
              </p:cNvGrpSpPr>
              <p:nvPr/>
            </p:nvGrpSpPr>
            <p:grpSpPr bwMode="auto">
              <a:xfrm>
                <a:off x="2112" y="2064"/>
                <a:ext cx="528" cy="192"/>
                <a:chOff x="2208" y="2112"/>
                <a:chExt cx="528" cy="144"/>
              </a:xfrm>
            </p:grpSpPr>
            <p:sp>
              <p:nvSpPr>
                <p:cNvPr id="7184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184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837" name="Group 71"/>
              <p:cNvGrpSpPr>
                <a:grpSpLocks/>
              </p:cNvGrpSpPr>
              <p:nvPr/>
            </p:nvGrpSpPr>
            <p:grpSpPr bwMode="auto">
              <a:xfrm>
                <a:off x="2448" y="2064"/>
                <a:ext cx="144" cy="144"/>
                <a:chOff x="2448" y="2064"/>
                <a:chExt cx="144" cy="144"/>
              </a:xfrm>
            </p:grpSpPr>
            <p:sp>
              <p:nvSpPr>
                <p:cNvPr id="7183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83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828" name="Group 74"/>
            <p:cNvGrpSpPr>
              <a:grpSpLocks/>
            </p:cNvGrpSpPr>
            <p:nvPr/>
          </p:nvGrpSpPr>
          <p:grpSpPr bwMode="auto">
            <a:xfrm>
              <a:off x="1440" y="2256"/>
              <a:ext cx="672" cy="192"/>
              <a:chOff x="2496" y="2160"/>
              <a:chExt cx="768" cy="144"/>
            </a:xfrm>
          </p:grpSpPr>
          <p:sp>
            <p:nvSpPr>
              <p:cNvPr id="7183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183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3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829" name="Group 78"/>
            <p:cNvGrpSpPr>
              <a:grpSpLocks/>
            </p:cNvGrpSpPr>
            <p:nvPr/>
          </p:nvGrpSpPr>
          <p:grpSpPr bwMode="auto">
            <a:xfrm>
              <a:off x="2112" y="2256"/>
              <a:ext cx="672" cy="192"/>
              <a:chOff x="2496" y="2160"/>
              <a:chExt cx="768" cy="144"/>
            </a:xfrm>
          </p:grpSpPr>
          <p:sp>
            <p:nvSpPr>
              <p:cNvPr id="7183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183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3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03" name="Group 82"/>
          <p:cNvGrpSpPr>
            <a:grpSpLocks/>
          </p:cNvGrpSpPr>
          <p:nvPr/>
        </p:nvGrpSpPr>
        <p:grpSpPr bwMode="auto">
          <a:xfrm>
            <a:off x="2857500" y="3326607"/>
            <a:ext cx="800100" cy="159544"/>
            <a:chOff x="2496" y="2160"/>
            <a:chExt cx="768" cy="144"/>
          </a:xfrm>
        </p:grpSpPr>
        <p:sp>
          <p:nvSpPr>
            <p:cNvPr id="7182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182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2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704" name="Group 86"/>
          <p:cNvGrpSpPr>
            <a:grpSpLocks/>
          </p:cNvGrpSpPr>
          <p:nvPr/>
        </p:nvGrpSpPr>
        <p:grpSpPr bwMode="auto">
          <a:xfrm>
            <a:off x="3657600" y="3326607"/>
            <a:ext cx="628650" cy="159544"/>
            <a:chOff x="2112" y="2064"/>
            <a:chExt cx="528" cy="192"/>
          </a:xfrm>
        </p:grpSpPr>
        <p:grpSp>
          <p:nvGrpSpPr>
            <p:cNvPr id="71818" name="Group 87"/>
            <p:cNvGrpSpPr>
              <a:grpSpLocks/>
            </p:cNvGrpSpPr>
            <p:nvPr/>
          </p:nvGrpSpPr>
          <p:grpSpPr bwMode="auto">
            <a:xfrm>
              <a:off x="2112" y="2064"/>
              <a:ext cx="528" cy="192"/>
              <a:chOff x="2208" y="2112"/>
              <a:chExt cx="528" cy="144"/>
            </a:xfrm>
          </p:grpSpPr>
          <p:sp>
            <p:nvSpPr>
              <p:cNvPr id="7182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182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819" name="Group 90"/>
            <p:cNvGrpSpPr>
              <a:grpSpLocks/>
            </p:cNvGrpSpPr>
            <p:nvPr/>
          </p:nvGrpSpPr>
          <p:grpSpPr bwMode="auto">
            <a:xfrm>
              <a:off x="2448" y="2064"/>
              <a:ext cx="144" cy="144"/>
              <a:chOff x="2448" y="2064"/>
              <a:chExt cx="144" cy="144"/>
            </a:xfrm>
          </p:grpSpPr>
          <p:sp>
            <p:nvSpPr>
              <p:cNvPr id="7182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82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05" name="Group 93"/>
          <p:cNvGrpSpPr>
            <a:grpSpLocks/>
          </p:cNvGrpSpPr>
          <p:nvPr/>
        </p:nvGrpSpPr>
        <p:grpSpPr bwMode="auto">
          <a:xfrm>
            <a:off x="2857500" y="2571750"/>
            <a:ext cx="1428750" cy="171450"/>
            <a:chOff x="1440" y="2064"/>
            <a:chExt cx="1200" cy="192"/>
          </a:xfrm>
        </p:grpSpPr>
        <p:grpSp>
          <p:nvGrpSpPr>
            <p:cNvPr id="71807" name="Group 94"/>
            <p:cNvGrpSpPr>
              <a:grpSpLocks/>
            </p:cNvGrpSpPr>
            <p:nvPr/>
          </p:nvGrpSpPr>
          <p:grpSpPr bwMode="auto">
            <a:xfrm>
              <a:off x="1440" y="2064"/>
              <a:ext cx="672" cy="192"/>
              <a:chOff x="2496" y="2160"/>
              <a:chExt cx="768" cy="144"/>
            </a:xfrm>
          </p:grpSpPr>
          <p:sp>
            <p:nvSpPr>
              <p:cNvPr id="7181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181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1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808" name="Group 98"/>
            <p:cNvGrpSpPr>
              <a:grpSpLocks/>
            </p:cNvGrpSpPr>
            <p:nvPr/>
          </p:nvGrpSpPr>
          <p:grpSpPr bwMode="auto">
            <a:xfrm>
              <a:off x="2112" y="2064"/>
              <a:ext cx="528" cy="192"/>
              <a:chOff x="2112" y="2064"/>
              <a:chExt cx="528" cy="192"/>
            </a:xfrm>
          </p:grpSpPr>
          <p:grpSp>
            <p:nvGrpSpPr>
              <p:cNvPr id="71809" name="Group 99"/>
              <p:cNvGrpSpPr>
                <a:grpSpLocks/>
              </p:cNvGrpSpPr>
              <p:nvPr/>
            </p:nvGrpSpPr>
            <p:grpSpPr bwMode="auto">
              <a:xfrm>
                <a:off x="2112" y="2064"/>
                <a:ext cx="528" cy="192"/>
                <a:chOff x="2208" y="2112"/>
                <a:chExt cx="528" cy="144"/>
              </a:xfrm>
            </p:grpSpPr>
            <p:sp>
              <p:nvSpPr>
                <p:cNvPr id="7181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181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810" name="Group 102"/>
              <p:cNvGrpSpPr>
                <a:grpSpLocks/>
              </p:cNvGrpSpPr>
              <p:nvPr/>
            </p:nvGrpSpPr>
            <p:grpSpPr bwMode="auto">
              <a:xfrm>
                <a:off x="2448" y="2064"/>
                <a:ext cx="144" cy="144"/>
                <a:chOff x="2448" y="2064"/>
                <a:chExt cx="144" cy="144"/>
              </a:xfrm>
            </p:grpSpPr>
            <p:sp>
              <p:nvSpPr>
                <p:cNvPr id="7181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81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1706" name="Group 105"/>
          <p:cNvGrpSpPr>
            <a:grpSpLocks/>
          </p:cNvGrpSpPr>
          <p:nvPr/>
        </p:nvGrpSpPr>
        <p:grpSpPr bwMode="auto">
          <a:xfrm>
            <a:off x="2857500" y="3886200"/>
            <a:ext cx="1428750" cy="171450"/>
            <a:chOff x="1440" y="2064"/>
            <a:chExt cx="1200" cy="192"/>
          </a:xfrm>
        </p:grpSpPr>
        <p:grpSp>
          <p:nvGrpSpPr>
            <p:cNvPr id="71796" name="Group 106"/>
            <p:cNvGrpSpPr>
              <a:grpSpLocks/>
            </p:cNvGrpSpPr>
            <p:nvPr/>
          </p:nvGrpSpPr>
          <p:grpSpPr bwMode="auto">
            <a:xfrm>
              <a:off x="1440" y="2064"/>
              <a:ext cx="672" cy="192"/>
              <a:chOff x="2496" y="2160"/>
              <a:chExt cx="768" cy="144"/>
            </a:xfrm>
          </p:grpSpPr>
          <p:sp>
            <p:nvSpPr>
              <p:cNvPr id="7180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180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80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797" name="Group 110"/>
            <p:cNvGrpSpPr>
              <a:grpSpLocks/>
            </p:cNvGrpSpPr>
            <p:nvPr/>
          </p:nvGrpSpPr>
          <p:grpSpPr bwMode="auto">
            <a:xfrm>
              <a:off x="2112" y="2064"/>
              <a:ext cx="528" cy="192"/>
              <a:chOff x="2112" y="2064"/>
              <a:chExt cx="528" cy="192"/>
            </a:xfrm>
          </p:grpSpPr>
          <p:grpSp>
            <p:nvGrpSpPr>
              <p:cNvPr id="71798" name="Group 111"/>
              <p:cNvGrpSpPr>
                <a:grpSpLocks/>
              </p:cNvGrpSpPr>
              <p:nvPr/>
            </p:nvGrpSpPr>
            <p:grpSpPr bwMode="auto">
              <a:xfrm>
                <a:off x="2112" y="2064"/>
                <a:ext cx="528" cy="192"/>
                <a:chOff x="2208" y="2112"/>
                <a:chExt cx="528" cy="144"/>
              </a:xfrm>
            </p:grpSpPr>
            <p:sp>
              <p:nvSpPr>
                <p:cNvPr id="7180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180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799" name="Group 114"/>
              <p:cNvGrpSpPr>
                <a:grpSpLocks/>
              </p:cNvGrpSpPr>
              <p:nvPr/>
            </p:nvGrpSpPr>
            <p:grpSpPr bwMode="auto">
              <a:xfrm>
                <a:off x="2448" y="2064"/>
                <a:ext cx="144" cy="144"/>
                <a:chOff x="2448" y="2064"/>
                <a:chExt cx="144" cy="144"/>
              </a:xfrm>
            </p:grpSpPr>
            <p:sp>
              <p:nvSpPr>
                <p:cNvPr id="7180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80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1707" name="Group 117"/>
          <p:cNvGrpSpPr>
            <a:grpSpLocks/>
          </p:cNvGrpSpPr>
          <p:nvPr/>
        </p:nvGrpSpPr>
        <p:grpSpPr bwMode="auto">
          <a:xfrm>
            <a:off x="2857500" y="4126707"/>
            <a:ext cx="800100" cy="159544"/>
            <a:chOff x="2496" y="2160"/>
            <a:chExt cx="768" cy="144"/>
          </a:xfrm>
        </p:grpSpPr>
        <p:sp>
          <p:nvSpPr>
            <p:cNvPr id="7179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179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9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708" name="Group 121"/>
          <p:cNvGrpSpPr>
            <a:grpSpLocks/>
          </p:cNvGrpSpPr>
          <p:nvPr/>
        </p:nvGrpSpPr>
        <p:grpSpPr bwMode="auto">
          <a:xfrm>
            <a:off x="3657600" y="4126707"/>
            <a:ext cx="628650" cy="159544"/>
            <a:chOff x="2112" y="2064"/>
            <a:chExt cx="528" cy="192"/>
          </a:xfrm>
        </p:grpSpPr>
        <p:grpSp>
          <p:nvGrpSpPr>
            <p:cNvPr id="71787" name="Group 122"/>
            <p:cNvGrpSpPr>
              <a:grpSpLocks/>
            </p:cNvGrpSpPr>
            <p:nvPr/>
          </p:nvGrpSpPr>
          <p:grpSpPr bwMode="auto">
            <a:xfrm>
              <a:off x="2112" y="2064"/>
              <a:ext cx="528" cy="192"/>
              <a:chOff x="2208" y="2112"/>
              <a:chExt cx="528" cy="144"/>
            </a:xfrm>
          </p:grpSpPr>
          <p:sp>
            <p:nvSpPr>
              <p:cNvPr id="7179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179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788" name="Group 125"/>
            <p:cNvGrpSpPr>
              <a:grpSpLocks/>
            </p:cNvGrpSpPr>
            <p:nvPr/>
          </p:nvGrpSpPr>
          <p:grpSpPr bwMode="auto">
            <a:xfrm>
              <a:off x="2448" y="2064"/>
              <a:ext cx="144" cy="144"/>
              <a:chOff x="2448" y="2064"/>
              <a:chExt cx="144" cy="144"/>
            </a:xfrm>
          </p:grpSpPr>
          <p:sp>
            <p:nvSpPr>
              <p:cNvPr id="7178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9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09" name="Group 128"/>
          <p:cNvGrpSpPr>
            <a:grpSpLocks/>
          </p:cNvGrpSpPr>
          <p:nvPr/>
        </p:nvGrpSpPr>
        <p:grpSpPr bwMode="auto">
          <a:xfrm>
            <a:off x="2857500" y="3040857"/>
            <a:ext cx="2228850" cy="159544"/>
            <a:chOff x="1440" y="2256"/>
            <a:chExt cx="1872" cy="192"/>
          </a:xfrm>
        </p:grpSpPr>
        <p:grpSp>
          <p:nvGrpSpPr>
            <p:cNvPr id="71772" name="Group 129"/>
            <p:cNvGrpSpPr>
              <a:grpSpLocks/>
            </p:cNvGrpSpPr>
            <p:nvPr/>
          </p:nvGrpSpPr>
          <p:grpSpPr bwMode="auto">
            <a:xfrm>
              <a:off x="2784" y="2256"/>
              <a:ext cx="528" cy="192"/>
              <a:chOff x="2112" y="2064"/>
              <a:chExt cx="528" cy="192"/>
            </a:xfrm>
          </p:grpSpPr>
          <p:grpSp>
            <p:nvGrpSpPr>
              <p:cNvPr id="71781" name="Group 130"/>
              <p:cNvGrpSpPr>
                <a:grpSpLocks/>
              </p:cNvGrpSpPr>
              <p:nvPr/>
            </p:nvGrpSpPr>
            <p:grpSpPr bwMode="auto">
              <a:xfrm>
                <a:off x="2112" y="2064"/>
                <a:ext cx="528" cy="192"/>
                <a:chOff x="2208" y="2112"/>
                <a:chExt cx="528" cy="144"/>
              </a:xfrm>
            </p:grpSpPr>
            <p:sp>
              <p:nvSpPr>
                <p:cNvPr id="7178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178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782" name="Group 133"/>
              <p:cNvGrpSpPr>
                <a:grpSpLocks/>
              </p:cNvGrpSpPr>
              <p:nvPr/>
            </p:nvGrpSpPr>
            <p:grpSpPr bwMode="auto">
              <a:xfrm>
                <a:off x="2448" y="2064"/>
                <a:ext cx="144" cy="144"/>
                <a:chOff x="2448" y="2064"/>
                <a:chExt cx="144" cy="144"/>
              </a:xfrm>
            </p:grpSpPr>
            <p:sp>
              <p:nvSpPr>
                <p:cNvPr id="7178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8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73" name="Group 136"/>
            <p:cNvGrpSpPr>
              <a:grpSpLocks/>
            </p:cNvGrpSpPr>
            <p:nvPr/>
          </p:nvGrpSpPr>
          <p:grpSpPr bwMode="auto">
            <a:xfrm>
              <a:off x="1440" y="2256"/>
              <a:ext cx="672" cy="192"/>
              <a:chOff x="2496" y="2160"/>
              <a:chExt cx="768" cy="144"/>
            </a:xfrm>
          </p:grpSpPr>
          <p:sp>
            <p:nvSpPr>
              <p:cNvPr id="7177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177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8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774" name="Group 140"/>
            <p:cNvGrpSpPr>
              <a:grpSpLocks/>
            </p:cNvGrpSpPr>
            <p:nvPr/>
          </p:nvGrpSpPr>
          <p:grpSpPr bwMode="auto">
            <a:xfrm>
              <a:off x="2112" y="2256"/>
              <a:ext cx="672" cy="192"/>
              <a:chOff x="2496" y="2160"/>
              <a:chExt cx="768" cy="144"/>
            </a:xfrm>
          </p:grpSpPr>
          <p:sp>
            <p:nvSpPr>
              <p:cNvPr id="7177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177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7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10" name="Group 144"/>
          <p:cNvGrpSpPr>
            <a:grpSpLocks/>
          </p:cNvGrpSpPr>
          <p:nvPr/>
        </p:nvGrpSpPr>
        <p:grpSpPr bwMode="auto">
          <a:xfrm>
            <a:off x="3657600" y="4400550"/>
            <a:ext cx="2228850" cy="171450"/>
            <a:chOff x="1440" y="2256"/>
            <a:chExt cx="1872" cy="192"/>
          </a:xfrm>
        </p:grpSpPr>
        <p:grpSp>
          <p:nvGrpSpPr>
            <p:cNvPr id="71757" name="Group 145"/>
            <p:cNvGrpSpPr>
              <a:grpSpLocks/>
            </p:cNvGrpSpPr>
            <p:nvPr/>
          </p:nvGrpSpPr>
          <p:grpSpPr bwMode="auto">
            <a:xfrm>
              <a:off x="2784" y="2256"/>
              <a:ext cx="528" cy="192"/>
              <a:chOff x="2112" y="2064"/>
              <a:chExt cx="528" cy="192"/>
            </a:xfrm>
          </p:grpSpPr>
          <p:grpSp>
            <p:nvGrpSpPr>
              <p:cNvPr id="71766" name="Group 146"/>
              <p:cNvGrpSpPr>
                <a:grpSpLocks/>
              </p:cNvGrpSpPr>
              <p:nvPr/>
            </p:nvGrpSpPr>
            <p:grpSpPr bwMode="auto">
              <a:xfrm>
                <a:off x="2112" y="2064"/>
                <a:ext cx="528" cy="192"/>
                <a:chOff x="2208" y="2112"/>
                <a:chExt cx="528" cy="144"/>
              </a:xfrm>
            </p:grpSpPr>
            <p:sp>
              <p:nvSpPr>
                <p:cNvPr id="7177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177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1767" name="Group 149"/>
              <p:cNvGrpSpPr>
                <a:grpSpLocks/>
              </p:cNvGrpSpPr>
              <p:nvPr/>
            </p:nvGrpSpPr>
            <p:grpSpPr bwMode="auto">
              <a:xfrm>
                <a:off x="2448" y="2064"/>
                <a:ext cx="144" cy="144"/>
                <a:chOff x="2448" y="2064"/>
                <a:chExt cx="144" cy="144"/>
              </a:xfrm>
            </p:grpSpPr>
            <p:sp>
              <p:nvSpPr>
                <p:cNvPr id="7176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6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58" name="Group 152"/>
            <p:cNvGrpSpPr>
              <a:grpSpLocks/>
            </p:cNvGrpSpPr>
            <p:nvPr/>
          </p:nvGrpSpPr>
          <p:grpSpPr bwMode="auto">
            <a:xfrm>
              <a:off x="1440" y="2256"/>
              <a:ext cx="672" cy="192"/>
              <a:chOff x="2496" y="2160"/>
              <a:chExt cx="768" cy="144"/>
            </a:xfrm>
          </p:grpSpPr>
          <p:sp>
            <p:nvSpPr>
              <p:cNvPr id="7176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176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6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1759" name="Group 156"/>
            <p:cNvGrpSpPr>
              <a:grpSpLocks/>
            </p:cNvGrpSpPr>
            <p:nvPr/>
          </p:nvGrpSpPr>
          <p:grpSpPr bwMode="auto">
            <a:xfrm>
              <a:off x="2112" y="2256"/>
              <a:ext cx="672" cy="192"/>
              <a:chOff x="2496" y="2160"/>
              <a:chExt cx="768" cy="144"/>
            </a:xfrm>
          </p:grpSpPr>
          <p:sp>
            <p:nvSpPr>
              <p:cNvPr id="7176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176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6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1711" name="Group 160"/>
          <p:cNvGrpSpPr>
            <a:grpSpLocks/>
          </p:cNvGrpSpPr>
          <p:nvPr/>
        </p:nvGrpSpPr>
        <p:grpSpPr bwMode="auto">
          <a:xfrm>
            <a:off x="2857500" y="4400550"/>
            <a:ext cx="800100" cy="171450"/>
            <a:chOff x="2496" y="2160"/>
            <a:chExt cx="768" cy="144"/>
          </a:xfrm>
        </p:grpSpPr>
        <p:sp>
          <p:nvSpPr>
            <p:cNvPr id="7175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175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5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1712"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171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171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15"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171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1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171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19"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172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2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1722"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23"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71724"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25"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1726"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27"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1728" name="Rectangle 180"/>
          <p:cNvSpPr>
            <a:spLocks noChangeArrowheads="1"/>
          </p:cNvSpPr>
          <p:nvPr/>
        </p:nvSpPr>
        <p:spPr bwMode="auto">
          <a:xfrm>
            <a:off x="6115050" y="417195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DFS(6)</a:t>
            </a:r>
            <a:endParaRPr lang="zh-CN" altLang="en-US" sz="1800" dirty="0">
              <a:solidFill>
                <a:schemeClr val="tx1"/>
              </a:solidFill>
              <a:latin typeface="+mn-lt"/>
              <a:ea typeface="宋体" panose="02010600030101010101" pitchFamily="2" charset="-122"/>
            </a:endParaRPr>
          </a:p>
        </p:txBody>
      </p:sp>
      <p:sp>
        <p:nvSpPr>
          <p:cNvPr id="71729" name="Line 181"/>
          <p:cNvSpPr>
            <a:spLocks noChangeShapeType="1"/>
          </p:cNvSpPr>
          <p:nvPr/>
        </p:nvSpPr>
        <p:spPr bwMode="auto">
          <a:xfrm>
            <a:off x="6572250" y="405765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30" name="Text Box 182"/>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1731" name="AutoShape 183"/>
          <p:cNvSpPr>
            <a:spLocks noChangeArrowheads="1"/>
          </p:cNvSpPr>
          <p:nvPr/>
        </p:nvSpPr>
        <p:spPr bwMode="auto">
          <a:xfrm>
            <a:off x="4343400" y="33718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1732" name="Text Box 184"/>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1733" name="Text Box 185"/>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1734" name="Group 189"/>
          <p:cNvGrpSpPr>
            <a:grpSpLocks/>
          </p:cNvGrpSpPr>
          <p:nvPr/>
        </p:nvGrpSpPr>
        <p:grpSpPr bwMode="auto">
          <a:xfrm>
            <a:off x="6053138" y="342900"/>
            <a:ext cx="1943100" cy="1943100"/>
            <a:chOff x="2784" y="96"/>
            <a:chExt cx="1632" cy="1680"/>
          </a:xfrm>
        </p:grpSpPr>
        <p:sp>
          <p:nvSpPr>
            <p:cNvPr id="71736" name="Oval 190"/>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1737" name="Oval 191"/>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1738" name="Oval 192"/>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1739" name="Oval 193"/>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1740" name="Oval 194"/>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1741" name="Oval 195"/>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1742" name="Oval 196"/>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1743" name="Line 197"/>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4" name="Line 198"/>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5" name="Line 199"/>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6" name="Line 200"/>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7" name="Line 201"/>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8" name="Line 202"/>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49" name="Oval 203"/>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1750" name="Line 204"/>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51" name="Line 205"/>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52" name="Line 206"/>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1753" name="Line 207"/>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7"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40155475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FFD0F570-D1F9-CCFE-E1C6-FD7F87AAAD8C}"/>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FFD0F570-D1F9-CCFE-E1C6-FD7F87AAAD8C}"/>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2706" name="Group 21"/>
          <p:cNvGrpSpPr>
            <a:grpSpLocks/>
          </p:cNvGrpSpPr>
          <p:nvPr/>
        </p:nvGrpSpPr>
        <p:grpSpPr bwMode="auto">
          <a:xfrm>
            <a:off x="1524001" y="2520554"/>
            <a:ext cx="1079897" cy="258365"/>
            <a:chOff x="288" y="2016"/>
            <a:chExt cx="816" cy="192"/>
          </a:xfrm>
        </p:grpSpPr>
        <p:sp>
          <p:nvSpPr>
            <p:cNvPr id="72886"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2887"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270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270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2709" name="Group 26"/>
          <p:cNvGrpSpPr>
            <a:grpSpLocks/>
          </p:cNvGrpSpPr>
          <p:nvPr/>
        </p:nvGrpSpPr>
        <p:grpSpPr bwMode="auto">
          <a:xfrm>
            <a:off x="1524001" y="3036094"/>
            <a:ext cx="1079897" cy="258366"/>
            <a:chOff x="288" y="2016"/>
            <a:chExt cx="816" cy="192"/>
          </a:xfrm>
        </p:grpSpPr>
        <p:sp>
          <p:nvSpPr>
            <p:cNvPr id="72884"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2885"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10" name="Group 29"/>
          <p:cNvGrpSpPr>
            <a:grpSpLocks/>
          </p:cNvGrpSpPr>
          <p:nvPr/>
        </p:nvGrpSpPr>
        <p:grpSpPr bwMode="auto">
          <a:xfrm>
            <a:off x="1524001" y="3294460"/>
            <a:ext cx="1079897" cy="258365"/>
            <a:chOff x="288" y="2016"/>
            <a:chExt cx="816" cy="192"/>
          </a:xfrm>
        </p:grpSpPr>
        <p:sp>
          <p:nvSpPr>
            <p:cNvPr id="72882"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2883"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11" name="Group 32"/>
          <p:cNvGrpSpPr>
            <a:grpSpLocks/>
          </p:cNvGrpSpPr>
          <p:nvPr/>
        </p:nvGrpSpPr>
        <p:grpSpPr bwMode="auto">
          <a:xfrm>
            <a:off x="1524001" y="3552825"/>
            <a:ext cx="1079897" cy="257175"/>
            <a:chOff x="288" y="2016"/>
            <a:chExt cx="816" cy="192"/>
          </a:xfrm>
        </p:grpSpPr>
        <p:sp>
          <p:nvSpPr>
            <p:cNvPr id="72880"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2881"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12" name="Group 35"/>
          <p:cNvGrpSpPr>
            <a:grpSpLocks/>
          </p:cNvGrpSpPr>
          <p:nvPr/>
        </p:nvGrpSpPr>
        <p:grpSpPr bwMode="auto">
          <a:xfrm>
            <a:off x="1524001" y="3810000"/>
            <a:ext cx="1079897" cy="258366"/>
            <a:chOff x="288" y="2016"/>
            <a:chExt cx="816" cy="192"/>
          </a:xfrm>
        </p:grpSpPr>
        <p:sp>
          <p:nvSpPr>
            <p:cNvPr id="72878"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2879"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13" name="Group 38"/>
          <p:cNvGrpSpPr>
            <a:grpSpLocks/>
          </p:cNvGrpSpPr>
          <p:nvPr/>
        </p:nvGrpSpPr>
        <p:grpSpPr bwMode="auto">
          <a:xfrm>
            <a:off x="1524001" y="4325542"/>
            <a:ext cx="1079897" cy="258365"/>
            <a:chOff x="288" y="2016"/>
            <a:chExt cx="816" cy="192"/>
          </a:xfrm>
        </p:grpSpPr>
        <p:sp>
          <p:nvSpPr>
            <p:cNvPr id="72876"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2877"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14" name="Group 41"/>
          <p:cNvGrpSpPr>
            <a:grpSpLocks/>
          </p:cNvGrpSpPr>
          <p:nvPr/>
        </p:nvGrpSpPr>
        <p:grpSpPr bwMode="auto">
          <a:xfrm>
            <a:off x="1524001" y="4068366"/>
            <a:ext cx="1079897" cy="257175"/>
            <a:chOff x="288" y="2016"/>
            <a:chExt cx="816" cy="192"/>
          </a:xfrm>
        </p:grpSpPr>
        <p:sp>
          <p:nvSpPr>
            <p:cNvPr id="72874"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2875"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271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271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1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1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2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2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2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2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2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2725" name="Group 54"/>
          <p:cNvGrpSpPr>
            <a:grpSpLocks/>
          </p:cNvGrpSpPr>
          <p:nvPr/>
        </p:nvGrpSpPr>
        <p:grpSpPr bwMode="auto">
          <a:xfrm>
            <a:off x="2857500" y="3612357"/>
            <a:ext cx="1428750" cy="159544"/>
            <a:chOff x="1440" y="2064"/>
            <a:chExt cx="1200" cy="192"/>
          </a:xfrm>
        </p:grpSpPr>
        <p:grpSp>
          <p:nvGrpSpPr>
            <p:cNvPr id="72863" name="Group 55"/>
            <p:cNvGrpSpPr>
              <a:grpSpLocks/>
            </p:cNvGrpSpPr>
            <p:nvPr/>
          </p:nvGrpSpPr>
          <p:grpSpPr bwMode="auto">
            <a:xfrm>
              <a:off x="1440" y="2064"/>
              <a:ext cx="672" cy="192"/>
              <a:chOff x="2496" y="2160"/>
              <a:chExt cx="768" cy="144"/>
            </a:xfrm>
          </p:grpSpPr>
          <p:sp>
            <p:nvSpPr>
              <p:cNvPr id="72871"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2872"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73"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864" name="Group 59"/>
            <p:cNvGrpSpPr>
              <a:grpSpLocks/>
            </p:cNvGrpSpPr>
            <p:nvPr/>
          </p:nvGrpSpPr>
          <p:grpSpPr bwMode="auto">
            <a:xfrm>
              <a:off x="2112" y="2064"/>
              <a:ext cx="528" cy="192"/>
              <a:chOff x="2112" y="2064"/>
              <a:chExt cx="528" cy="192"/>
            </a:xfrm>
          </p:grpSpPr>
          <p:grpSp>
            <p:nvGrpSpPr>
              <p:cNvPr id="72865" name="Group 60"/>
              <p:cNvGrpSpPr>
                <a:grpSpLocks/>
              </p:cNvGrpSpPr>
              <p:nvPr/>
            </p:nvGrpSpPr>
            <p:grpSpPr bwMode="auto">
              <a:xfrm>
                <a:off x="2112" y="2064"/>
                <a:ext cx="528" cy="192"/>
                <a:chOff x="2208" y="2112"/>
                <a:chExt cx="528" cy="144"/>
              </a:xfrm>
            </p:grpSpPr>
            <p:sp>
              <p:nvSpPr>
                <p:cNvPr id="72869"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2870"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66" name="Group 63"/>
              <p:cNvGrpSpPr>
                <a:grpSpLocks/>
              </p:cNvGrpSpPr>
              <p:nvPr/>
            </p:nvGrpSpPr>
            <p:grpSpPr bwMode="auto">
              <a:xfrm>
                <a:off x="2448" y="2064"/>
                <a:ext cx="144" cy="144"/>
                <a:chOff x="2448" y="2064"/>
                <a:chExt cx="144" cy="144"/>
              </a:xfrm>
            </p:grpSpPr>
            <p:sp>
              <p:nvSpPr>
                <p:cNvPr id="72867"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68"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2726" name="Group 66"/>
          <p:cNvGrpSpPr>
            <a:grpSpLocks/>
          </p:cNvGrpSpPr>
          <p:nvPr/>
        </p:nvGrpSpPr>
        <p:grpSpPr bwMode="auto">
          <a:xfrm>
            <a:off x="2857500" y="2800350"/>
            <a:ext cx="2228850" cy="171450"/>
            <a:chOff x="1440" y="2256"/>
            <a:chExt cx="1872" cy="192"/>
          </a:xfrm>
        </p:grpSpPr>
        <p:grpSp>
          <p:nvGrpSpPr>
            <p:cNvPr id="72848" name="Group 67"/>
            <p:cNvGrpSpPr>
              <a:grpSpLocks/>
            </p:cNvGrpSpPr>
            <p:nvPr/>
          </p:nvGrpSpPr>
          <p:grpSpPr bwMode="auto">
            <a:xfrm>
              <a:off x="2784" y="2256"/>
              <a:ext cx="528" cy="192"/>
              <a:chOff x="2112" y="2064"/>
              <a:chExt cx="528" cy="192"/>
            </a:xfrm>
          </p:grpSpPr>
          <p:grpSp>
            <p:nvGrpSpPr>
              <p:cNvPr id="72857" name="Group 68"/>
              <p:cNvGrpSpPr>
                <a:grpSpLocks/>
              </p:cNvGrpSpPr>
              <p:nvPr/>
            </p:nvGrpSpPr>
            <p:grpSpPr bwMode="auto">
              <a:xfrm>
                <a:off x="2112" y="2064"/>
                <a:ext cx="528" cy="192"/>
                <a:chOff x="2208" y="2112"/>
                <a:chExt cx="528" cy="144"/>
              </a:xfrm>
            </p:grpSpPr>
            <p:sp>
              <p:nvSpPr>
                <p:cNvPr id="72861"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2862"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58" name="Group 71"/>
              <p:cNvGrpSpPr>
                <a:grpSpLocks/>
              </p:cNvGrpSpPr>
              <p:nvPr/>
            </p:nvGrpSpPr>
            <p:grpSpPr bwMode="auto">
              <a:xfrm>
                <a:off x="2448" y="2064"/>
                <a:ext cx="144" cy="144"/>
                <a:chOff x="2448" y="2064"/>
                <a:chExt cx="144" cy="144"/>
              </a:xfrm>
            </p:grpSpPr>
            <p:sp>
              <p:nvSpPr>
                <p:cNvPr id="72859"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60"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849" name="Group 74"/>
            <p:cNvGrpSpPr>
              <a:grpSpLocks/>
            </p:cNvGrpSpPr>
            <p:nvPr/>
          </p:nvGrpSpPr>
          <p:grpSpPr bwMode="auto">
            <a:xfrm>
              <a:off x="1440" y="2256"/>
              <a:ext cx="672" cy="192"/>
              <a:chOff x="2496" y="2160"/>
              <a:chExt cx="768" cy="144"/>
            </a:xfrm>
          </p:grpSpPr>
          <p:sp>
            <p:nvSpPr>
              <p:cNvPr id="72854"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2855"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56"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850" name="Group 78"/>
            <p:cNvGrpSpPr>
              <a:grpSpLocks/>
            </p:cNvGrpSpPr>
            <p:nvPr/>
          </p:nvGrpSpPr>
          <p:grpSpPr bwMode="auto">
            <a:xfrm>
              <a:off x="2112" y="2256"/>
              <a:ext cx="672" cy="192"/>
              <a:chOff x="2496" y="2160"/>
              <a:chExt cx="768" cy="144"/>
            </a:xfrm>
          </p:grpSpPr>
          <p:sp>
            <p:nvSpPr>
              <p:cNvPr id="72851"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2852"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53"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27" name="Group 82"/>
          <p:cNvGrpSpPr>
            <a:grpSpLocks/>
          </p:cNvGrpSpPr>
          <p:nvPr/>
        </p:nvGrpSpPr>
        <p:grpSpPr bwMode="auto">
          <a:xfrm>
            <a:off x="2857500" y="3326607"/>
            <a:ext cx="800100" cy="159544"/>
            <a:chOff x="2496" y="2160"/>
            <a:chExt cx="768" cy="144"/>
          </a:xfrm>
        </p:grpSpPr>
        <p:sp>
          <p:nvSpPr>
            <p:cNvPr id="72845"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2846"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47"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728" name="Group 86"/>
          <p:cNvGrpSpPr>
            <a:grpSpLocks/>
          </p:cNvGrpSpPr>
          <p:nvPr/>
        </p:nvGrpSpPr>
        <p:grpSpPr bwMode="auto">
          <a:xfrm>
            <a:off x="3657600" y="3326607"/>
            <a:ext cx="628650" cy="159544"/>
            <a:chOff x="2112" y="2064"/>
            <a:chExt cx="528" cy="192"/>
          </a:xfrm>
        </p:grpSpPr>
        <p:grpSp>
          <p:nvGrpSpPr>
            <p:cNvPr id="72839" name="Group 87"/>
            <p:cNvGrpSpPr>
              <a:grpSpLocks/>
            </p:cNvGrpSpPr>
            <p:nvPr/>
          </p:nvGrpSpPr>
          <p:grpSpPr bwMode="auto">
            <a:xfrm>
              <a:off x="2112" y="2064"/>
              <a:ext cx="528" cy="192"/>
              <a:chOff x="2208" y="2112"/>
              <a:chExt cx="528" cy="144"/>
            </a:xfrm>
          </p:grpSpPr>
          <p:sp>
            <p:nvSpPr>
              <p:cNvPr id="72843"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2844"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40" name="Group 90"/>
            <p:cNvGrpSpPr>
              <a:grpSpLocks/>
            </p:cNvGrpSpPr>
            <p:nvPr/>
          </p:nvGrpSpPr>
          <p:grpSpPr bwMode="auto">
            <a:xfrm>
              <a:off x="2448" y="2064"/>
              <a:ext cx="144" cy="144"/>
              <a:chOff x="2448" y="2064"/>
              <a:chExt cx="144" cy="144"/>
            </a:xfrm>
          </p:grpSpPr>
          <p:sp>
            <p:nvSpPr>
              <p:cNvPr id="72841"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42"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29" name="Group 93"/>
          <p:cNvGrpSpPr>
            <a:grpSpLocks/>
          </p:cNvGrpSpPr>
          <p:nvPr/>
        </p:nvGrpSpPr>
        <p:grpSpPr bwMode="auto">
          <a:xfrm>
            <a:off x="2857500" y="2571750"/>
            <a:ext cx="1428750" cy="171450"/>
            <a:chOff x="1440" y="2064"/>
            <a:chExt cx="1200" cy="192"/>
          </a:xfrm>
        </p:grpSpPr>
        <p:grpSp>
          <p:nvGrpSpPr>
            <p:cNvPr id="72828" name="Group 94"/>
            <p:cNvGrpSpPr>
              <a:grpSpLocks/>
            </p:cNvGrpSpPr>
            <p:nvPr/>
          </p:nvGrpSpPr>
          <p:grpSpPr bwMode="auto">
            <a:xfrm>
              <a:off x="1440" y="2064"/>
              <a:ext cx="672" cy="192"/>
              <a:chOff x="2496" y="2160"/>
              <a:chExt cx="768" cy="144"/>
            </a:xfrm>
          </p:grpSpPr>
          <p:sp>
            <p:nvSpPr>
              <p:cNvPr id="72836"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2837"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38"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829" name="Group 98"/>
            <p:cNvGrpSpPr>
              <a:grpSpLocks/>
            </p:cNvGrpSpPr>
            <p:nvPr/>
          </p:nvGrpSpPr>
          <p:grpSpPr bwMode="auto">
            <a:xfrm>
              <a:off x="2112" y="2064"/>
              <a:ext cx="528" cy="192"/>
              <a:chOff x="2112" y="2064"/>
              <a:chExt cx="528" cy="192"/>
            </a:xfrm>
          </p:grpSpPr>
          <p:grpSp>
            <p:nvGrpSpPr>
              <p:cNvPr id="72830" name="Group 99"/>
              <p:cNvGrpSpPr>
                <a:grpSpLocks/>
              </p:cNvGrpSpPr>
              <p:nvPr/>
            </p:nvGrpSpPr>
            <p:grpSpPr bwMode="auto">
              <a:xfrm>
                <a:off x="2112" y="2064"/>
                <a:ext cx="528" cy="192"/>
                <a:chOff x="2208" y="2112"/>
                <a:chExt cx="528" cy="144"/>
              </a:xfrm>
            </p:grpSpPr>
            <p:sp>
              <p:nvSpPr>
                <p:cNvPr id="72834"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2835"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31" name="Group 102"/>
              <p:cNvGrpSpPr>
                <a:grpSpLocks/>
              </p:cNvGrpSpPr>
              <p:nvPr/>
            </p:nvGrpSpPr>
            <p:grpSpPr bwMode="auto">
              <a:xfrm>
                <a:off x="2448" y="2064"/>
                <a:ext cx="144" cy="144"/>
                <a:chOff x="2448" y="2064"/>
                <a:chExt cx="144" cy="144"/>
              </a:xfrm>
            </p:grpSpPr>
            <p:sp>
              <p:nvSpPr>
                <p:cNvPr id="72832"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33"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2730" name="Group 105"/>
          <p:cNvGrpSpPr>
            <a:grpSpLocks/>
          </p:cNvGrpSpPr>
          <p:nvPr/>
        </p:nvGrpSpPr>
        <p:grpSpPr bwMode="auto">
          <a:xfrm>
            <a:off x="2857500" y="3886200"/>
            <a:ext cx="1428750" cy="171450"/>
            <a:chOff x="1440" y="2064"/>
            <a:chExt cx="1200" cy="192"/>
          </a:xfrm>
        </p:grpSpPr>
        <p:grpSp>
          <p:nvGrpSpPr>
            <p:cNvPr id="72817" name="Group 106"/>
            <p:cNvGrpSpPr>
              <a:grpSpLocks/>
            </p:cNvGrpSpPr>
            <p:nvPr/>
          </p:nvGrpSpPr>
          <p:grpSpPr bwMode="auto">
            <a:xfrm>
              <a:off x="1440" y="2064"/>
              <a:ext cx="672" cy="192"/>
              <a:chOff x="2496" y="2160"/>
              <a:chExt cx="768" cy="144"/>
            </a:xfrm>
          </p:grpSpPr>
          <p:sp>
            <p:nvSpPr>
              <p:cNvPr id="72825"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2826"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27"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818" name="Group 110"/>
            <p:cNvGrpSpPr>
              <a:grpSpLocks/>
            </p:cNvGrpSpPr>
            <p:nvPr/>
          </p:nvGrpSpPr>
          <p:grpSpPr bwMode="auto">
            <a:xfrm>
              <a:off x="2112" y="2064"/>
              <a:ext cx="528" cy="192"/>
              <a:chOff x="2112" y="2064"/>
              <a:chExt cx="528" cy="192"/>
            </a:xfrm>
          </p:grpSpPr>
          <p:grpSp>
            <p:nvGrpSpPr>
              <p:cNvPr id="72819" name="Group 111"/>
              <p:cNvGrpSpPr>
                <a:grpSpLocks/>
              </p:cNvGrpSpPr>
              <p:nvPr/>
            </p:nvGrpSpPr>
            <p:grpSpPr bwMode="auto">
              <a:xfrm>
                <a:off x="2112" y="2064"/>
                <a:ext cx="528" cy="192"/>
                <a:chOff x="2208" y="2112"/>
                <a:chExt cx="528" cy="144"/>
              </a:xfrm>
            </p:grpSpPr>
            <p:sp>
              <p:nvSpPr>
                <p:cNvPr id="72823"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2824"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20" name="Group 114"/>
              <p:cNvGrpSpPr>
                <a:grpSpLocks/>
              </p:cNvGrpSpPr>
              <p:nvPr/>
            </p:nvGrpSpPr>
            <p:grpSpPr bwMode="auto">
              <a:xfrm>
                <a:off x="2448" y="2064"/>
                <a:ext cx="144" cy="144"/>
                <a:chOff x="2448" y="2064"/>
                <a:chExt cx="144" cy="144"/>
              </a:xfrm>
            </p:grpSpPr>
            <p:sp>
              <p:nvSpPr>
                <p:cNvPr id="72821"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22"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2731" name="Group 117"/>
          <p:cNvGrpSpPr>
            <a:grpSpLocks/>
          </p:cNvGrpSpPr>
          <p:nvPr/>
        </p:nvGrpSpPr>
        <p:grpSpPr bwMode="auto">
          <a:xfrm>
            <a:off x="2857500" y="4126707"/>
            <a:ext cx="800100" cy="159544"/>
            <a:chOff x="2496" y="2160"/>
            <a:chExt cx="768" cy="144"/>
          </a:xfrm>
        </p:grpSpPr>
        <p:sp>
          <p:nvSpPr>
            <p:cNvPr id="72814"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2815"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16"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732" name="Group 121"/>
          <p:cNvGrpSpPr>
            <a:grpSpLocks/>
          </p:cNvGrpSpPr>
          <p:nvPr/>
        </p:nvGrpSpPr>
        <p:grpSpPr bwMode="auto">
          <a:xfrm>
            <a:off x="3657600" y="4126707"/>
            <a:ext cx="628650" cy="159544"/>
            <a:chOff x="2112" y="2064"/>
            <a:chExt cx="528" cy="192"/>
          </a:xfrm>
        </p:grpSpPr>
        <p:grpSp>
          <p:nvGrpSpPr>
            <p:cNvPr id="72808" name="Group 122"/>
            <p:cNvGrpSpPr>
              <a:grpSpLocks/>
            </p:cNvGrpSpPr>
            <p:nvPr/>
          </p:nvGrpSpPr>
          <p:grpSpPr bwMode="auto">
            <a:xfrm>
              <a:off x="2112" y="2064"/>
              <a:ext cx="528" cy="192"/>
              <a:chOff x="2208" y="2112"/>
              <a:chExt cx="528" cy="144"/>
            </a:xfrm>
          </p:grpSpPr>
          <p:sp>
            <p:nvSpPr>
              <p:cNvPr id="72812"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2813"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09" name="Group 125"/>
            <p:cNvGrpSpPr>
              <a:grpSpLocks/>
            </p:cNvGrpSpPr>
            <p:nvPr/>
          </p:nvGrpSpPr>
          <p:grpSpPr bwMode="auto">
            <a:xfrm>
              <a:off x="2448" y="2064"/>
              <a:ext cx="144" cy="144"/>
              <a:chOff x="2448" y="2064"/>
              <a:chExt cx="144" cy="144"/>
            </a:xfrm>
          </p:grpSpPr>
          <p:sp>
            <p:nvSpPr>
              <p:cNvPr id="72810"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11"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33" name="Group 128"/>
          <p:cNvGrpSpPr>
            <a:grpSpLocks/>
          </p:cNvGrpSpPr>
          <p:nvPr/>
        </p:nvGrpSpPr>
        <p:grpSpPr bwMode="auto">
          <a:xfrm>
            <a:off x="2857500" y="3040857"/>
            <a:ext cx="2228850" cy="159544"/>
            <a:chOff x="1440" y="2256"/>
            <a:chExt cx="1872" cy="192"/>
          </a:xfrm>
        </p:grpSpPr>
        <p:grpSp>
          <p:nvGrpSpPr>
            <p:cNvPr id="72793" name="Group 129"/>
            <p:cNvGrpSpPr>
              <a:grpSpLocks/>
            </p:cNvGrpSpPr>
            <p:nvPr/>
          </p:nvGrpSpPr>
          <p:grpSpPr bwMode="auto">
            <a:xfrm>
              <a:off x="2784" y="2256"/>
              <a:ext cx="528" cy="192"/>
              <a:chOff x="2112" y="2064"/>
              <a:chExt cx="528" cy="192"/>
            </a:xfrm>
          </p:grpSpPr>
          <p:grpSp>
            <p:nvGrpSpPr>
              <p:cNvPr id="72802" name="Group 130"/>
              <p:cNvGrpSpPr>
                <a:grpSpLocks/>
              </p:cNvGrpSpPr>
              <p:nvPr/>
            </p:nvGrpSpPr>
            <p:grpSpPr bwMode="auto">
              <a:xfrm>
                <a:off x="2112" y="2064"/>
                <a:ext cx="528" cy="192"/>
                <a:chOff x="2208" y="2112"/>
                <a:chExt cx="528" cy="144"/>
              </a:xfrm>
            </p:grpSpPr>
            <p:sp>
              <p:nvSpPr>
                <p:cNvPr id="72806"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2807"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803" name="Group 133"/>
              <p:cNvGrpSpPr>
                <a:grpSpLocks/>
              </p:cNvGrpSpPr>
              <p:nvPr/>
            </p:nvGrpSpPr>
            <p:grpSpPr bwMode="auto">
              <a:xfrm>
                <a:off x="2448" y="2064"/>
                <a:ext cx="144" cy="144"/>
                <a:chOff x="2448" y="2064"/>
                <a:chExt cx="144" cy="144"/>
              </a:xfrm>
            </p:grpSpPr>
            <p:sp>
              <p:nvSpPr>
                <p:cNvPr id="72804"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805"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94" name="Group 136"/>
            <p:cNvGrpSpPr>
              <a:grpSpLocks/>
            </p:cNvGrpSpPr>
            <p:nvPr/>
          </p:nvGrpSpPr>
          <p:grpSpPr bwMode="auto">
            <a:xfrm>
              <a:off x="1440" y="2256"/>
              <a:ext cx="672" cy="192"/>
              <a:chOff x="2496" y="2160"/>
              <a:chExt cx="768" cy="144"/>
            </a:xfrm>
          </p:grpSpPr>
          <p:sp>
            <p:nvSpPr>
              <p:cNvPr id="72799"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2800"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801"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795" name="Group 140"/>
            <p:cNvGrpSpPr>
              <a:grpSpLocks/>
            </p:cNvGrpSpPr>
            <p:nvPr/>
          </p:nvGrpSpPr>
          <p:grpSpPr bwMode="auto">
            <a:xfrm>
              <a:off x="2112" y="2256"/>
              <a:ext cx="672" cy="192"/>
              <a:chOff x="2496" y="2160"/>
              <a:chExt cx="768" cy="144"/>
            </a:xfrm>
          </p:grpSpPr>
          <p:sp>
            <p:nvSpPr>
              <p:cNvPr id="72796"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2797"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98"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34" name="Group 144"/>
          <p:cNvGrpSpPr>
            <a:grpSpLocks/>
          </p:cNvGrpSpPr>
          <p:nvPr/>
        </p:nvGrpSpPr>
        <p:grpSpPr bwMode="auto">
          <a:xfrm>
            <a:off x="3657600" y="4400550"/>
            <a:ext cx="2228850" cy="171450"/>
            <a:chOff x="1440" y="2256"/>
            <a:chExt cx="1872" cy="192"/>
          </a:xfrm>
        </p:grpSpPr>
        <p:grpSp>
          <p:nvGrpSpPr>
            <p:cNvPr id="72778" name="Group 145"/>
            <p:cNvGrpSpPr>
              <a:grpSpLocks/>
            </p:cNvGrpSpPr>
            <p:nvPr/>
          </p:nvGrpSpPr>
          <p:grpSpPr bwMode="auto">
            <a:xfrm>
              <a:off x="2784" y="2256"/>
              <a:ext cx="528" cy="192"/>
              <a:chOff x="2112" y="2064"/>
              <a:chExt cx="528" cy="192"/>
            </a:xfrm>
          </p:grpSpPr>
          <p:grpSp>
            <p:nvGrpSpPr>
              <p:cNvPr id="72787" name="Group 146"/>
              <p:cNvGrpSpPr>
                <a:grpSpLocks/>
              </p:cNvGrpSpPr>
              <p:nvPr/>
            </p:nvGrpSpPr>
            <p:grpSpPr bwMode="auto">
              <a:xfrm>
                <a:off x="2112" y="2064"/>
                <a:ext cx="528" cy="192"/>
                <a:chOff x="2208" y="2112"/>
                <a:chExt cx="528" cy="144"/>
              </a:xfrm>
            </p:grpSpPr>
            <p:sp>
              <p:nvSpPr>
                <p:cNvPr id="72791"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2792"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2788" name="Group 149"/>
              <p:cNvGrpSpPr>
                <a:grpSpLocks/>
              </p:cNvGrpSpPr>
              <p:nvPr/>
            </p:nvGrpSpPr>
            <p:grpSpPr bwMode="auto">
              <a:xfrm>
                <a:off x="2448" y="2064"/>
                <a:ext cx="144" cy="144"/>
                <a:chOff x="2448" y="2064"/>
                <a:chExt cx="144" cy="144"/>
              </a:xfrm>
            </p:grpSpPr>
            <p:sp>
              <p:nvSpPr>
                <p:cNvPr id="72789"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90"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79" name="Group 152"/>
            <p:cNvGrpSpPr>
              <a:grpSpLocks/>
            </p:cNvGrpSpPr>
            <p:nvPr/>
          </p:nvGrpSpPr>
          <p:grpSpPr bwMode="auto">
            <a:xfrm>
              <a:off x="1440" y="2256"/>
              <a:ext cx="672" cy="192"/>
              <a:chOff x="2496" y="2160"/>
              <a:chExt cx="768" cy="144"/>
            </a:xfrm>
          </p:grpSpPr>
          <p:sp>
            <p:nvSpPr>
              <p:cNvPr id="72784"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2785"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86"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2780" name="Group 156"/>
            <p:cNvGrpSpPr>
              <a:grpSpLocks/>
            </p:cNvGrpSpPr>
            <p:nvPr/>
          </p:nvGrpSpPr>
          <p:grpSpPr bwMode="auto">
            <a:xfrm>
              <a:off x="2112" y="2256"/>
              <a:ext cx="672" cy="192"/>
              <a:chOff x="2496" y="2160"/>
              <a:chExt cx="768" cy="144"/>
            </a:xfrm>
          </p:grpSpPr>
          <p:sp>
            <p:nvSpPr>
              <p:cNvPr id="72781"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2782"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83"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2735" name="Group 160"/>
          <p:cNvGrpSpPr>
            <a:grpSpLocks/>
          </p:cNvGrpSpPr>
          <p:nvPr/>
        </p:nvGrpSpPr>
        <p:grpSpPr bwMode="auto">
          <a:xfrm>
            <a:off x="2857500" y="4400550"/>
            <a:ext cx="800100" cy="171450"/>
            <a:chOff x="2496" y="2160"/>
            <a:chExt cx="768" cy="144"/>
          </a:xfrm>
        </p:grpSpPr>
        <p:sp>
          <p:nvSpPr>
            <p:cNvPr id="72775"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2776"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77"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2736"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273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273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39"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274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4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274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43"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2744"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45"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2746"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47"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72748"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49"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2750" name="AutoShape 178"/>
          <p:cNvSpPr>
            <a:spLocks noChangeArrowheads="1"/>
          </p:cNvSpPr>
          <p:nvPr/>
        </p:nvSpPr>
        <p:spPr bwMode="auto">
          <a:xfrm>
            <a:off x="46291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2751"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2752" name="Text Box 180"/>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2753" name="Text Box 181"/>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2754" name="Text Box 182"/>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2755" name="Group 186"/>
          <p:cNvGrpSpPr>
            <a:grpSpLocks/>
          </p:cNvGrpSpPr>
          <p:nvPr/>
        </p:nvGrpSpPr>
        <p:grpSpPr bwMode="auto">
          <a:xfrm>
            <a:off x="6053138" y="342900"/>
            <a:ext cx="1943100" cy="1943100"/>
            <a:chOff x="2784" y="96"/>
            <a:chExt cx="1632" cy="1680"/>
          </a:xfrm>
        </p:grpSpPr>
        <p:sp>
          <p:nvSpPr>
            <p:cNvPr id="72757"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2758"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2759"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2760"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2761"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2762"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2763"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2764"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65"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66"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67"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68"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69"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70"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2771"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72"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73"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2774"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801244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BB7BD7F2-F13F-ECCE-B99A-8A0B1AD0609E}"/>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BB7BD7F2-F13F-ECCE-B99A-8A0B1AD0609E}"/>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3730" name="Group 21"/>
          <p:cNvGrpSpPr>
            <a:grpSpLocks/>
          </p:cNvGrpSpPr>
          <p:nvPr/>
        </p:nvGrpSpPr>
        <p:grpSpPr bwMode="auto">
          <a:xfrm>
            <a:off x="1524001" y="2520554"/>
            <a:ext cx="1079897" cy="258365"/>
            <a:chOff x="288" y="2016"/>
            <a:chExt cx="816" cy="192"/>
          </a:xfrm>
        </p:grpSpPr>
        <p:sp>
          <p:nvSpPr>
            <p:cNvPr id="7391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391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373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373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3733" name="Group 26"/>
          <p:cNvGrpSpPr>
            <a:grpSpLocks/>
          </p:cNvGrpSpPr>
          <p:nvPr/>
        </p:nvGrpSpPr>
        <p:grpSpPr bwMode="auto">
          <a:xfrm>
            <a:off x="1524001" y="3036094"/>
            <a:ext cx="1079897" cy="258366"/>
            <a:chOff x="288" y="2016"/>
            <a:chExt cx="816" cy="192"/>
          </a:xfrm>
        </p:grpSpPr>
        <p:sp>
          <p:nvSpPr>
            <p:cNvPr id="7390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390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734" name="Group 29"/>
          <p:cNvGrpSpPr>
            <a:grpSpLocks/>
          </p:cNvGrpSpPr>
          <p:nvPr/>
        </p:nvGrpSpPr>
        <p:grpSpPr bwMode="auto">
          <a:xfrm>
            <a:off x="1524001" y="3294460"/>
            <a:ext cx="1079897" cy="258365"/>
            <a:chOff x="288" y="2016"/>
            <a:chExt cx="816" cy="192"/>
          </a:xfrm>
        </p:grpSpPr>
        <p:sp>
          <p:nvSpPr>
            <p:cNvPr id="7390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390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735" name="Group 32"/>
          <p:cNvGrpSpPr>
            <a:grpSpLocks/>
          </p:cNvGrpSpPr>
          <p:nvPr/>
        </p:nvGrpSpPr>
        <p:grpSpPr bwMode="auto">
          <a:xfrm>
            <a:off x="1524001" y="3552825"/>
            <a:ext cx="1079897" cy="257175"/>
            <a:chOff x="288" y="2016"/>
            <a:chExt cx="816" cy="192"/>
          </a:xfrm>
        </p:grpSpPr>
        <p:sp>
          <p:nvSpPr>
            <p:cNvPr id="7390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390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736" name="Group 35"/>
          <p:cNvGrpSpPr>
            <a:grpSpLocks/>
          </p:cNvGrpSpPr>
          <p:nvPr/>
        </p:nvGrpSpPr>
        <p:grpSpPr bwMode="auto">
          <a:xfrm>
            <a:off x="1524001" y="3810000"/>
            <a:ext cx="1079897" cy="258366"/>
            <a:chOff x="288" y="2016"/>
            <a:chExt cx="816" cy="192"/>
          </a:xfrm>
        </p:grpSpPr>
        <p:sp>
          <p:nvSpPr>
            <p:cNvPr id="7390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390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737" name="Group 38"/>
          <p:cNvGrpSpPr>
            <a:grpSpLocks/>
          </p:cNvGrpSpPr>
          <p:nvPr/>
        </p:nvGrpSpPr>
        <p:grpSpPr bwMode="auto">
          <a:xfrm>
            <a:off x="1524001" y="4325542"/>
            <a:ext cx="1079897" cy="258365"/>
            <a:chOff x="288" y="2016"/>
            <a:chExt cx="816" cy="192"/>
          </a:xfrm>
        </p:grpSpPr>
        <p:sp>
          <p:nvSpPr>
            <p:cNvPr id="7390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390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738" name="Group 41"/>
          <p:cNvGrpSpPr>
            <a:grpSpLocks/>
          </p:cNvGrpSpPr>
          <p:nvPr/>
        </p:nvGrpSpPr>
        <p:grpSpPr bwMode="auto">
          <a:xfrm>
            <a:off x="1524001" y="4068366"/>
            <a:ext cx="1079897" cy="257175"/>
            <a:chOff x="288" y="2016"/>
            <a:chExt cx="816" cy="192"/>
          </a:xfrm>
        </p:grpSpPr>
        <p:sp>
          <p:nvSpPr>
            <p:cNvPr id="7389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389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373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374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4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3749" name="Group 54"/>
          <p:cNvGrpSpPr>
            <a:grpSpLocks/>
          </p:cNvGrpSpPr>
          <p:nvPr/>
        </p:nvGrpSpPr>
        <p:grpSpPr bwMode="auto">
          <a:xfrm>
            <a:off x="2857500" y="3612357"/>
            <a:ext cx="1428750" cy="159544"/>
            <a:chOff x="1440" y="2064"/>
            <a:chExt cx="1200" cy="192"/>
          </a:xfrm>
        </p:grpSpPr>
        <p:grpSp>
          <p:nvGrpSpPr>
            <p:cNvPr id="73887" name="Group 55"/>
            <p:cNvGrpSpPr>
              <a:grpSpLocks/>
            </p:cNvGrpSpPr>
            <p:nvPr/>
          </p:nvGrpSpPr>
          <p:grpSpPr bwMode="auto">
            <a:xfrm>
              <a:off x="1440" y="2064"/>
              <a:ext cx="672" cy="192"/>
              <a:chOff x="2496" y="2160"/>
              <a:chExt cx="768" cy="144"/>
            </a:xfrm>
          </p:grpSpPr>
          <p:sp>
            <p:nvSpPr>
              <p:cNvPr id="7389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389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9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88" name="Group 59"/>
            <p:cNvGrpSpPr>
              <a:grpSpLocks/>
            </p:cNvGrpSpPr>
            <p:nvPr/>
          </p:nvGrpSpPr>
          <p:grpSpPr bwMode="auto">
            <a:xfrm>
              <a:off x="2112" y="2064"/>
              <a:ext cx="528" cy="192"/>
              <a:chOff x="2112" y="2064"/>
              <a:chExt cx="528" cy="192"/>
            </a:xfrm>
          </p:grpSpPr>
          <p:grpSp>
            <p:nvGrpSpPr>
              <p:cNvPr id="73889" name="Group 60"/>
              <p:cNvGrpSpPr>
                <a:grpSpLocks/>
              </p:cNvGrpSpPr>
              <p:nvPr/>
            </p:nvGrpSpPr>
            <p:grpSpPr bwMode="auto">
              <a:xfrm>
                <a:off x="2112" y="2064"/>
                <a:ext cx="528" cy="192"/>
                <a:chOff x="2208" y="2112"/>
                <a:chExt cx="528" cy="144"/>
              </a:xfrm>
            </p:grpSpPr>
            <p:sp>
              <p:nvSpPr>
                <p:cNvPr id="7389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389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90" name="Group 63"/>
              <p:cNvGrpSpPr>
                <a:grpSpLocks/>
              </p:cNvGrpSpPr>
              <p:nvPr/>
            </p:nvGrpSpPr>
            <p:grpSpPr bwMode="auto">
              <a:xfrm>
                <a:off x="2448" y="2064"/>
                <a:ext cx="144" cy="144"/>
                <a:chOff x="2448" y="2064"/>
                <a:chExt cx="144" cy="144"/>
              </a:xfrm>
            </p:grpSpPr>
            <p:sp>
              <p:nvSpPr>
                <p:cNvPr id="7389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9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3750" name="Group 66"/>
          <p:cNvGrpSpPr>
            <a:grpSpLocks/>
          </p:cNvGrpSpPr>
          <p:nvPr/>
        </p:nvGrpSpPr>
        <p:grpSpPr bwMode="auto">
          <a:xfrm>
            <a:off x="2857500" y="2800350"/>
            <a:ext cx="2228850" cy="171450"/>
            <a:chOff x="1440" y="2256"/>
            <a:chExt cx="1872" cy="192"/>
          </a:xfrm>
        </p:grpSpPr>
        <p:grpSp>
          <p:nvGrpSpPr>
            <p:cNvPr id="73872" name="Group 67"/>
            <p:cNvGrpSpPr>
              <a:grpSpLocks/>
            </p:cNvGrpSpPr>
            <p:nvPr/>
          </p:nvGrpSpPr>
          <p:grpSpPr bwMode="auto">
            <a:xfrm>
              <a:off x="2784" y="2256"/>
              <a:ext cx="528" cy="192"/>
              <a:chOff x="2112" y="2064"/>
              <a:chExt cx="528" cy="192"/>
            </a:xfrm>
          </p:grpSpPr>
          <p:grpSp>
            <p:nvGrpSpPr>
              <p:cNvPr id="73881" name="Group 68"/>
              <p:cNvGrpSpPr>
                <a:grpSpLocks/>
              </p:cNvGrpSpPr>
              <p:nvPr/>
            </p:nvGrpSpPr>
            <p:grpSpPr bwMode="auto">
              <a:xfrm>
                <a:off x="2112" y="2064"/>
                <a:ext cx="528" cy="192"/>
                <a:chOff x="2208" y="2112"/>
                <a:chExt cx="528" cy="144"/>
              </a:xfrm>
            </p:grpSpPr>
            <p:sp>
              <p:nvSpPr>
                <p:cNvPr id="7388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388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82" name="Group 71"/>
              <p:cNvGrpSpPr>
                <a:grpSpLocks/>
              </p:cNvGrpSpPr>
              <p:nvPr/>
            </p:nvGrpSpPr>
            <p:grpSpPr bwMode="auto">
              <a:xfrm>
                <a:off x="2448" y="2064"/>
                <a:ext cx="144" cy="144"/>
                <a:chOff x="2448" y="2064"/>
                <a:chExt cx="144" cy="144"/>
              </a:xfrm>
            </p:grpSpPr>
            <p:sp>
              <p:nvSpPr>
                <p:cNvPr id="7388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8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873" name="Group 74"/>
            <p:cNvGrpSpPr>
              <a:grpSpLocks/>
            </p:cNvGrpSpPr>
            <p:nvPr/>
          </p:nvGrpSpPr>
          <p:grpSpPr bwMode="auto">
            <a:xfrm>
              <a:off x="1440" y="2256"/>
              <a:ext cx="672" cy="192"/>
              <a:chOff x="2496" y="2160"/>
              <a:chExt cx="768" cy="144"/>
            </a:xfrm>
          </p:grpSpPr>
          <p:sp>
            <p:nvSpPr>
              <p:cNvPr id="7387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387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8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74" name="Group 78"/>
            <p:cNvGrpSpPr>
              <a:grpSpLocks/>
            </p:cNvGrpSpPr>
            <p:nvPr/>
          </p:nvGrpSpPr>
          <p:grpSpPr bwMode="auto">
            <a:xfrm>
              <a:off x="2112" y="2256"/>
              <a:ext cx="672" cy="192"/>
              <a:chOff x="2496" y="2160"/>
              <a:chExt cx="768" cy="144"/>
            </a:xfrm>
          </p:grpSpPr>
          <p:sp>
            <p:nvSpPr>
              <p:cNvPr id="7387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387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7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751" name="Group 82"/>
          <p:cNvGrpSpPr>
            <a:grpSpLocks/>
          </p:cNvGrpSpPr>
          <p:nvPr/>
        </p:nvGrpSpPr>
        <p:grpSpPr bwMode="auto">
          <a:xfrm>
            <a:off x="2857500" y="3326607"/>
            <a:ext cx="800100" cy="159544"/>
            <a:chOff x="2496" y="2160"/>
            <a:chExt cx="768" cy="144"/>
          </a:xfrm>
        </p:grpSpPr>
        <p:sp>
          <p:nvSpPr>
            <p:cNvPr id="7386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387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7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752" name="Group 86"/>
          <p:cNvGrpSpPr>
            <a:grpSpLocks/>
          </p:cNvGrpSpPr>
          <p:nvPr/>
        </p:nvGrpSpPr>
        <p:grpSpPr bwMode="auto">
          <a:xfrm>
            <a:off x="3657600" y="3326607"/>
            <a:ext cx="628650" cy="159544"/>
            <a:chOff x="2112" y="2064"/>
            <a:chExt cx="528" cy="192"/>
          </a:xfrm>
        </p:grpSpPr>
        <p:grpSp>
          <p:nvGrpSpPr>
            <p:cNvPr id="73863" name="Group 87"/>
            <p:cNvGrpSpPr>
              <a:grpSpLocks/>
            </p:cNvGrpSpPr>
            <p:nvPr/>
          </p:nvGrpSpPr>
          <p:grpSpPr bwMode="auto">
            <a:xfrm>
              <a:off x="2112" y="2064"/>
              <a:ext cx="528" cy="192"/>
              <a:chOff x="2208" y="2112"/>
              <a:chExt cx="528" cy="144"/>
            </a:xfrm>
          </p:grpSpPr>
          <p:sp>
            <p:nvSpPr>
              <p:cNvPr id="7386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386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64" name="Group 90"/>
            <p:cNvGrpSpPr>
              <a:grpSpLocks/>
            </p:cNvGrpSpPr>
            <p:nvPr/>
          </p:nvGrpSpPr>
          <p:grpSpPr bwMode="auto">
            <a:xfrm>
              <a:off x="2448" y="2064"/>
              <a:ext cx="144" cy="144"/>
              <a:chOff x="2448" y="2064"/>
              <a:chExt cx="144" cy="144"/>
            </a:xfrm>
          </p:grpSpPr>
          <p:sp>
            <p:nvSpPr>
              <p:cNvPr id="7386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6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753" name="Group 93"/>
          <p:cNvGrpSpPr>
            <a:grpSpLocks/>
          </p:cNvGrpSpPr>
          <p:nvPr/>
        </p:nvGrpSpPr>
        <p:grpSpPr bwMode="auto">
          <a:xfrm>
            <a:off x="2857500" y="2571750"/>
            <a:ext cx="1428750" cy="171450"/>
            <a:chOff x="1440" y="2064"/>
            <a:chExt cx="1200" cy="192"/>
          </a:xfrm>
        </p:grpSpPr>
        <p:grpSp>
          <p:nvGrpSpPr>
            <p:cNvPr id="73852" name="Group 94"/>
            <p:cNvGrpSpPr>
              <a:grpSpLocks/>
            </p:cNvGrpSpPr>
            <p:nvPr/>
          </p:nvGrpSpPr>
          <p:grpSpPr bwMode="auto">
            <a:xfrm>
              <a:off x="1440" y="2064"/>
              <a:ext cx="672" cy="192"/>
              <a:chOff x="2496" y="2160"/>
              <a:chExt cx="768" cy="144"/>
            </a:xfrm>
          </p:grpSpPr>
          <p:sp>
            <p:nvSpPr>
              <p:cNvPr id="7386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386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6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53" name="Group 98"/>
            <p:cNvGrpSpPr>
              <a:grpSpLocks/>
            </p:cNvGrpSpPr>
            <p:nvPr/>
          </p:nvGrpSpPr>
          <p:grpSpPr bwMode="auto">
            <a:xfrm>
              <a:off x="2112" y="2064"/>
              <a:ext cx="528" cy="192"/>
              <a:chOff x="2112" y="2064"/>
              <a:chExt cx="528" cy="192"/>
            </a:xfrm>
          </p:grpSpPr>
          <p:grpSp>
            <p:nvGrpSpPr>
              <p:cNvPr id="73854" name="Group 99"/>
              <p:cNvGrpSpPr>
                <a:grpSpLocks/>
              </p:cNvGrpSpPr>
              <p:nvPr/>
            </p:nvGrpSpPr>
            <p:grpSpPr bwMode="auto">
              <a:xfrm>
                <a:off x="2112" y="2064"/>
                <a:ext cx="528" cy="192"/>
                <a:chOff x="2208" y="2112"/>
                <a:chExt cx="528" cy="144"/>
              </a:xfrm>
            </p:grpSpPr>
            <p:sp>
              <p:nvSpPr>
                <p:cNvPr id="7385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385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55" name="Group 102"/>
              <p:cNvGrpSpPr>
                <a:grpSpLocks/>
              </p:cNvGrpSpPr>
              <p:nvPr/>
            </p:nvGrpSpPr>
            <p:grpSpPr bwMode="auto">
              <a:xfrm>
                <a:off x="2448" y="2064"/>
                <a:ext cx="144" cy="144"/>
                <a:chOff x="2448" y="2064"/>
                <a:chExt cx="144" cy="144"/>
              </a:xfrm>
            </p:grpSpPr>
            <p:sp>
              <p:nvSpPr>
                <p:cNvPr id="7385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5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3754" name="Group 105"/>
          <p:cNvGrpSpPr>
            <a:grpSpLocks/>
          </p:cNvGrpSpPr>
          <p:nvPr/>
        </p:nvGrpSpPr>
        <p:grpSpPr bwMode="auto">
          <a:xfrm>
            <a:off x="2857500" y="3886200"/>
            <a:ext cx="1428750" cy="171450"/>
            <a:chOff x="1440" y="2064"/>
            <a:chExt cx="1200" cy="192"/>
          </a:xfrm>
        </p:grpSpPr>
        <p:grpSp>
          <p:nvGrpSpPr>
            <p:cNvPr id="73841" name="Group 106"/>
            <p:cNvGrpSpPr>
              <a:grpSpLocks/>
            </p:cNvGrpSpPr>
            <p:nvPr/>
          </p:nvGrpSpPr>
          <p:grpSpPr bwMode="auto">
            <a:xfrm>
              <a:off x="1440" y="2064"/>
              <a:ext cx="672" cy="192"/>
              <a:chOff x="2496" y="2160"/>
              <a:chExt cx="768" cy="144"/>
            </a:xfrm>
          </p:grpSpPr>
          <p:sp>
            <p:nvSpPr>
              <p:cNvPr id="7384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385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5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42" name="Group 110"/>
            <p:cNvGrpSpPr>
              <a:grpSpLocks/>
            </p:cNvGrpSpPr>
            <p:nvPr/>
          </p:nvGrpSpPr>
          <p:grpSpPr bwMode="auto">
            <a:xfrm>
              <a:off x="2112" y="2064"/>
              <a:ext cx="528" cy="192"/>
              <a:chOff x="2112" y="2064"/>
              <a:chExt cx="528" cy="192"/>
            </a:xfrm>
          </p:grpSpPr>
          <p:grpSp>
            <p:nvGrpSpPr>
              <p:cNvPr id="73843" name="Group 111"/>
              <p:cNvGrpSpPr>
                <a:grpSpLocks/>
              </p:cNvGrpSpPr>
              <p:nvPr/>
            </p:nvGrpSpPr>
            <p:grpSpPr bwMode="auto">
              <a:xfrm>
                <a:off x="2112" y="2064"/>
                <a:ext cx="528" cy="192"/>
                <a:chOff x="2208" y="2112"/>
                <a:chExt cx="528" cy="144"/>
              </a:xfrm>
            </p:grpSpPr>
            <p:sp>
              <p:nvSpPr>
                <p:cNvPr id="7384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384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44" name="Group 114"/>
              <p:cNvGrpSpPr>
                <a:grpSpLocks/>
              </p:cNvGrpSpPr>
              <p:nvPr/>
            </p:nvGrpSpPr>
            <p:grpSpPr bwMode="auto">
              <a:xfrm>
                <a:off x="2448" y="2064"/>
                <a:ext cx="144" cy="144"/>
                <a:chOff x="2448" y="2064"/>
                <a:chExt cx="144" cy="144"/>
              </a:xfrm>
            </p:grpSpPr>
            <p:sp>
              <p:nvSpPr>
                <p:cNvPr id="7384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4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3755" name="Group 117"/>
          <p:cNvGrpSpPr>
            <a:grpSpLocks/>
          </p:cNvGrpSpPr>
          <p:nvPr/>
        </p:nvGrpSpPr>
        <p:grpSpPr bwMode="auto">
          <a:xfrm>
            <a:off x="2857500" y="4126707"/>
            <a:ext cx="800100" cy="159544"/>
            <a:chOff x="2496" y="2160"/>
            <a:chExt cx="768" cy="144"/>
          </a:xfrm>
        </p:grpSpPr>
        <p:sp>
          <p:nvSpPr>
            <p:cNvPr id="7383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383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4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756" name="Group 121"/>
          <p:cNvGrpSpPr>
            <a:grpSpLocks/>
          </p:cNvGrpSpPr>
          <p:nvPr/>
        </p:nvGrpSpPr>
        <p:grpSpPr bwMode="auto">
          <a:xfrm>
            <a:off x="3657600" y="4126707"/>
            <a:ext cx="628650" cy="159544"/>
            <a:chOff x="2112" y="2064"/>
            <a:chExt cx="528" cy="192"/>
          </a:xfrm>
        </p:grpSpPr>
        <p:grpSp>
          <p:nvGrpSpPr>
            <p:cNvPr id="73832" name="Group 122"/>
            <p:cNvGrpSpPr>
              <a:grpSpLocks/>
            </p:cNvGrpSpPr>
            <p:nvPr/>
          </p:nvGrpSpPr>
          <p:grpSpPr bwMode="auto">
            <a:xfrm>
              <a:off x="2112" y="2064"/>
              <a:ext cx="528" cy="192"/>
              <a:chOff x="2208" y="2112"/>
              <a:chExt cx="528" cy="144"/>
            </a:xfrm>
          </p:grpSpPr>
          <p:sp>
            <p:nvSpPr>
              <p:cNvPr id="7383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383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33" name="Group 125"/>
            <p:cNvGrpSpPr>
              <a:grpSpLocks/>
            </p:cNvGrpSpPr>
            <p:nvPr/>
          </p:nvGrpSpPr>
          <p:grpSpPr bwMode="auto">
            <a:xfrm>
              <a:off x="2448" y="2064"/>
              <a:ext cx="144" cy="144"/>
              <a:chOff x="2448" y="2064"/>
              <a:chExt cx="144" cy="144"/>
            </a:xfrm>
          </p:grpSpPr>
          <p:sp>
            <p:nvSpPr>
              <p:cNvPr id="7383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3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757" name="Group 128"/>
          <p:cNvGrpSpPr>
            <a:grpSpLocks/>
          </p:cNvGrpSpPr>
          <p:nvPr/>
        </p:nvGrpSpPr>
        <p:grpSpPr bwMode="auto">
          <a:xfrm>
            <a:off x="2857500" y="3040857"/>
            <a:ext cx="2228850" cy="159544"/>
            <a:chOff x="1440" y="2256"/>
            <a:chExt cx="1872" cy="192"/>
          </a:xfrm>
        </p:grpSpPr>
        <p:grpSp>
          <p:nvGrpSpPr>
            <p:cNvPr id="73817" name="Group 129"/>
            <p:cNvGrpSpPr>
              <a:grpSpLocks/>
            </p:cNvGrpSpPr>
            <p:nvPr/>
          </p:nvGrpSpPr>
          <p:grpSpPr bwMode="auto">
            <a:xfrm>
              <a:off x="2784" y="2256"/>
              <a:ext cx="528" cy="192"/>
              <a:chOff x="2112" y="2064"/>
              <a:chExt cx="528" cy="192"/>
            </a:xfrm>
          </p:grpSpPr>
          <p:grpSp>
            <p:nvGrpSpPr>
              <p:cNvPr id="73826" name="Group 130"/>
              <p:cNvGrpSpPr>
                <a:grpSpLocks/>
              </p:cNvGrpSpPr>
              <p:nvPr/>
            </p:nvGrpSpPr>
            <p:grpSpPr bwMode="auto">
              <a:xfrm>
                <a:off x="2112" y="2064"/>
                <a:ext cx="528" cy="192"/>
                <a:chOff x="2208" y="2112"/>
                <a:chExt cx="528" cy="144"/>
              </a:xfrm>
            </p:grpSpPr>
            <p:sp>
              <p:nvSpPr>
                <p:cNvPr id="7383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383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27" name="Group 133"/>
              <p:cNvGrpSpPr>
                <a:grpSpLocks/>
              </p:cNvGrpSpPr>
              <p:nvPr/>
            </p:nvGrpSpPr>
            <p:grpSpPr bwMode="auto">
              <a:xfrm>
                <a:off x="2448" y="2064"/>
                <a:ext cx="144" cy="144"/>
                <a:chOff x="2448" y="2064"/>
                <a:chExt cx="144" cy="144"/>
              </a:xfrm>
            </p:grpSpPr>
            <p:sp>
              <p:nvSpPr>
                <p:cNvPr id="7382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2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818" name="Group 136"/>
            <p:cNvGrpSpPr>
              <a:grpSpLocks/>
            </p:cNvGrpSpPr>
            <p:nvPr/>
          </p:nvGrpSpPr>
          <p:grpSpPr bwMode="auto">
            <a:xfrm>
              <a:off x="1440" y="2256"/>
              <a:ext cx="672" cy="192"/>
              <a:chOff x="2496" y="2160"/>
              <a:chExt cx="768" cy="144"/>
            </a:xfrm>
          </p:grpSpPr>
          <p:sp>
            <p:nvSpPr>
              <p:cNvPr id="7382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382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2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19" name="Group 140"/>
            <p:cNvGrpSpPr>
              <a:grpSpLocks/>
            </p:cNvGrpSpPr>
            <p:nvPr/>
          </p:nvGrpSpPr>
          <p:grpSpPr bwMode="auto">
            <a:xfrm>
              <a:off x="2112" y="2256"/>
              <a:ext cx="672" cy="192"/>
              <a:chOff x="2496" y="2160"/>
              <a:chExt cx="768" cy="144"/>
            </a:xfrm>
          </p:grpSpPr>
          <p:sp>
            <p:nvSpPr>
              <p:cNvPr id="7382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382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2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758" name="Group 144"/>
          <p:cNvGrpSpPr>
            <a:grpSpLocks/>
          </p:cNvGrpSpPr>
          <p:nvPr/>
        </p:nvGrpSpPr>
        <p:grpSpPr bwMode="auto">
          <a:xfrm>
            <a:off x="3657600" y="4400550"/>
            <a:ext cx="2228850" cy="171450"/>
            <a:chOff x="1440" y="2256"/>
            <a:chExt cx="1872" cy="192"/>
          </a:xfrm>
        </p:grpSpPr>
        <p:grpSp>
          <p:nvGrpSpPr>
            <p:cNvPr id="73802" name="Group 145"/>
            <p:cNvGrpSpPr>
              <a:grpSpLocks/>
            </p:cNvGrpSpPr>
            <p:nvPr/>
          </p:nvGrpSpPr>
          <p:grpSpPr bwMode="auto">
            <a:xfrm>
              <a:off x="2784" y="2256"/>
              <a:ext cx="528" cy="192"/>
              <a:chOff x="2112" y="2064"/>
              <a:chExt cx="528" cy="192"/>
            </a:xfrm>
          </p:grpSpPr>
          <p:grpSp>
            <p:nvGrpSpPr>
              <p:cNvPr id="73811" name="Group 146"/>
              <p:cNvGrpSpPr>
                <a:grpSpLocks/>
              </p:cNvGrpSpPr>
              <p:nvPr/>
            </p:nvGrpSpPr>
            <p:grpSpPr bwMode="auto">
              <a:xfrm>
                <a:off x="2112" y="2064"/>
                <a:ext cx="528" cy="192"/>
                <a:chOff x="2208" y="2112"/>
                <a:chExt cx="528" cy="144"/>
              </a:xfrm>
            </p:grpSpPr>
            <p:sp>
              <p:nvSpPr>
                <p:cNvPr id="7381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381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3812" name="Group 149"/>
              <p:cNvGrpSpPr>
                <a:grpSpLocks/>
              </p:cNvGrpSpPr>
              <p:nvPr/>
            </p:nvGrpSpPr>
            <p:grpSpPr bwMode="auto">
              <a:xfrm>
                <a:off x="2448" y="2064"/>
                <a:ext cx="144" cy="144"/>
                <a:chOff x="2448" y="2064"/>
                <a:chExt cx="144" cy="144"/>
              </a:xfrm>
            </p:grpSpPr>
            <p:sp>
              <p:nvSpPr>
                <p:cNvPr id="7381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81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803" name="Group 152"/>
            <p:cNvGrpSpPr>
              <a:grpSpLocks/>
            </p:cNvGrpSpPr>
            <p:nvPr/>
          </p:nvGrpSpPr>
          <p:grpSpPr bwMode="auto">
            <a:xfrm>
              <a:off x="1440" y="2256"/>
              <a:ext cx="672" cy="192"/>
              <a:chOff x="2496" y="2160"/>
              <a:chExt cx="768" cy="144"/>
            </a:xfrm>
          </p:grpSpPr>
          <p:sp>
            <p:nvSpPr>
              <p:cNvPr id="7380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380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1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3804" name="Group 156"/>
            <p:cNvGrpSpPr>
              <a:grpSpLocks/>
            </p:cNvGrpSpPr>
            <p:nvPr/>
          </p:nvGrpSpPr>
          <p:grpSpPr bwMode="auto">
            <a:xfrm>
              <a:off x="2112" y="2256"/>
              <a:ext cx="672" cy="192"/>
              <a:chOff x="2496" y="2160"/>
              <a:chExt cx="768" cy="144"/>
            </a:xfrm>
          </p:grpSpPr>
          <p:sp>
            <p:nvSpPr>
              <p:cNvPr id="7380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380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0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3759" name="Group 160"/>
          <p:cNvGrpSpPr>
            <a:grpSpLocks/>
          </p:cNvGrpSpPr>
          <p:nvPr/>
        </p:nvGrpSpPr>
        <p:grpSpPr bwMode="auto">
          <a:xfrm>
            <a:off x="2857500" y="4400550"/>
            <a:ext cx="800100" cy="171450"/>
            <a:chOff x="2496" y="2160"/>
            <a:chExt cx="768" cy="144"/>
          </a:xfrm>
        </p:grpSpPr>
        <p:sp>
          <p:nvSpPr>
            <p:cNvPr id="7379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380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80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3760"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376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376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763"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376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6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3766"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767"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3768"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69"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3770"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771"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73772"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73"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3774" name="AutoShape 178"/>
          <p:cNvSpPr>
            <a:spLocks noChangeArrowheads="1"/>
          </p:cNvSpPr>
          <p:nvPr/>
        </p:nvSpPr>
        <p:spPr bwMode="auto">
          <a:xfrm>
            <a:off x="548640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3775"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3776" name="Text Box 180"/>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3777" name="Text Box 181"/>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3778" name="Text Box 182"/>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3779" name="Group 186"/>
          <p:cNvGrpSpPr>
            <a:grpSpLocks/>
          </p:cNvGrpSpPr>
          <p:nvPr/>
        </p:nvGrpSpPr>
        <p:grpSpPr bwMode="auto">
          <a:xfrm>
            <a:off x="6053138" y="342900"/>
            <a:ext cx="1943100" cy="1943100"/>
            <a:chOff x="2784" y="96"/>
            <a:chExt cx="1632" cy="1680"/>
          </a:xfrm>
        </p:grpSpPr>
        <p:sp>
          <p:nvSpPr>
            <p:cNvPr id="73781" name="Oval 18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3782" name="Oval 18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3783" name="Oval 18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3784" name="Oval 19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3785" name="Oval 19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3786" name="Oval 19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3787" name="Oval 19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3788" name="Line 19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89" name="Line 19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0" name="Line 19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1" name="Line 19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2" name="Line 19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3" name="Line 19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4" name="Oval 20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3795" name="Line 20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6" name="Line 20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7" name="Line 20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3798" name="Line 20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224543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7ECC086-E33F-EFE4-D5A9-399534E07F3A}"/>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7ECC086-E33F-EFE4-D5A9-399534E07F3A}"/>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4754" name="Group 21"/>
          <p:cNvGrpSpPr>
            <a:grpSpLocks/>
          </p:cNvGrpSpPr>
          <p:nvPr/>
        </p:nvGrpSpPr>
        <p:grpSpPr bwMode="auto">
          <a:xfrm>
            <a:off x="1524001" y="2520554"/>
            <a:ext cx="1079897" cy="258365"/>
            <a:chOff x="288" y="2016"/>
            <a:chExt cx="816" cy="192"/>
          </a:xfrm>
        </p:grpSpPr>
        <p:sp>
          <p:nvSpPr>
            <p:cNvPr id="7493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493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475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475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4757" name="Group 26"/>
          <p:cNvGrpSpPr>
            <a:grpSpLocks/>
          </p:cNvGrpSpPr>
          <p:nvPr/>
        </p:nvGrpSpPr>
        <p:grpSpPr bwMode="auto">
          <a:xfrm>
            <a:off x="1524001" y="3036094"/>
            <a:ext cx="1079897" cy="258366"/>
            <a:chOff x="288" y="2016"/>
            <a:chExt cx="816" cy="192"/>
          </a:xfrm>
        </p:grpSpPr>
        <p:sp>
          <p:nvSpPr>
            <p:cNvPr id="7493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493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758" name="Group 29"/>
          <p:cNvGrpSpPr>
            <a:grpSpLocks/>
          </p:cNvGrpSpPr>
          <p:nvPr/>
        </p:nvGrpSpPr>
        <p:grpSpPr bwMode="auto">
          <a:xfrm>
            <a:off x="1524001" y="3294460"/>
            <a:ext cx="1079897" cy="258365"/>
            <a:chOff x="288" y="2016"/>
            <a:chExt cx="816" cy="192"/>
          </a:xfrm>
        </p:grpSpPr>
        <p:sp>
          <p:nvSpPr>
            <p:cNvPr id="7493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493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759" name="Group 32"/>
          <p:cNvGrpSpPr>
            <a:grpSpLocks/>
          </p:cNvGrpSpPr>
          <p:nvPr/>
        </p:nvGrpSpPr>
        <p:grpSpPr bwMode="auto">
          <a:xfrm>
            <a:off x="1524001" y="3552825"/>
            <a:ext cx="1079897" cy="257175"/>
            <a:chOff x="288" y="2016"/>
            <a:chExt cx="816" cy="192"/>
          </a:xfrm>
        </p:grpSpPr>
        <p:sp>
          <p:nvSpPr>
            <p:cNvPr id="7492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492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760" name="Group 35"/>
          <p:cNvGrpSpPr>
            <a:grpSpLocks/>
          </p:cNvGrpSpPr>
          <p:nvPr/>
        </p:nvGrpSpPr>
        <p:grpSpPr bwMode="auto">
          <a:xfrm>
            <a:off x="1524001" y="3810000"/>
            <a:ext cx="1079897" cy="258366"/>
            <a:chOff x="288" y="2016"/>
            <a:chExt cx="816" cy="192"/>
          </a:xfrm>
        </p:grpSpPr>
        <p:sp>
          <p:nvSpPr>
            <p:cNvPr id="7492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492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761" name="Group 38"/>
          <p:cNvGrpSpPr>
            <a:grpSpLocks/>
          </p:cNvGrpSpPr>
          <p:nvPr/>
        </p:nvGrpSpPr>
        <p:grpSpPr bwMode="auto">
          <a:xfrm>
            <a:off x="1524001" y="4325542"/>
            <a:ext cx="1079897" cy="258365"/>
            <a:chOff x="288" y="2016"/>
            <a:chExt cx="816" cy="192"/>
          </a:xfrm>
        </p:grpSpPr>
        <p:sp>
          <p:nvSpPr>
            <p:cNvPr id="7492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492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762" name="Group 41"/>
          <p:cNvGrpSpPr>
            <a:grpSpLocks/>
          </p:cNvGrpSpPr>
          <p:nvPr/>
        </p:nvGrpSpPr>
        <p:grpSpPr bwMode="auto">
          <a:xfrm>
            <a:off x="1524001" y="4068366"/>
            <a:ext cx="1079897" cy="257175"/>
            <a:chOff x="288" y="2016"/>
            <a:chExt cx="816" cy="192"/>
          </a:xfrm>
        </p:grpSpPr>
        <p:sp>
          <p:nvSpPr>
            <p:cNvPr id="7492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492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476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476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6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6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6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6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7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7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7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4773" name="Group 54"/>
          <p:cNvGrpSpPr>
            <a:grpSpLocks/>
          </p:cNvGrpSpPr>
          <p:nvPr/>
        </p:nvGrpSpPr>
        <p:grpSpPr bwMode="auto">
          <a:xfrm>
            <a:off x="2857500" y="3612357"/>
            <a:ext cx="1428750" cy="159544"/>
            <a:chOff x="1440" y="2064"/>
            <a:chExt cx="1200" cy="192"/>
          </a:xfrm>
        </p:grpSpPr>
        <p:grpSp>
          <p:nvGrpSpPr>
            <p:cNvPr id="74911" name="Group 55"/>
            <p:cNvGrpSpPr>
              <a:grpSpLocks/>
            </p:cNvGrpSpPr>
            <p:nvPr/>
          </p:nvGrpSpPr>
          <p:grpSpPr bwMode="auto">
            <a:xfrm>
              <a:off x="1440" y="2064"/>
              <a:ext cx="672" cy="192"/>
              <a:chOff x="2496" y="2160"/>
              <a:chExt cx="768" cy="144"/>
            </a:xfrm>
          </p:grpSpPr>
          <p:sp>
            <p:nvSpPr>
              <p:cNvPr id="7491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492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92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912" name="Group 59"/>
            <p:cNvGrpSpPr>
              <a:grpSpLocks/>
            </p:cNvGrpSpPr>
            <p:nvPr/>
          </p:nvGrpSpPr>
          <p:grpSpPr bwMode="auto">
            <a:xfrm>
              <a:off x="2112" y="2064"/>
              <a:ext cx="528" cy="192"/>
              <a:chOff x="2112" y="2064"/>
              <a:chExt cx="528" cy="192"/>
            </a:xfrm>
          </p:grpSpPr>
          <p:grpSp>
            <p:nvGrpSpPr>
              <p:cNvPr id="74913" name="Group 60"/>
              <p:cNvGrpSpPr>
                <a:grpSpLocks/>
              </p:cNvGrpSpPr>
              <p:nvPr/>
            </p:nvGrpSpPr>
            <p:grpSpPr bwMode="auto">
              <a:xfrm>
                <a:off x="2112" y="2064"/>
                <a:ext cx="528" cy="192"/>
                <a:chOff x="2208" y="2112"/>
                <a:chExt cx="528" cy="144"/>
              </a:xfrm>
            </p:grpSpPr>
            <p:sp>
              <p:nvSpPr>
                <p:cNvPr id="7491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491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914" name="Group 63"/>
              <p:cNvGrpSpPr>
                <a:grpSpLocks/>
              </p:cNvGrpSpPr>
              <p:nvPr/>
            </p:nvGrpSpPr>
            <p:grpSpPr bwMode="auto">
              <a:xfrm>
                <a:off x="2448" y="2064"/>
                <a:ext cx="144" cy="144"/>
                <a:chOff x="2448" y="2064"/>
                <a:chExt cx="144" cy="144"/>
              </a:xfrm>
            </p:grpSpPr>
            <p:sp>
              <p:nvSpPr>
                <p:cNvPr id="7491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91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4774" name="Group 66"/>
          <p:cNvGrpSpPr>
            <a:grpSpLocks/>
          </p:cNvGrpSpPr>
          <p:nvPr/>
        </p:nvGrpSpPr>
        <p:grpSpPr bwMode="auto">
          <a:xfrm>
            <a:off x="2857500" y="2800350"/>
            <a:ext cx="2228850" cy="171450"/>
            <a:chOff x="1440" y="2256"/>
            <a:chExt cx="1872" cy="192"/>
          </a:xfrm>
        </p:grpSpPr>
        <p:grpSp>
          <p:nvGrpSpPr>
            <p:cNvPr id="74896" name="Group 67"/>
            <p:cNvGrpSpPr>
              <a:grpSpLocks/>
            </p:cNvGrpSpPr>
            <p:nvPr/>
          </p:nvGrpSpPr>
          <p:grpSpPr bwMode="auto">
            <a:xfrm>
              <a:off x="2784" y="2256"/>
              <a:ext cx="528" cy="192"/>
              <a:chOff x="2112" y="2064"/>
              <a:chExt cx="528" cy="192"/>
            </a:xfrm>
          </p:grpSpPr>
          <p:grpSp>
            <p:nvGrpSpPr>
              <p:cNvPr id="74905" name="Group 68"/>
              <p:cNvGrpSpPr>
                <a:grpSpLocks/>
              </p:cNvGrpSpPr>
              <p:nvPr/>
            </p:nvGrpSpPr>
            <p:grpSpPr bwMode="auto">
              <a:xfrm>
                <a:off x="2112" y="2064"/>
                <a:ext cx="528" cy="192"/>
                <a:chOff x="2208" y="2112"/>
                <a:chExt cx="528" cy="144"/>
              </a:xfrm>
            </p:grpSpPr>
            <p:sp>
              <p:nvSpPr>
                <p:cNvPr id="7490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491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906" name="Group 71"/>
              <p:cNvGrpSpPr>
                <a:grpSpLocks/>
              </p:cNvGrpSpPr>
              <p:nvPr/>
            </p:nvGrpSpPr>
            <p:grpSpPr bwMode="auto">
              <a:xfrm>
                <a:off x="2448" y="2064"/>
                <a:ext cx="144" cy="144"/>
                <a:chOff x="2448" y="2064"/>
                <a:chExt cx="144" cy="144"/>
              </a:xfrm>
            </p:grpSpPr>
            <p:sp>
              <p:nvSpPr>
                <p:cNvPr id="7490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90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897" name="Group 74"/>
            <p:cNvGrpSpPr>
              <a:grpSpLocks/>
            </p:cNvGrpSpPr>
            <p:nvPr/>
          </p:nvGrpSpPr>
          <p:grpSpPr bwMode="auto">
            <a:xfrm>
              <a:off x="1440" y="2256"/>
              <a:ext cx="672" cy="192"/>
              <a:chOff x="2496" y="2160"/>
              <a:chExt cx="768" cy="144"/>
            </a:xfrm>
          </p:grpSpPr>
          <p:sp>
            <p:nvSpPr>
              <p:cNvPr id="7490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490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90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898" name="Group 78"/>
            <p:cNvGrpSpPr>
              <a:grpSpLocks/>
            </p:cNvGrpSpPr>
            <p:nvPr/>
          </p:nvGrpSpPr>
          <p:grpSpPr bwMode="auto">
            <a:xfrm>
              <a:off x="2112" y="2256"/>
              <a:ext cx="672" cy="192"/>
              <a:chOff x="2496" y="2160"/>
              <a:chExt cx="768" cy="144"/>
            </a:xfrm>
          </p:grpSpPr>
          <p:sp>
            <p:nvSpPr>
              <p:cNvPr id="7489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490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90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775" name="Group 82"/>
          <p:cNvGrpSpPr>
            <a:grpSpLocks/>
          </p:cNvGrpSpPr>
          <p:nvPr/>
        </p:nvGrpSpPr>
        <p:grpSpPr bwMode="auto">
          <a:xfrm>
            <a:off x="2857500" y="3326607"/>
            <a:ext cx="800100" cy="159544"/>
            <a:chOff x="2496" y="2160"/>
            <a:chExt cx="768" cy="144"/>
          </a:xfrm>
        </p:grpSpPr>
        <p:sp>
          <p:nvSpPr>
            <p:cNvPr id="7489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489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9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776" name="Group 86"/>
          <p:cNvGrpSpPr>
            <a:grpSpLocks/>
          </p:cNvGrpSpPr>
          <p:nvPr/>
        </p:nvGrpSpPr>
        <p:grpSpPr bwMode="auto">
          <a:xfrm>
            <a:off x="3657600" y="3326607"/>
            <a:ext cx="628650" cy="159544"/>
            <a:chOff x="2112" y="2064"/>
            <a:chExt cx="528" cy="192"/>
          </a:xfrm>
        </p:grpSpPr>
        <p:grpSp>
          <p:nvGrpSpPr>
            <p:cNvPr id="74887" name="Group 87"/>
            <p:cNvGrpSpPr>
              <a:grpSpLocks/>
            </p:cNvGrpSpPr>
            <p:nvPr/>
          </p:nvGrpSpPr>
          <p:grpSpPr bwMode="auto">
            <a:xfrm>
              <a:off x="2112" y="2064"/>
              <a:ext cx="528" cy="192"/>
              <a:chOff x="2208" y="2112"/>
              <a:chExt cx="528" cy="144"/>
            </a:xfrm>
          </p:grpSpPr>
          <p:sp>
            <p:nvSpPr>
              <p:cNvPr id="7489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489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88" name="Group 90"/>
            <p:cNvGrpSpPr>
              <a:grpSpLocks/>
            </p:cNvGrpSpPr>
            <p:nvPr/>
          </p:nvGrpSpPr>
          <p:grpSpPr bwMode="auto">
            <a:xfrm>
              <a:off x="2448" y="2064"/>
              <a:ext cx="144" cy="144"/>
              <a:chOff x="2448" y="2064"/>
              <a:chExt cx="144" cy="144"/>
            </a:xfrm>
          </p:grpSpPr>
          <p:sp>
            <p:nvSpPr>
              <p:cNvPr id="7488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9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777" name="Group 93"/>
          <p:cNvGrpSpPr>
            <a:grpSpLocks/>
          </p:cNvGrpSpPr>
          <p:nvPr/>
        </p:nvGrpSpPr>
        <p:grpSpPr bwMode="auto">
          <a:xfrm>
            <a:off x="2857500" y="2571750"/>
            <a:ext cx="1428750" cy="171450"/>
            <a:chOff x="1440" y="2064"/>
            <a:chExt cx="1200" cy="192"/>
          </a:xfrm>
        </p:grpSpPr>
        <p:grpSp>
          <p:nvGrpSpPr>
            <p:cNvPr id="74876" name="Group 94"/>
            <p:cNvGrpSpPr>
              <a:grpSpLocks/>
            </p:cNvGrpSpPr>
            <p:nvPr/>
          </p:nvGrpSpPr>
          <p:grpSpPr bwMode="auto">
            <a:xfrm>
              <a:off x="1440" y="2064"/>
              <a:ext cx="672" cy="192"/>
              <a:chOff x="2496" y="2160"/>
              <a:chExt cx="768" cy="144"/>
            </a:xfrm>
          </p:grpSpPr>
          <p:sp>
            <p:nvSpPr>
              <p:cNvPr id="7488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488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8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877" name="Group 98"/>
            <p:cNvGrpSpPr>
              <a:grpSpLocks/>
            </p:cNvGrpSpPr>
            <p:nvPr/>
          </p:nvGrpSpPr>
          <p:grpSpPr bwMode="auto">
            <a:xfrm>
              <a:off x="2112" y="2064"/>
              <a:ext cx="528" cy="192"/>
              <a:chOff x="2112" y="2064"/>
              <a:chExt cx="528" cy="192"/>
            </a:xfrm>
          </p:grpSpPr>
          <p:grpSp>
            <p:nvGrpSpPr>
              <p:cNvPr id="74878" name="Group 99"/>
              <p:cNvGrpSpPr>
                <a:grpSpLocks/>
              </p:cNvGrpSpPr>
              <p:nvPr/>
            </p:nvGrpSpPr>
            <p:grpSpPr bwMode="auto">
              <a:xfrm>
                <a:off x="2112" y="2064"/>
                <a:ext cx="528" cy="192"/>
                <a:chOff x="2208" y="2112"/>
                <a:chExt cx="528" cy="144"/>
              </a:xfrm>
            </p:grpSpPr>
            <p:sp>
              <p:nvSpPr>
                <p:cNvPr id="7488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488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79" name="Group 102"/>
              <p:cNvGrpSpPr>
                <a:grpSpLocks/>
              </p:cNvGrpSpPr>
              <p:nvPr/>
            </p:nvGrpSpPr>
            <p:grpSpPr bwMode="auto">
              <a:xfrm>
                <a:off x="2448" y="2064"/>
                <a:ext cx="144" cy="144"/>
                <a:chOff x="2448" y="2064"/>
                <a:chExt cx="144" cy="144"/>
              </a:xfrm>
            </p:grpSpPr>
            <p:sp>
              <p:nvSpPr>
                <p:cNvPr id="7488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8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4778" name="Group 105"/>
          <p:cNvGrpSpPr>
            <a:grpSpLocks/>
          </p:cNvGrpSpPr>
          <p:nvPr/>
        </p:nvGrpSpPr>
        <p:grpSpPr bwMode="auto">
          <a:xfrm>
            <a:off x="2857500" y="3886200"/>
            <a:ext cx="1428750" cy="171450"/>
            <a:chOff x="1440" y="2064"/>
            <a:chExt cx="1200" cy="192"/>
          </a:xfrm>
        </p:grpSpPr>
        <p:grpSp>
          <p:nvGrpSpPr>
            <p:cNvPr id="74865" name="Group 106"/>
            <p:cNvGrpSpPr>
              <a:grpSpLocks/>
            </p:cNvGrpSpPr>
            <p:nvPr/>
          </p:nvGrpSpPr>
          <p:grpSpPr bwMode="auto">
            <a:xfrm>
              <a:off x="1440" y="2064"/>
              <a:ext cx="672" cy="192"/>
              <a:chOff x="2496" y="2160"/>
              <a:chExt cx="768" cy="144"/>
            </a:xfrm>
          </p:grpSpPr>
          <p:sp>
            <p:nvSpPr>
              <p:cNvPr id="7487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487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7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866" name="Group 110"/>
            <p:cNvGrpSpPr>
              <a:grpSpLocks/>
            </p:cNvGrpSpPr>
            <p:nvPr/>
          </p:nvGrpSpPr>
          <p:grpSpPr bwMode="auto">
            <a:xfrm>
              <a:off x="2112" y="2064"/>
              <a:ext cx="528" cy="192"/>
              <a:chOff x="2112" y="2064"/>
              <a:chExt cx="528" cy="192"/>
            </a:xfrm>
          </p:grpSpPr>
          <p:grpSp>
            <p:nvGrpSpPr>
              <p:cNvPr id="74867" name="Group 111"/>
              <p:cNvGrpSpPr>
                <a:grpSpLocks/>
              </p:cNvGrpSpPr>
              <p:nvPr/>
            </p:nvGrpSpPr>
            <p:grpSpPr bwMode="auto">
              <a:xfrm>
                <a:off x="2112" y="2064"/>
                <a:ext cx="528" cy="192"/>
                <a:chOff x="2208" y="2112"/>
                <a:chExt cx="528" cy="144"/>
              </a:xfrm>
            </p:grpSpPr>
            <p:sp>
              <p:nvSpPr>
                <p:cNvPr id="7487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487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68" name="Group 114"/>
              <p:cNvGrpSpPr>
                <a:grpSpLocks/>
              </p:cNvGrpSpPr>
              <p:nvPr/>
            </p:nvGrpSpPr>
            <p:grpSpPr bwMode="auto">
              <a:xfrm>
                <a:off x="2448" y="2064"/>
                <a:ext cx="144" cy="144"/>
                <a:chOff x="2448" y="2064"/>
                <a:chExt cx="144" cy="144"/>
              </a:xfrm>
            </p:grpSpPr>
            <p:sp>
              <p:nvSpPr>
                <p:cNvPr id="7486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7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4779" name="Group 117"/>
          <p:cNvGrpSpPr>
            <a:grpSpLocks/>
          </p:cNvGrpSpPr>
          <p:nvPr/>
        </p:nvGrpSpPr>
        <p:grpSpPr bwMode="auto">
          <a:xfrm>
            <a:off x="2857500" y="4126707"/>
            <a:ext cx="800100" cy="159544"/>
            <a:chOff x="2496" y="2160"/>
            <a:chExt cx="768" cy="144"/>
          </a:xfrm>
        </p:grpSpPr>
        <p:sp>
          <p:nvSpPr>
            <p:cNvPr id="7486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486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6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780" name="Group 121"/>
          <p:cNvGrpSpPr>
            <a:grpSpLocks/>
          </p:cNvGrpSpPr>
          <p:nvPr/>
        </p:nvGrpSpPr>
        <p:grpSpPr bwMode="auto">
          <a:xfrm>
            <a:off x="3657600" y="4126707"/>
            <a:ext cx="628650" cy="159544"/>
            <a:chOff x="2112" y="2064"/>
            <a:chExt cx="528" cy="192"/>
          </a:xfrm>
        </p:grpSpPr>
        <p:grpSp>
          <p:nvGrpSpPr>
            <p:cNvPr id="74856" name="Group 122"/>
            <p:cNvGrpSpPr>
              <a:grpSpLocks/>
            </p:cNvGrpSpPr>
            <p:nvPr/>
          </p:nvGrpSpPr>
          <p:grpSpPr bwMode="auto">
            <a:xfrm>
              <a:off x="2112" y="2064"/>
              <a:ext cx="528" cy="192"/>
              <a:chOff x="2208" y="2112"/>
              <a:chExt cx="528" cy="144"/>
            </a:xfrm>
          </p:grpSpPr>
          <p:sp>
            <p:nvSpPr>
              <p:cNvPr id="7486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486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57" name="Group 125"/>
            <p:cNvGrpSpPr>
              <a:grpSpLocks/>
            </p:cNvGrpSpPr>
            <p:nvPr/>
          </p:nvGrpSpPr>
          <p:grpSpPr bwMode="auto">
            <a:xfrm>
              <a:off x="2448" y="2064"/>
              <a:ext cx="144" cy="144"/>
              <a:chOff x="2448" y="2064"/>
              <a:chExt cx="144" cy="144"/>
            </a:xfrm>
          </p:grpSpPr>
          <p:sp>
            <p:nvSpPr>
              <p:cNvPr id="7485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5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781" name="Group 128"/>
          <p:cNvGrpSpPr>
            <a:grpSpLocks/>
          </p:cNvGrpSpPr>
          <p:nvPr/>
        </p:nvGrpSpPr>
        <p:grpSpPr bwMode="auto">
          <a:xfrm>
            <a:off x="2857500" y="3040857"/>
            <a:ext cx="2228850" cy="159544"/>
            <a:chOff x="1440" y="2256"/>
            <a:chExt cx="1872" cy="192"/>
          </a:xfrm>
        </p:grpSpPr>
        <p:grpSp>
          <p:nvGrpSpPr>
            <p:cNvPr id="74841" name="Group 129"/>
            <p:cNvGrpSpPr>
              <a:grpSpLocks/>
            </p:cNvGrpSpPr>
            <p:nvPr/>
          </p:nvGrpSpPr>
          <p:grpSpPr bwMode="auto">
            <a:xfrm>
              <a:off x="2784" y="2256"/>
              <a:ext cx="528" cy="192"/>
              <a:chOff x="2112" y="2064"/>
              <a:chExt cx="528" cy="192"/>
            </a:xfrm>
          </p:grpSpPr>
          <p:grpSp>
            <p:nvGrpSpPr>
              <p:cNvPr id="74850" name="Group 130"/>
              <p:cNvGrpSpPr>
                <a:grpSpLocks/>
              </p:cNvGrpSpPr>
              <p:nvPr/>
            </p:nvGrpSpPr>
            <p:grpSpPr bwMode="auto">
              <a:xfrm>
                <a:off x="2112" y="2064"/>
                <a:ext cx="528" cy="192"/>
                <a:chOff x="2208" y="2112"/>
                <a:chExt cx="528" cy="144"/>
              </a:xfrm>
            </p:grpSpPr>
            <p:sp>
              <p:nvSpPr>
                <p:cNvPr id="7485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485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51" name="Group 133"/>
              <p:cNvGrpSpPr>
                <a:grpSpLocks/>
              </p:cNvGrpSpPr>
              <p:nvPr/>
            </p:nvGrpSpPr>
            <p:grpSpPr bwMode="auto">
              <a:xfrm>
                <a:off x="2448" y="2064"/>
                <a:ext cx="144" cy="144"/>
                <a:chOff x="2448" y="2064"/>
                <a:chExt cx="144" cy="144"/>
              </a:xfrm>
            </p:grpSpPr>
            <p:sp>
              <p:nvSpPr>
                <p:cNvPr id="7485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5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842" name="Group 136"/>
            <p:cNvGrpSpPr>
              <a:grpSpLocks/>
            </p:cNvGrpSpPr>
            <p:nvPr/>
          </p:nvGrpSpPr>
          <p:grpSpPr bwMode="auto">
            <a:xfrm>
              <a:off x="1440" y="2256"/>
              <a:ext cx="672" cy="192"/>
              <a:chOff x="2496" y="2160"/>
              <a:chExt cx="768" cy="144"/>
            </a:xfrm>
          </p:grpSpPr>
          <p:sp>
            <p:nvSpPr>
              <p:cNvPr id="7484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484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4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843" name="Group 140"/>
            <p:cNvGrpSpPr>
              <a:grpSpLocks/>
            </p:cNvGrpSpPr>
            <p:nvPr/>
          </p:nvGrpSpPr>
          <p:grpSpPr bwMode="auto">
            <a:xfrm>
              <a:off x="2112" y="2256"/>
              <a:ext cx="672" cy="192"/>
              <a:chOff x="2496" y="2160"/>
              <a:chExt cx="768" cy="144"/>
            </a:xfrm>
          </p:grpSpPr>
          <p:sp>
            <p:nvSpPr>
              <p:cNvPr id="7484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484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4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782" name="Group 144"/>
          <p:cNvGrpSpPr>
            <a:grpSpLocks/>
          </p:cNvGrpSpPr>
          <p:nvPr/>
        </p:nvGrpSpPr>
        <p:grpSpPr bwMode="auto">
          <a:xfrm>
            <a:off x="3657600" y="4400550"/>
            <a:ext cx="2228850" cy="171450"/>
            <a:chOff x="1440" y="2256"/>
            <a:chExt cx="1872" cy="192"/>
          </a:xfrm>
        </p:grpSpPr>
        <p:grpSp>
          <p:nvGrpSpPr>
            <p:cNvPr id="74826" name="Group 145"/>
            <p:cNvGrpSpPr>
              <a:grpSpLocks/>
            </p:cNvGrpSpPr>
            <p:nvPr/>
          </p:nvGrpSpPr>
          <p:grpSpPr bwMode="auto">
            <a:xfrm>
              <a:off x="2784" y="2256"/>
              <a:ext cx="528" cy="192"/>
              <a:chOff x="2112" y="2064"/>
              <a:chExt cx="528" cy="192"/>
            </a:xfrm>
          </p:grpSpPr>
          <p:grpSp>
            <p:nvGrpSpPr>
              <p:cNvPr id="74835" name="Group 146"/>
              <p:cNvGrpSpPr>
                <a:grpSpLocks/>
              </p:cNvGrpSpPr>
              <p:nvPr/>
            </p:nvGrpSpPr>
            <p:grpSpPr bwMode="auto">
              <a:xfrm>
                <a:off x="2112" y="2064"/>
                <a:ext cx="528" cy="192"/>
                <a:chOff x="2208" y="2112"/>
                <a:chExt cx="528" cy="144"/>
              </a:xfrm>
            </p:grpSpPr>
            <p:sp>
              <p:nvSpPr>
                <p:cNvPr id="7483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484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4836" name="Group 149"/>
              <p:cNvGrpSpPr>
                <a:grpSpLocks/>
              </p:cNvGrpSpPr>
              <p:nvPr/>
            </p:nvGrpSpPr>
            <p:grpSpPr bwMode="auto">
              <a:xfrm>
                <a:off x="2448" y="2064"/>
                <a:ext cx="144" cy="144"/>
                <a:chOff x="2448" y="2064"/>
                <a:chExt cx="144" cy="144"/>
              </a:xfrm>
            </p:grpSpPr>
            <p:sp>
              <p:nvSpPr>
                <p:cNvPr id="7483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3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827" name="Group 152"/>
            <p:cNvGrpSpPr>
              <a:grpSpLocks/>
            </p:cNvGrpSpPr>
            <p:nvPr/>
          </p:nvGrpSpPr>
          <p:grpSpPr bwMode="auto">
            <a:xfrm>
              <a:off x="1440" y="2256"/>
              <a:ext cx="672" cy="192"/>
              <a:chOff x="2496" y="2160"/>
              <a:chExt cx="768" cy="144"/>
            </a:xfrm>
          </p:grpSpPr>
          <p:sp>
            <p:nvSpPr>
              <p:cNvPr id="7483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483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3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4828" name="Group 156"/>
            <p:cNvGrpSpPr>
              <a:grpSpLocks/>
            </p:cNvGrpSpPr>
            <p:nvPr/>
          </p:nvGrpSpPr>
          <p:grpSpPr bwMode="auto">
            <a:xfrm>
              <a:off x="2112" y="2256"/>
              <a:ext cx="672" cy="192"/>
              <a:chOff x="2496" y="2160"/>
              <a:chExt cx="768" cy="144"/>
            </a:xfrm>
          </p:grpSpPr>
          <p:sp>
            <p:nvSpPr>
              <p:cNvPr id="7482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483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3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4783" name="Group 160"/>
          <p:cNvGrpSpPr>
            <a:grpSpLocks/>
          </p:cNvGrpSpPr>
          <p:nvPr/>
        </p:nvGrpSpPr>
        <p:grpSpPr bwMode="auto">
          <a:xfrm>
            <a:off x="2857500" y="4400550"/>
            <a:ext cx="800100" cy="171450"/>
            <a:chOff x="2496" y="2160"/>
            <a:chExt cx="768" cy="144"/>
          </a:xfrm>
        </p:grpSpPr>
        <p:sp>
          <p:nvSpPr>
            <p:cNvPr id="7482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482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82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4784"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478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478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787"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4788"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89"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4790"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791"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4792"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93"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4794"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795" name="Rectangle 175"/>
          <p:cNvSpPr>
            <a:spLocks noChangeArrowheads="1"/>
          </p:cNvSpPr>
          <p:nvPr/>
        </p:nvSpPr>
        <p:spPr bwMode="auto">
          <a:xfrm>
            <a:off x="6057900" y="37719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DFS(8)</a:t>
            </a:r>
            <a:endParaRPr lang="zh-CN" altLang="en-US" sz="1800" dirty="0">
              <a:solidFill>
                <a:schemeClr val="tx1"/>
              </a:solidFill>
              <a:latin typeface="+mn-lt"/>
              <a:ea typeface="宋体" panose="02010600030101010101" pitchFamily="2" charset="-122"/>
            </a:endParaRPr>
          </a:p>
        </p:txBody>
      </p:sp>
      <p:sp>
        <p:nvSpPr>
          <p:cNvPr id="74796" name="Line 176"/>
          <p:cNvSpPr>
            <a:spLocks noChangeShapeType="1"/>
          </p:cNvSpPr>
          <p:nvPr/>
        </p:nvSpPr>
        <p:spPr bwMode="auto">
          <a:xfrm>
            <a:off x="6515100" y="3657600"/>
            <a:ext cx="1191" cy="2286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797" name="Text Box 177"/>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4798" name="AutoShape 178"/>
          <p:cNvSpPr>
            <a:spLocks noChangeArrowheads="1"/>
          </p:cNvSpPr>
          <p:nvPr/>
        </p:nvSpPr>
        <p:spPr bwMode="auto">
          <a:xfrm>
            <a:off x="5886450" y="38862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4799" name="Text Box 17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4800" name="Text Box 180"/>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4801" name="Text Box 181"/>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4802" name="Text Box 182"/>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4803" name="Group 187"/>
          <p:cNvGrpSpPr>
            <a:grpSpLocks/>
          </p:cNvGrpSpPr>
          <p:nvPr/>
        </p:nvGrpSpPr>
        <p:grpSpPr bwMode="auto">
          <a:xfrm>
            <a:off x="6053138" y="342900"/>
            <a:ext cx="1943100" cy="1943100"/>
            <a:chOff x="2784" y="96"/>
            <a:chExt cx="1632" cy="1680"/>
          </a:xfrm>
        </p:grpSpPr>
        <p:sp>
          <p:nvSpPr>
            <p:cNvPr id="74805" name="Oval 18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4806" name="Oval 18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4807" name="Oval 19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4808" name="Oval 19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4809" name="Oval 19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4810" name="Oval 19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4811" name="Oval 19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4812" name="Line 19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3" name="Line 19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4" name="Line 19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5" name="Line 19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6" name="Line 19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7" name="Line 20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18" name="Oval 20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4819" name="Line 20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20" name="Line 20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21" name="Line 20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4822" name="Line 20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40890937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C6307BF7-A728-BBD7-6FE5-3FA28157C347}"/>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C6307BF7-A728-BBD7-6FE5-3FA28157C347}"/>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5778" name="Group 21"/>
          <p:cNvGrpSpPr>
            <a:grpSpLocks/>
          </p:cNvGrpSpPr>
          <p:nvPr/>
        </p:nvGrpSpPr>
        <p:grpSpPr bwMode="auto">
          <a:xfrm>
            <a:off x="1524001" y="2520554"/>
            <a:ext cx="1079897" cy="258365"/>
            <a:chOff x="288" y="2016"/>
            <a:chExt cx="816" cy="192"/>
          </a:xfrm>
        </p:grpSpPr>
        <p:sp>
          <p:nvSpPr>
            <p:cNvPr id="7595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595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577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578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5781" name="Group 26"/>
          <p:cNvGrpSpPr>
            <a:grpSpLocks/>
          </p:cNvGrpSpPr>
          <p:nvPr/>
        </p:nvGrpSpPr>
        <p:grpSpPr bwMode="auto">
          <a:xfrm>
            <a:off x="1524001" y="3036094"/>
            <a:ext cx="1079897" cy="258366"/>
            <a:chOff x="288" y="2016"/>
            <a:chExt cx="816" cy="192"/>
          </a:xfrm>
        </p:grpSpPr>
        <p:sp>
          <p:nvSpPr>
            <p:cNvPr id="7595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595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782" name="Group 29"/>
          <p:cNvGrpSpPr>
            <a:grpSpLocks/>
          </p:cNvGrpSpPr>
          <p:nvPr/>
        </p:nvGrpSpPr>
        <p:grpSpPr bwMode="auto">
          <a:xfrm>
            <a:off x="1524001" y="3294460"/>
            <a:ext cx="1079897" cy="258365"/>
            <a:chOff x="288" y="2016"/>
            <a:chExt cx="816" cy="192"/>
          </a:xfrm>
        </p:grpSpPr>
        <p:sp>
          <p:nvSpPr>
            <p:cNvPr id="7595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595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783" name="Group 32"/>
          <p:cNvGrpSpPr>
            <a:grpSpLocks/>
          </p:cNvGrpSpPr>
          <p:nvPr/>
        </p:nvGrpSpPr>
        <p:grpSpPr bwMode="auto">
          <a:xfrm>
            <a:off x="1524001" y="3552825"/>
            <a:ext cx="1079897" cy="257175"/>
            <a:chOff x="288" y="2016"/>
            <a:chExt cx="816" cy="192"/>
          </a:xfrm>
        </p:grpSpPr>
        <p:sp>
          <p:nvSpPr>
            <p:cNvPr id="7594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595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784" name="Group 35"/>
          <p:cNvGrpSpPr>
            <a:grpSpLocks/>
          </p:cNvGrpSpPr>
          <p:nvPr/>
        </p:nvGrpSpPr>
        <p:grpSpPr bwMode="auto">
          <a:xfrm>
            <a:off x="1524001" y="3810000"/>
            <a:ext cx="1079897" cy="258366"/>
            <a:chOff x="288" y="2016"/>
            <a:chExt cx="816" cy="192"/>
          </a:xfrm>
        </p:grpSpPr>
        <p:sp>
          <p:nvSpPr>
            <p:cNvPr id="7594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594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785" name="Group 38"/>
          <p:cNvGrpSpPr>
            <a:grpSpLocks/>
          </p:cNvGrpSpPr>
          <p:nvPr/>
        </p:nvGrpSpPr>
        <p:grpSpPr bwMode="auto">
          <a:xfrm>
            <a:off x="1524001" y="4325542"/>
            <a:ext cx="1079897" cy="258365"/>
            <a:chOff x="288" y="2016"/>
            <a:chExt cx="816" cy="192"/>
          </a:xfrm>
        </p:grpSpPr>
        <p:sp>
          <p:nvSpPr>
            <p:cNvPr id="7594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594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786" name="Group 41"/>
          <p:cNvGrpSpPr>
            <a:grpSpLocks/>
          </p:cNvGrpSpPr>
          <p:nvPr/>
        </p:nvGrpSpPr>
        <p:grpSpPr bwMode="auto">
          <a:xfrm>
            <a:off x="1524001" y="4068366"/>
            <a:ext cx="1079897" cy="257175"/>
            <a:chOff x="288" y="2016"/>
            <a:chExt cx="816" cy="192"/>
          </a:xfrm>
        </p:grpSpPr>
        <p:sp>
          <p:nvSpPr>
            <p:cNvPr id="7594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594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578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578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79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5797" name="Group 54"/>
          <p:cNvGrpSpPr>
            <a:grpSpLocks/>
          </p:cNvGrpSpPr>
          <p:nvPr/>
        </p:nvGrpSpPr>
        <p:grpSpPr bwMode="auto">
          <a:xfrm>
            <a:off x="2857500" y="3612357"/>
            <a:ext cx="1428750" cy="159544"/>
            <a:chOff x="1440" y="2064"/>
            <a:chExt cx="1200" cy="192"/>
          </a:xfrm>
        </p:grpSpPr>
        <p:grpSp>
          <p:nvGrpSpPr>
            <p:cNvPr id="75932" name="Group 55"/>
            <p:cNvGrpSpPr>
              <a:grpSpLocks/>
            </p:cNvGrpSpPr>
            <p:nvPr/>
          </p:nvGrpSpPr>
          <p:grpSpPr bwMode="auto">
            <a:xfrm>
              <a:off x="1440" y="2064"/>
              <a:ext cx="672" cy="192"/>
              <a:chOff x="2496" y="2160"/>
              <a:chExt cx="768" cy="144"/>
            </a:xfrm>
          </p:grpSpPr>
          <p:sp>
            <p:nvSpPr>
              <p:cNvPr id="7594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594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94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933" name="Group 59"/>
            <p:cNvGrpSpPr>
              <a:grpSpLocks/>
            </p:cNvGrpSpPr>
            <p:nvPr/>
          </p:nvGrpSpPr>
          <p:grpSpPr bwMode="auto">
            <a:xfrm>
              <a:off x="2112" y="2064"/>
              <a:ext cx="528" cy="192"/>
              <a:chOff x="2112" y="2064"/>
              <a:chExt cx="528" cy="192"/>
            </a:xfrm>
          </p:grpSpPr>
          <p:grpSp>
            <p:nvGrpSpPr>
              <p:cNvPr id="75934" name="Group 60"/>
              <p:cNvGrpSpPr>
                <a:grpSpLocks/>
              </p:cNvGrpSpPr>
              <p:nvPr/>
            </p:nvGrpSpPr>
            <p:grpSpPr bwMode="auto">
              <a:xfrm>
                <a:off x="2112" y="2064"/>
                <a:ext cx="528" cy="192"/>
                <a:chOff x="2208" y="2112"/>
                <a:chExt cx="528" cy="144"/>
              </a:xfrm>
            </p:grpSpPr>
            <p:sp>
              <p:nvSpPr>
                <p:cNvPr id="7593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593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935" name="Group 63"/>
              <p:cNvGrpSpPr>
                <a:grpSpLocks/>
              </p:cNvGrpSpPr>
              <p:nvPr/>
            </p:nvGrpSpPr>
            <p:grpSpPr bwMode="auto">
              <a:xfrm>
                <a:off x="2448" y="2064"/>
                <a:ext cx="144" cy="144"/>
                <a:chOff x="2448" y="2064"/>
                <a:chExt cx="144" cy="144"/>
              </a:xfrm>
            </p:grpSpPr>
            <p:sp>
              <p:nvSpPr>
                <p:cNvPr id="7593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93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5798" name="Group 66"/>
          <p:cNvGrpSpPr>
            <a:grpSpLocks/>
          </p:cNvGrpSpPr>
          <p:nvPr/>
        </p:nvGrpSpPr>
        <p:grpSpPr bwMode="auto">
          <a:xfrm>
            <a:off x="2857500" y="2800350"/>
            <a:ext cx="2228850" cy="171450"/>
            <a:chOff x="1440" y="2256"/>
            <a:chExt cx="1872" cy="192"/>
          </a:xfrm>
        </p:grpSpPr>
        <p:grpSp>
          <p:nvGrpSpPr>
            <p:cNvPr id="75917" name="Group 67"/>
            <p:cNvGrpSpPr>
              <a:grpSpLocks/>
            </p:cNvGrpSpPr>
            <p:nvPr/>
          </p:nvGrpSpPr>
          <p:grpSpPr bwMode="auto">
            <a:xfrm>
              <a:off x="2784" y="2256"/>
              <a:ext cx="528" cy="192"/>
              <a:chOff x="2112" y="2064"/>
              <a:chExt cx="528" cy="192"/>
            </a:xfrm>
          </p:grpSpPr>
          <p:grpSp>
            <p:nvGrpSpPr>
              <p:cNvPr id="75926" name="Group 68"/>
              <p:cNvGrpSpPr>
                <a:grpSpLocks/>
              </p:cNvGrpSpPr>
              <p:nvPr/>
            </p:nvGrpSpPr>
            <p:grpSpPr bwMode="auto">
              <a:xfrm>
                <a:off x="2112" y="2064"/>
                <a:ext cx="528" cy="192"/>
                <a:chOff x="2208" y="2112"/>
                <a:chExt cx="528" cy="144"/>
              </a:xfrm>
            </p:grpSpPr>
            <p:sp>
              <p:nvSpPr>
                <p:cNvPr id="7593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593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927" name="Group 71"/>
              <p:cNvGrpSpPr>
                <a:grpSpLocks/>
              </p:cNvGrpSpPr>
              <p:nvPr/>
            </p:nvGrpSpPr>
            <p:grpSpPr bwMode="auto">
              <a:xfrm>
                <a:off x="2448" y="2064"/>
                <a:ext cx="144" cy="144"/>
                <a:chOff x="2448" y="2064"/>
                <a:chExt cx="144" cy="144"/>
              </a:xfrm>
            </p:grpSpPr>
            <p:sp>
              <p:nvSpPr>
                <p:cNvPr id="7592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92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918" name="Group 74"/>
            <p:cNvGrpSpPr>
              <a:grpSpLocks/>
            </p:cNvGrpSpPr>
            <p:nvPr/>
          </p:nvGrpSpPr>
          <p:grpSpPr bwMode="auto">
            <a:xfrm>
              <a:off x="1440" y="2256"/>
              <a:ext cx="672" cy="192"/>
              <a:chOff x="2496" y="2160"/>
              <a:chExt cx="768" cy="144"/>
            </a:xfrm>
          </p:grpSpPr>
          <p:sp>
            <p:nvSpPr>
              <p:cNvPr id="7592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592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92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919" name="Group 78"/>
            <p:cNvGrpSpPr>
              <a:grpSpLocks/>
            </p:cNvGrpSpPr>
            <p:nvPr/>
          </p:nvGrpSpPr>
          <p:grpSpPr bwMode="auto">
            <a:xfrm>
              <a:off x="2112" y="2256"/>
              <a:ext cx="672" cy="192"/>
              <a:chOff x="2496" y="2160"/>
              <a:chExt cx="768" cy="144"/>
            </a:xfrm>
          </p:grpSpPr>
          <p:sp>
            <p:nvSpPr>
              <p:cNvPr id="7592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592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92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799" name="Group 82"/>
          <p:cNvGrpSpPr>
            <a:grpSpLocks/>
          </p:cNvGrpSpPr>
          <p:nvPr/>
        </p:nvGrpSpPr>
        <p:grpSpPr bwMode="auto">
          <a:xfrm>
            <a:off x="2857500" y="3326607"/>
            <a:ext cx="800100" cy="159544"/>
            <a:chOff x="2496" y="2160"/>
            <a:chExt cx="768" cy="144"/>
          </a:xfrm>
        </p:grpSpPr>
        <p:sp>
          <p:nvSpPr>
            <p:cNvPr id="7591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591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91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00" name="Group 86"/>
          <p:cNvGrpSpPr>
            <a:grpSpLocks/>
          </p:cNvGrpSpPr>
          <p:nvPr/>
        </p:nvGrpSpPr>
        <p:grpSpPr bwMode="auto">
          <a:xfrm>
            <a:off x="3657600" y="3326607"/>
            <a:ext cx="628650" cy="159544"/>
            <a:chOff x="2112" y="2064"/>
            <a:chExt cx="528" cy="192"/>
          </a:xfrm>
        </p:grpSpPr>
        <p:grpSp>
          <p:nvGrpSpPr>
            <p:cNvPr id="75908" name="Group 87"/>
            <p:cNvGrpSpPr>
              <a:grpSpLocks/>
            </p:cNvGrpSpPr>
            <p:nvPr/>
          </p:nvGrpSpPr>
          <p:grpSpPr bwMode="auto">
            <a:xfrm>
              <a:off x="2112" y="2064"/>
              <a:ext cx="528" cy="192"/>
              <a:chOff x="2208" y="2112"/>
              <a:chExt cx="528" cy="144"/>
            </a:xfrm>
          </p:grpSpPr>
          <p:sp>
            <p:nvSpPr>
              <p:cNvPr id="7591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591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909" name="Group 90"/>
            <p:cNvGrpSpPr>
              <a:grpSpLocks/>
            </p:cNvGrpSpPr>
            <p:nvPr/>
          </p:nvGrpSpPr>
          <p:grpSpPr bwMode="auto">
            <a:xfrm>
              <a:off x="2448" y="2064"/>
              <a:ext cx="144" cy="144"/>
              <a:chOff x="2448" y="2064"/>
              <a:chExt cx="144" cy="144"/>
            </a:xfrm>
          </p:grpSpPr>
          <p:sp>
            <p:nvSpPr>
              <p:cNvPr id="7591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91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01" name="Group 93"/>
          <p:cNvGrpSpPr>
            <a:grpSpLocks/>
          </p:cNvGrpSpPr>
          <p:nvPr/>
        </p:nvGrpSpPr>
        <p:grpSpPr bwMode="auto">
          <a:xfrm>
            <a:off x="2857500" y="2571750"/>
            <a:ext cx="1428750" cy="171450"/>
            <a:chOff x="1440" y="2064"/>
            <a:chExt cx="1200" cy="192"/>
          </a:xfrm>
        </p:grpSpPr>
        <p:grpSp>
          <p:nvGrpSpPr>
            <p:cNvPr id="75897" name="Group 94"/>
            <p:cNvGrpSpPr>
              <a:grpSpLocks/>
            </p:cNvGrpSpPr>
            <p:nvPr/>
          </p:nvGrpSpPr>
          <p:grpSpPr bwMode="auto">
            <a:xfrm>
              <a:off x="1440" y="2064"/>
              <a:ext cx="672" cy="192"/>
              <a:chOff x="2496" y="2160"/>
              <a:chExt cx="768" cy="144"/>
            </a:xfrm>
          </p:grpSpPr>
          <p:sp>
            <p:nvSpPr>
              <p:cNvPr id="7590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590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90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98" name="Group 98"/>
            <p:cNvGrpSpPr>
              <a:grpSpLocks/>
            </p:cNvGrpSpPr>
            <p:nvPr/>
          </p:nvGrpSpPr>
          <p:grpSpPr bwMode="auto">
            <a:xfrm>
              <a:off x="2112" y="2064"/>
              <a:ext cx="528" cy="192"/>
              <a:chOff x="2112" y="2064"/>
              <a:chExt cx="528" cy="192"/>
            </a:xfrm>
          </p:grpSpPr>
          <p:grpSp>
            <p:nvGrpSpPr>
              <p:cNvPr id="75899" name="Group 99"/>
              <p:cNvGrpSpPr>
                <a:grpSpLocks/>
              </p:cNvGrpSpPr>
              <p:nvPr/>
            </p:nvGrpSpPr>
            <p:grpSpPr bwMode="auto">
              <a:xfrm>
                <a:off x="2112" y="2064"/>
                <a:ext cx="528" cy="192"/>
                <a:chOff x="2208" y="2112"/>
                <a:chExt cx="528" cy="144"/>
              </a:xfrm>
            </p:grpSpPr>
            <p:sp>
              <p:nvSpPr>
                <p:cNvPr id="7590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590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900" name="Group 102"/>
              <p:cNvGrpSpPr>
                <a:grpSpLocks/>
              </p:cNvGrpSpPr>
              <p:nvPr/>
            </p:nvGrpSpPr>
            <p:grpSpPr bwMode="auto">
              <a:xfrm>
                <a:off x="2448" y="2064"/>
                <a:ext cx="144" cy="144"/>
                <a:chOff x="2448" y="2064"/>
                <a:chExt cx="144" cy="144"/>
              </a:xfrm>
            </p:grpSpPr>
            <p:sp>
              <p:nvSpPr>
                <p:cNvPr id="7590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90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5802" name="Group 105"/>
          <p:cNvGrpSpPr>
            <a:grpSpLocks/>
          </p:cNvGrpSpPr>
          <p:nvPr/>
        </p:nvGrpSpPr>
        <p:grpSpPr bwMode="auto">
          <a:xfrm>
            <a:off x="2857500" y="3886200"/>
            <a:ext cx="1428750" cy="171450"/>
            <a:chOff x="1440" y="2064"/>
            <a:chExt cx="1200" cy="192"/>
          </a:xfrm>
        </p:grpSpPr>
        <p:grpSp>
          <p:nvGrpSpPr>
            <p:cNvPr id="75886" name="Group 106"/>
            <p:cNvGrpSpPr>
              <a:grpSpLocks/>
            </p:cNvGrpSpPr>
            <p:nvPr/>
          </p:nvGrpSpPr>
          <p:grpSpPr bwMode="auto">
            <a:xfrm>
              <a:off x="1440" y="2064"/>
              <a:ext cx="672" cy="192"/>
              <a:chOff x="2496" y="2160"/>
              <a:chExt cx="768" cy="144"/>
            </a:xfrm>
          </p:grpSpPr>
          <p:sp>
            <p:nvSpPr>
              <p:cNvPr id="7589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589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9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87" name="Group 110"/>
            <p:cNvGrpSpPr>
              <a:grpSpLocks/>
            </p:cNvGrpSpPr>
            <p:nvPr/>
          </p:nvGrpSpPr>
          <p:grpSpPr bwMode="auto">
            <a:xfrm>
              <a:off x="2112" y="2064"/>
              <a:ext cx="528" cy="192"/>
              <a:chOff x="2112" y="2064"/>
              <a:chExt cx="528" cy="192"/>
            </a:xfrm>
          </p:grpSpPr>
          <p:grpSp>
            <p:nvGrpSpPr>
              <p:cNvPr id="75888" name="Group 111"/>
              <p:cNvGrpSpPr>
                <a:grpSpLocks/>
              </p:cNvGrpSpPr>
              <p:nvPr/>
            </p:nvGrpSpPr>
            <p:grpSpPr bwMode="auto">
              <a:xfrm>
                <a:off x="2112" y="2064"/>
                <a:ext cx="528" cy="192"/>
                <a:chOff x="2208" y="2112"/>
                <a:chExt cx="528" cy="144"/>
              </a:xfrm>
            </p:grpSpPr>
            <p:sp>
              <p:nvSpPr>
                <p:cNvPr id="7589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589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889" name="Group 114"/>
              <p:cNvGrpSpPr>
                <a:grpSpLocks/>
              </p:cNvGrpSpPr>
              <p:nvPr/>
            </p:nvGrpSpPr>
            <p:grpSpPr bwMode="auto">
              <a:xfrm>
                <a:off x="2448" y="2064"/>
                <a:ext cx="144" cy="144"/>
                <a:chOff x="2448" y="2064"/>
                <a:chExt cx="144" cy="144"/>
              </a:xfrm>
            </p:grpSpPr>
            <p:sp>
              <p:nvSpPr>
                <p:cNvPr id="7589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9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5803" name="Group 117"/>
          <p:cNvGrpSpPr>
            <a:grpSpLocks/>
          </p:cNvGrpSpPr>
          <p:nvPr/>
        </p:nvGrpSpPr>
        <p:grpSpPr bwMode="auto">
          <a:xfrm>
            <a:off x="2857500" y="4126707"/>
            <a:ext cx="800100" cy="159544"/>
            <a:chOff x="2496" y="2160"/>
            <a:chExt cx="768" cy="144"/>
          </a:xfrm>
        </p:grpSpPr>
        <p:sp>
          <p:nvSpPr>
            <p:cNvPr id="7588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588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8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04" name="Group 121"/>
          <p:cNvGrpSpPr>
            <a:grpSpLocks/>
          </p:cNvGrpSpPr>
          <p:nvPr/>
        </p:nvGrpSpPr>
        <p:grpSpPr bwMode="auto">
          <a:xfrm>
            <a:off x="3657600" y="4126707"/>
            <a:ext cx="628650" cy="159544"/>
            <a:chOff x="2112" y="2064"/>
            <a:chExt cx="528" cy="192"/>
          </a:xfrm>
        </p:grpSpPr>
        <p:grpSp>
          <p:nvGrpSpPr>
            <p:cNvPr id="75877" name="Group 122"/>
            <p:cNvGrpSpPr>
              <a:grpSpLocks/>
            </p:cNvGrpSpPr>
            <p:nvPr/>
          </p:nvGrpSpPr>
          <p:grpSpPr bwMode="auto">
            <a:xfrm>
              <a:off x="2112" y="2064"/>
              <a:ext cx="528" cy="192"/>
              <a:chOff x="2208" y="2112"/>
              <a:chExt cx="528" cy="144"/>
            </a:xfrm>
          </p:grpSpPr>
          <p:sp>
            <p:nvSpPr>
              <p:cNvPr id="7588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588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878" name="Group 125"/>
            <p:cNvGrpSpPr>
              <a:grpSpLocks/>
            </p:cNvGrpSpPr>
            <p:nvPr/>
          </p:nvGrpSpPr>
          <p:grpSpPr bwMode="auto">
            <a:xfrm>
              <a:off x="2448" y="2064"/>
              <a:ext cx="144" cy="144"/>
              <a:chOff x="2448" y="2064"/>
              <a:chExt cx="144" cy="144"/>
            </a:xfrm>
          </p:grpSpPr>
          <p:sp>
            <p:nvSpPr>
              <p:cNvPr id="7587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8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05" name="Group 128"/>
          <p:cNvGrpSpPr>
            <a:grpSpLocks/>
          </p:cNvGrpSpPr>
          <p:nvPr/>
        </p:nvGrpSpPr>
        <p:grpSpPr bwMode="auto">
          <a:xfrm>
            <a:off x="2857500" y="3040857"/>
            <a:ext cx="2228850" cy="159544"/>
            <a:chOff x="1440" y="2256"/>
            <a:chExt cx="1872" cy="192"/>
          </a:xfrm>
        </p:grpSpPr>
        <p:grpSp>
          <p:nvGrpSpPr>
            <p:cNvPr id="75862" name="Group 129"/>
            <p:cNvGrpSpPr>
              <a:grpSpLocks/>
            </p:cNvGrpSpPr>
            <p:nvPr/>
          </p:nvGrpSpPr>
          <p:grpSpPr bwMode="auto">
            <a:xfrm>
              <a:off x="2784" y="2256"/>
              <a:ext cx="528" cy="192"/>
              <a:chOff x="2112" y="2064"/>
              <a:chExt cx="528" cy="192"/>
            </a:xfrm>
          </p:grpSpPr>
          <p:grpSp>
            <p:nvGrpSpPr>
              <p:cNvPr id="75871" name="Group 130"/>
              <p:cNvGrpSpPr>
                <a:grpSpLocks/>
              </p:cNvGrpSpPr>
              <p:nvPr/>
            </p:nvGrpSpPr>
            <p:grpSpPr bwMode="auto">
              <a:xfrm>
                <a:off x="2112" y="2064"/>
                <a:ext cx="528" cy="192"/>
                <a:chOff x="2208" y="2112"/>
                <a:chExt cx="528" cy="144"/>
              </a:xfrm>
            </p:grpSpPr>
            <p:sp>
              <p:nvSpPr>
                <p:cNvPr id="7587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587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872" name="Group 133"/>
              <p:cNvGrpSpPr>
                <a:grpSpLocks/>
              </p:cNvGrpSpPr>
              <p:nvPr/>
            </p:nvGrpSpPr>
            <p:grpSpPr bwMode="auto">
              <a:xfrm>
                <a:off x="2448" y="2064"/>
                <a:ext cx="144" cy="144"/>
                <a:chOff x="2448" y="2064"/>
                <a:chExt cx="144" cy="144"/>
              </a:xfrm>
            </p:grpSpPr>
            <p:sp>
              <p:nvSpPr>
                <p:cNvPr id="7587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7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63" name="Group 136"/>
            <p:cNvGrpSpPr>
              <a:grpSpLocks/>
            </p:cNvGrpSpPr>
            <p:nvPr/>
          </p:nvGrpSpPr>
          <p:grpSpPr bwMode="auto">
            <a:xfrm>
              <a:off x="1440" y="2256"/>
              <a:ext cx="672" cy="192"/>
              <a:chOff x="2496" y="2160"/>
              <a:chExt cx="768" cy="144"/>
            </a:xfrm>
          </p:grpSpPr>
          <p:sp>
            <p:nvSpPr>
              <p:cNvPr id="7586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586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7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64" name="Group 140"/>
            <p:cNvGrpSpPr>
              <a:grpSpLocks/>
            </p:cNvGrpSpPr>
            <p:nvPr/>
          </p:nvGrpSpPr>
          <p:grpSpPr bwMode="auto">
            <a:xfrm>
              <a:off x="2112" y="2256"/>
              <a:ext cx="672" cy="192"/>
              <a:chOff x="2496" y="2160"/>
              <a:chExt cx="768" cy="144"/>
            </a:xfrm>
          </p:grpSpPr>
          <p:sp>
            <p:nvSpPr>
              <p:cNvPr id="7586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586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6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06" name="Group 144"/>
          <p:cNvGrpSpPr>
            <a:grpSpLocks/>
          </p:cNvGrpSpPr>
          <p:nvPr/>
        </p:nvGrpSpPr>
        <p:grpSpPr bwMode="auto">
          <a:xfrm>
            <a:off x="3657600" y="4400550"/>
            <a:ext cx="2228850" cy="171450"/>
            <a:chOff x="1440" y="2256"/>
            <a:chExt cx="1872" cy="192"/>
          </a:xfrm>
        </p:grpSpPr>
        <p:grpSp>
          <p:nvGrpSpPr>
            <p:cNvPr id="75847" name="Group 145"/>
            <p:cNvGrpSpPr>
              <a:grpSpLocks/>
            </p:cNvGrpSpPr>
            <p:nvPr/>
          </p:nvGrpSpPr>
          <p:grpSpPr bwMode="auto">
            <a:xfrm>
              <a:off x="2784" y="2256"/>
              <a:ext cx="528" cy="192"/>
              <a:chOff x="2112" y="2064"/>
              <a:chExt cx="528" cy="192"/>
            </a:xfrm>
          </p:grpSpPr>
          <p:grpSp>
            <p:nvGrpSpPr>
              <p:cNvPr id="75856" name="Group 146"/>
              <p:cNvGrpSpPr>
                <a:grpSpLocks/>
              </p:cNvGrpSpPr>
              <p:nvPr/>
            </p:nvGrpSpPr>
            <p:grpSpPr bwMode="auto">
              <a:xfrm>
                <a:off x="2112" y="2064"/>
                <a:ext cx="528" cy="192"/>
                <a:chOff x="2208" y="2112"/>
                <a:chExt cx="528" cy="144"/>
              </a:xfrm>
            </p:grpSpPr>
            <p:sp>
              <p:nvSpPr>
                <p:cNvPr id="7586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586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5857" name="Group 149"/>
              <p:cNvGrpSpPr>
                <a:grpSpLocks/>
              </p:cNvGrpSpPr>
              <p:nvPr/>
            </p:nvGrpSpPr>
            <p:grpSpPr bwMode="auto">
              <a:xfrm>
                <a:off x="2448" y="2064"/>
                <a:ext cx="144" cy="144"/>
                <a:chOff x="2448" y="2064"/>
                <a:chExt cx="144" cy="144"/>
              </a:xfrm>
            </p:grpSpPr>
            <p:sp>
              <p:nvSpPr>
                <p:cNvPr id="7585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5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48" name="Group 152"/>
            <p:cNvGrpSpPr>
              <a:grpSpLocks/>
            </p:cNvGrpSpPr>
            <p:nvPr/>
          </p:nvGrpSpPr>
          <p:grpSpPr bwMode="auto">
            <a:xfrm>
              <a:off x="1440" y="2256"/>
              <a:ext cx="672" cy="192"/>
              <a:chOff x="2496" y="2160"/>
              <a:chExt cx="768" cy="144"/>
            </a:xfrm>
          </p:grpSpPr>
          <p:sp>
            <p:nvSpPr>
              <p:cNvPr id="7585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585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5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5849" name="Group 156"/>
            <p:cNvGrpSpPr>
              <a:grpSpLocks/>
            </p:cNvGrpSpPr>
            <p:nvPr/>
          </p:nvGrpSpPr>
          <p:grpSpPr bwMode="auto">
            <a:xfrm>
              <a:off x="2112" y="2256"/>
              <a:ext cx="672" cy="192"/>
              <a:chOff x="2496" y="2160"/>
              <a:chExt cx="768" cy="144"/>
            </a:xfrm>
          </p:grpSpPr>
          <p:sp>
            <p:nvSpPr>
              <p:cNvPr id="7585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585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5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5807" name="Group 160"/>
          <p:cNvGrpSpPr>
            <a:grpSpLocks/>
          </p:cNvGrpSpPr>
          <p:nvPr/>
        </p:nvGrpSpPr>
        <p:grpSpPr bwMode="auto">
          <a:xfrm>
            <a:off x="2857500" y="4400550"/>
            <a:ext cx="800100" cy="171450"/>
            <a:chOff x="2496" y="2160"/>
            <a:chExt cx="768" cy="144"/>
          </a:xfrm>
        </p:grpSpPr>
        <p:sp>
          <p:nvSpPr>
            <p:cNvPr id="7584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584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4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5808"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580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5810"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11"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5812"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13"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5814"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15"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5816"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17"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5818" name="AutoShape 174"/>
          <p:cNvSpPr>
            <a:spLocks noChangeArrowheads="1"/>
          </p:cNvSpPr>
          <p:nvPr/>
        </p:nvSpPr>
        <p:spPr bwMode="auto">
          <a:xfrm>
            <a:off x="37719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5819" name="Text Box 175"/>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5820" name="Text Box 176"/>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5821" name="Text Box 177"/>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5822" name="Text Box 178"/>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5823" name="Text Box 179"/>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5824" name="Group 183"/>
          <p:cNvGrpSpPr>
            <a:grpSpLocks/>
          </p:cNvGrpSpPr>
          <p:nvPr/>
        </p:nvGrpSpPr>
        <p:grpSpPr bwMode="auto">
          <a:xfrm>
            <a:off x="6053138" y="342900"/>
            <a:ext cx="1943100" cy="1943100"/>
            <a:chOff x="2784" y="96"/>
            <a:chExt cx="1632" cy="1680"/>
          </a:xfrm>
        </p:grpSpPr>
        <p:sp>
          <p:nvSpPr>
            <p:cNvPr id="75826" name="Oval 18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5827" name="Oval 18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5828" name="Oval 18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5829" name="Oval 18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5830" name="Oval 18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5831" name="Oval 18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5832" name="Oval 19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5833" name="Line 19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4" name="Line 19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5" name="Line 19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6" name="Line 19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7" name="Line 19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8" name="Line 19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39" name="Oval 19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5840" name="Line 19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41" name="Line 19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42" name="Line 20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5843" name="Line 20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24281889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7C28A341-26D5-06DD-05E5-80CB9C13336D}"/>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7C28A341-26D5-06DD-05E5-80CB9C13336D}"/>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6802" name="Group 21"/>
          <p:cNvGrpSpPr>
            <a:grpSpLocks/>
          </p:cNvGrpSpPr>
          <p:nvPr/>
        </p:nvGrpSpPr>
        <p:grpSpPr bwMode="auto">
          <a:xfrm>
            <a:off x="1524001" y="2520554"/>
            <a:ext cx="1079897" cy="258365"/>
            <a:chOff x="288" y="2016"/>
            <a:chExt cx="816" cy="192"/>
          </a:xfrm>
        </p:grpSpPr>
        <p:sp>
          <p:nvSpPr>
            <p:cNvPr id="7697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698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680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680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6805" name="Group 26"/>
          <p:cNvGrpSpPr>
            <a:grpSpLocks/>
          </p:cNvGrpSpPr>
          <p:nvPr/>
        </p:nvGrpSpPr>
        <p:grpSpPr bwMode="auto">
          <a:xfrm>
            <a:off x="1524001" y="3036094"/>
            <a:ext cx="1079897" cy="258366"/>
            <a:chOff x="288" y="2016"/>
            <a:chExt cx="816" cy="192"/>
          </a:xfrm>
        </p:grpSpPr>
        <p:sp>
          <p:nvSpPr>
            <p:cNvPr id="7697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697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06" name="Group 29"/>
          <p:cNvGrpSpPr>
            <a:grpSpLocks/>
          </p:cNvGrpSpPr>
          <p:nvPr/>
        </p:nvGrpSpPr>
        <p:grpSpPr bwMode="auto">
          <a:xfrm>
            <a:off x="1524001" y="3294460"/>
            <a:ext cx="1079897" cy="258365"/>
            <a:chOff x="288" y="2016"/>
            <a:chExt cx="816" cy="192"/>
          </a:xfrm>
        </p:grpSpPr>
        <p:sp>
          <p:nvSpPr>
            <p:cNvPr id="7697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697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07" name="Group 32"/>
          <p:cNvGrpSpPr>
            <a:grpSpLocks/>
          </p:cNvGrpSpPr>
          <p:nvPr/>
        </p:nvGrpSpPr>
        <p:grpSpPr bwMode="auto">
          <a:xfrm>
            <a:off x="1524001" y="3552825"/>
            <a:ext cx="1079897" cy="257175"/>
            <a:chOff x="288" y="2016"/>
            <a:chExt cx="816" cy="192"/>
          </a:xfrm>
        </p:grpSpPr>
        <p:sp>
          <p:nvSpPr>
            <p:cNvPr id="7697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697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08" name="Group 35"/>
          <p:cNvGrpSpPr>
            <a:grpSpLocks/>
          </p:cNvGrpSpPr>
          <p:nvPr/>
        </p:nvGrpSpPr>
        <p:grpSpPr bwMode="auto">
          <a:xfrm>
            <a:off x="1524001" y="3810000"/>
            <a:ext cx="1079897" cy="258366"/>
            <a:chOff x="288" y="2016"/>
            <a:chExt cx="816" cy="192"/>
          </a:xfrm>
        </p:grpSpPr>
        <p:sp>
          <p:nvSpPr>
            <p:cNvPr id="7697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697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09" name="Group 38"/>
          <p:cNvGrpSpPr>
            <a:grpSpLocks/>
          </p:cNvGrpSpPr>
          <p:nvPr/>
        </p:nvGrpSpPr>
        <p:grpSpPr bwMode="auto">
          <a:xfrm>
            <a:off x="1524001" y="4325542"/>
            <a:ext cx="1079897" cy="258365"/>
            <a:chOff x="288" y="2016"/>
            <a:chExt cx="816" cy="192"/>
          </a:xfrm>
        </p:grpSpPr>
        <p:sp>
          <p:nvSpPr>
            <p:cNvPr id="7696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697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10" name="Group 41"/>
          <p:cNvGrpSpPr>
            <a:grpSpLocks/>
          </p:cNvGrpSpPr>
          <p:nvPr/>
        </p:nvGrpSpPr>
        <p:grpSpPr bwMode="auto">
          <a:xfrm>
            <a:off x="1524001" y="4068366"/>
            <a:ext cx="1079897" cy="257175"/>
            <a:chOff x="288" y="2016"/>
            <a:chExt cx="816" cy="192"/>
          </a:xfrm>
        </p:grpSpPr>
        <p:sp>
          <p:nvSpPr>
            <p:cNvPr id="7696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696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681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681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1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2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6821" name="Group 54"/>
          <p:cNvGrpSpPr>
            <a:grpSpLocks/>
          </p:cNvGrpSpPr>
          <p:nvPr/>
        </p:nvGrpSpPr>
        <p:grpSpPr bwMode="auto">
          <a:xfrm>
            <a:off x="2857500" y="3612357"/>
            <a:ext cx="1428750" cy="159544"/>
            <a:chOff x="1440" y="2064"/>
            <a:chExt cx="1200" cy="192"/>
          </a:xfrm>
        </p:grpSpPr>
        <p:grpSp>
          <p:nvGrpSpPr>
            <p:cNvPr id="76956" name="Group 55"/>
            <p:cNvGrpSpPr>
              <a:grpSpLocks/>
            </p:cNvGrpSpPr>
            <p:nvPr/>
          </p:nvGrpSpPr>
          <p:grpSpPr bwMode="auto">
            <a:xfrm>
              <a:off x="1440" y="2064"/>
              <a:ext cx="672" cy="192"/>
              <a:chOff x="2496" y="2160"/>
              <a:chExt cx="768" cy="144"/>
            </a:xfrm>
          </p:grpSpPr>
          <p:sp>
            <p:nvSpPr>
              <p:cNvPr id="7696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696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6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957" name="Group 59"/>
            <p:cNvGrpSpPr>
              <a:grpSpLocks/>
            </p:cNvGrpSpPr>
            <p:nvPr/>
          </p:nvGrpSpPr>
          <p:grpSpPr bwMode="auto">
            <a:xfrm>
              <a:off x="2112" y="2064"/>
              <a:ext cx="528" cy="192"/>
              <a:chOff x="2112" y="2064"/>
              <a:chExt cx="528" cy="192"/>
            </a:xfrm>
          </p:grpSpPr>
          <p:grpSp>
            <p:nvGrpSpPr>
              <p:cNvPr id="76958" name="Group 60"/>
              <p:cNvGrpSpPr>
                <a:grpSpLocks/>
              </p:cNvGrpSpPr>
              <p:nvPr/>
            </p:nvGrpSpPr>
            <p:grpSpPr bwMode="auto">
              <a:xfrm>
                <a:off x="2112" y="2064"/>
                <a:ext cx="528" cy="192"/>
                <a:chOff x="2208" y="2112"/>
                <a:chExt cx="528" cy="144"/>
              </a:xfrm>
            </p:grpSpPr>
            <p:sp>
              <p:nvSpPr>
                <p:cNvPr id="7696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696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59" name="Group 63"/>
              <p:cNvGrpSpPr>
                <a:grpSpLocks/>
              </p:cNvGrpSpPr>
              <p:nvPr/>
            </p:nvGrpSpPr>
            <p:grpSpPr bwMode="auto">
              <a:xfrm>
                <a:off x="2448" y="2064"/>
                <a:ext cx="144" cy="144"/>
                <a:chOff x="2448" y="2064"/>
                <a:chExt cx="144" cy="144"/>
              </a:xfrm>
            </p:grpSpPr>
            <p:sp>
              <p:nvSpPr>
                <p:cNvPr id="7696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6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6822" name="Group 66"/>
          <p:cNvGrpSpPr>
            <a:grpSpLocks/>
          </p:cNvGrpSpPr>
          <p:nvPr/>
        </p:nvGrpSpPr>
        <p:grpSpPr bwMode="auto">
          <a:xfrm>
            <a:off x="2857500" y="2800350"/>
            <a:ext cx="2228850" cy="171450"/>
            <a:chOff x="1440" y="2256"/>
            <a:chExt cx="1872" cy="192"/>
          </a:xfrm>
        </p:grpSpPr>
        <p:grpSp>
          <p:nvGrpSpPr>
            <p:cNvPr id="76941" name="Group 67"/>
            <p:cNvGrpSpPr>
              <a:grpSpLocks/>
            </p:cNvGrpSpPr>
            <p:nvPr/>
          </p:nvGrpSpPr>
          <p:grpSpPr bwMode="auto">
            <a:xfrm>
              <a:off x="2784" y="2256"/>
              <a:ext cx="528" cy="192"/>
              <a:chOff x="2112" y="2064"/>
              <a:chExt cx="528" cy="192"/>
            </a:xfrm>
          </p:grpSpPr>
          <p:grpSp>
            <p:nvGrpSpPr>
              <p:cNvPr id="76950" name="Group 68"/>
              <p:cNvGrpSpPr>
                <a:grpSpLocks/>
              </p:cNvGrpSpPr>
              <p:nvPr/>
            </p:nvGrpSpPr>
            <p:grpSpPr bwMode="auto">
              <a:xfrm>
                <a:off x="2112" y="2064"/>
                <a:ext cx="528" cy="192"/>
                <a:chOff x="2208" y="2112"/>
                <a:chExt cx="528" cy="144"/>
              </a:xfrm>
            </p:grpSpPr>
            <p:sp>
              <p:nvSpPr>
                <p:cNvPr id="7695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695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51" name="Group 71"/>
              <p:cNvGrpSpPr>
                <a:grpSpLocks/>
              </p:cNvGrpSpPr>
              <p:nvPr/>
            </p:nvGrpSpPr>
            <p:grpSpPr bwMode="auto">
              <a:xfrm>
                <a:off x="2448" y="2064"/>
                <a:ext cx="144" cy="144"/>
                <a:chOff x="2448" y="2064"/>
                <a:chExt cx="144" cy="144"/>
              </a:xfrm>
            </p:grpSpPr>
            <p:sp>
              <p:nvSpPr>
                <p:cNvPr id="7695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5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942" name="Group 74"/>
            <p:cNvGrpSpPr>
              <a:grpSpLocks/>
            </p:cNvGrpSpPr>
            <p:nvPr/>
          </p:nvGrpSpPr>
          <p:grpSpPr bwMode="auto">
            <a:xfrm>
              <a:off x="1440" y="2256"/>
              <a:ext cx="672" cy="192"/>
              <a:chOff x="2496" y="2160"/>
              <a:chExt cx="768" cy="144"/>
            </a:xfrm>
          </p:grpSpPr>
          <p:sp>
            <p:nvSpPr>
              <p:cNvPr id="7694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694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4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943" name="Group 78"/>
            <p:cNvGrpSpPr>
              <a:grpSpLocks/>
            </p:cNvGrpSpPr>
            <p:nvPr/>
          </p:nvGrpSpPr>
          <p:grpSpPr bwMode="auto">
            <a:xfrm>
              <a:off x="2112" y="2256"/>
              <a:ext cx="672" cy="192"/>
              <a:chOff x="2496" y="2160"/>
              <a:chExt cx="768" cy="144"/>
            </a:xfrm>
          </p:grpSpPr>
          <p:sp>
            <p:nvSpPr>
              <p:cNvPr id="7694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694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4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23" name="Group 82"/>
          <p:cNvGrpSpPr>
            <a:grpSpLocks/>
          </p:cNvGrpSpPr>
          <p:nvPr/>
        </p:nvGrpSpPr>
        <p:grpSpPr bwMode="auto">
          <a:xfrm>
            <a:off x="2857500" y="3326607"/>
            <a:ext cx="800100" cy="159544"/>
            <a:chOff x="2496" y="2160"/>
            <a:chExt cx="768" cy="144"/>
          </a:xfrm>
        </p:grpSpPr>
        <p:sp>
          <p:nvSpPr>
            <p:cNvPr id="7693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693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4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824" name="Group 86"/>
          <p:cNvGrpSpPr>
            <a:grpSpLocks/>
          </p:cNvGrpSpPr>
          <p:nvPr/>
        </p:nvGrpSpPr>
        <p:grpSpPr bwMode="auto">
          <a:xfrm>
            <a:off x="3657600" y="3326607"/>
            <a:ext cx="628650" cy="159544"/>
            <a:chOff x="2112" y="2064"/>
            <a:chExt cx="528" cy="192"/>
          </a:xfrm>
        </p:grpSpPr>
        <p:grpSp>
          <p:nvGrpSpPr>
            <p:cNvPr id="76932" name="Group 87"/>
            <p:cNvGrpSpPr>
              <a:grpSpLocks/>
            </p:cNvGrpSpPr>
            <p:nvPr/>
          </p:nvGrpSpPr>
          <p:grpSpPr bwMode="auto">
            <a:xfrm>
              <a:off x="2112" y="2064"/>
              <a:ext cx="528" cy="192"/>
              <a:chOff x="2208" y="2112"/>
              <a:chExt cx="528" cy="144"/>
            </a:xfrm>
          </p:grpSpPr>
          <p:sp>
            <p:nvSpPr>
              <p:cNvPr id="7693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693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33" name="Group 90"/>
            <p:cNvGrpSpPr>
              <a:grpSpLocks/>
            </p:cNvGrpSpPr>
            <p:nvPr/>
          </p:nvGrpSpPr>
          <p:grpSpPr bwMode="auto">
            <a:xfrm>
              <a:off x="2448" y="2064"/>
              <a:ext cx="144" cy="144"/>
              <a:chOff x="2448" y="2064"/>
              <a:chExt cx="144" cy="144"/>
            </a:xfrm>
          </p:grpSpPr>
          <p:sp>
            <p:nvSpPr>
              <p:cNvPr id="7693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3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25" name="Group 93"/>
          <p:cNvGrpSpPr>
            <a:grpSpLocks/>
          </p:cNvGrpSpPr>
          <p:nvPr/>
        </p:nvGrpSpPr>
        <p:grpSpPr bwMode="auto">
          <a:xfrm>
            <a:off x="2857500" y="2571750"/>
            <a:ext cx="1428750" cy="171450"/>
            <a:chOff x="1440" y="2064"/>
            <a:chExt cx="1200" cy="192"/>
          </a:xfrm>
        </p:grpSpPr>
        <p:grpSp>
          <p:nvGrpSpPr>
            <p:cNvPr id="76921" name="Group 94"/>
            <p:cNvGrpSpPr>
              <a:grpSpLocks/>
            </p:cNvGrpSpPr>
            <p:nvPr/>
          </p:nvGrpSpPr>
          <p:grpSpPr bwMode="auto">
            <a:xfrm>
              <a:off x="1440" y="2064"/>
              <a:ext cx="672" cy="192"/>
              <a:chOff x="2496" y="2160"/>
              <a:chExt cx="768" cy="144"/>
            </a:xfrm>
          </p:grpSpPr>
          <p:sp>
            <p:nvSpPr>
              <p:cNvPr id="7692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693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3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922" name="Group 98"/>
            <p:cNvGrpSpPr>
              <a:grpSpLocks/>
            </p:cNvGrpSpPr>
            <p:nvPr/>
          </p:nvGrpSpPr>
          <p:grpSpPr bwMode="auto">
            <a:xfrm>
              <a:off x="2112" y="2064"/>
              <a:ext cx="528" cy="192"/>
              <a:chOff x="2112" y="2064"/>
              <a:chExt cx="528" cy="192"/>
            </a:xfrm>
          </p:grpSpPr>
          <p:grpSp>
            <p:nvGrpSpPr>
              <p:cNvPr id="76923" name="Group 99"/>
              <p:cNvGrpSpPr>
                <a:grpSpLocks/>
              </p:cNvGrpSpPr>
              <p:nvPr/>
            </p:nvGrpSpPr>
            <p:grpSpPr bwMode="auto">
              <a:xfrm>
                <a:off x="2112" y="2064"/>
                <a:ext cx="528" cy="192"/>
                <a:chOff x="2208" y="2112"/>
                <a:chExt cx="528" cy="144"/>
              </a:xfrm>
            </p:grpSpPr>
            <p:sp>
              <p:nvSpPr>
                <p:cNvPr id="7692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692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24" name="Group 102"/>
              <p:cNvGrpSpPr>
                <a:grpSpLocks/>
              </p:cNvGrpSpPr>
              <p:nvPr/>
            </p:nvGrpSpPr>
            <p:grpSpPr bwMode="auto">
              <a:xfrm>
                <a:off x="2448" y="2064"/>
                <a:ext cx="144" cy="144"/>
                <a:chOff x="2448" y="2064"/>
                <a:chExt cx="144" cy="144"/>
              </a:xfrm>
            </p:grpSpPr>
            <p:sp>
              <p:nvSpPr>
                <p:cNvPr id="7692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2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6826" name="Group 105"/>
          <p:cNvGrpSpPr>
            <a:grpSpLocks/>
          </p:cNvGrpSpPr>
          <p:nvPr/>
        </p:nvGrpSpPr>
        <p:grpSpPr bwMode="auto">
          <a:xfrm>
            <a:off x="2857500" y="3886200"/>
            <a:ext cx="1428750" cy="171450"/>
            <a:chOff x="1440" y="2064"/>
            <a:chExt cx="1200" cy="192"/>
          </a:xfrm>
        </p:grpSpPr>
        <p:grpSp>
          <p:nvGrpSpPr>
            <p:cNvPr id="76910" name="Group 106"/>
            <p:cNvGrpSpPr>
              <a:grpSpLocks/>
            </p:cNvGrpSpPr>
            <p:nvPr/>
          </p:nvGrpSpPr>
          <p:grpSpPr bwMode="auto">
            <a:xfrm>
              <a:off x="1440" y="2064"/>
              <a:ext cx="672" cy="192"/>
              <a:chOff x="2496" y="2160"/>
              <a:chExt cx="768" cy="144"/>
            </a:xfrm>
          </p:grpSpPr>
          <p:sp>
            <p:nvSpPr>
              <p:cNvPr id="7691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691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2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911" name="Group 110"/>
            <p:cNvGrpSpPr>
              <a:grpSpLocks/>
            </p:cNvGrpSpPr>
            <p:nvPr/>
          </p:nvGrpSpPr>
          <p:grpSpPr bwMode="auto">
            <a:xfrm>
              <a:off x="2112" y="2064"/>
              <a:ext cx="528" cy="192"/>
              <a:chOff x="2112" y="2064"/>
              <a:chExt cx="528" cy="192"/>
            </a:xfrm>
          </p:grpSpPr>
          <p:grpSp>
            <p:nvGrpSpPr>
              <p:cNvPr id="76912" name="Group 111"/>
              <p:cNvGrpSpPr>
                <a:grpSpLocks/>
              </p:cNvGrpSpPr>
              <p:nvPr/>
            </p:nvGrpSpPr>
            <p:grpSpPr bwMode="auto">
              <a:xfrm>
                <a:off x="2112" y="2064"/>
                <a:ext cx="528" cy="192"/>
                <a:chOff x="2208" y="2112"/>
                <a:chExt cx="528" cy="144"/>
              </a:xfrm>
            </p:grpSpPr>
            <p:sp>
              <p:nvSpPr>
                <p:cNvPr id="7691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691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13" name="Group 114"/>
              <p:cNvGrpSpPr>
                <a:grpSpLocks/>
              </p:cNvGrpSpPr>
              <p:nvPr/>
            </p:nvGrpSpPr>
            <p:grpSpPr bwMode="auto">
              <a:xfrm>
                <a:off x="2448" y="2064"/>
                <a:ext cx="144" cy="144"/>
                <a:chOff x="2448" y="2064"/>
                <a:chExt cx="144" cy="144"/>
              </a:xfrm>
            </p:grpSpPr>
            <p:sp>
              <p:nvSpPr>
                <p:cNvPr id="7691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1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6827" name="Group 117"/>
          <p:cNvGrpSpPr>
            <a:grpSpLocks/>
          </p:cNvGrpSpPr>
          <p:nvPr/>
        </p:nvGrpSpPr>
        <p:grpSpPr bwMode="auto">
          <a:xfrm>
            <a:off x="2857500" y="4126707"/>
            <a:ext cx="800100" cy="159544"/>
            <a:chOff x="2496" y="2160"/>
            <a:chExt cx="768" cy="144"/>
          </a:xfrm>
        </p:grpSpPr>
        <p:sp>
          <p:nvSpPr>
            <p:cNvPr id="7690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690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90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828" name="Group 121"/>
          <p:cNvGrpSpPr>
            <a:grpSpLocks/>
          </p:cNvGrpSpPr>
          <p:nvPr/>
        </p:nvGrpSpPr>
        <p:grpSpPr bwMode="auto">
          <a:xfrm>
            <a:off x="3657600" y="4126707"/>
            <a:ext cx="628650" cy="159544"/>
            <a:chOff x="2112" y="2064"/>
            <a:chExt cx="528" cy="192"/>
          </a:xfrm>
        </p:grpSpPr>
        <p:grpSp>
          <p:nvGrpSpPr>
            <p:cNvPr id="76901" name="Group 122"/>
            <p:cNvGrpSpPr>
              <a:grpSpLocks/>
            </p:cNvGrpSpPr>
            <p:nvPr/>
          </p:nvGrpSpPr>
          <p:grpSpPr bwMode="auto">
            <a:xfrm>
              <a:off x="2112" y="2064"/>
              <a:ext cx="528" cy="192"/>
              <a:chOff x="2208" y="2112"/>
              <a:chExt cx="528" cy="144"/>
            </a:xfrm>
          </p:grpSpPr>
          <p:sp>
            <p:nvSpPr>
              <p:cNvPr id="7690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690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902" name="Group 125"/>
            <p:cNvGrpSpPr>
              <a:grpSpLocks/>
            </p:cNvGrpSpPr>
            <p:nvPr/>
          </p:nvGrpSpPr>
          <p:grpSpPr bwMode="auto">
            <a:xfrm>
              <a:off x="2448" y="2064"/>
              <a:ext cx="144" cy="144"/>
              <a:chOff x="2448" y="2064"/>
              <a:chExt cx="144" cy="144"/>
            </a:xfrm>
          </p:grpSpPr>
          <p:sp>
            <p:nvSpPr>
              <p:cNvPr id="7690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90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29" name="Group 128"/>
          <p:cNvGrpSpPr>
            <a:grpSpLocks/>
          </p:cNvGrpSpPr>
          <p:nvPr/>
        </p:nvGrpSpPr>
        <p:grpSpPr bwMode="auto">
          <a:xfrm>
            <a:off x="2857500" y="3040857"/>
            <a:ext cx="2228850" cy="159544"/>
            <a:chOff x="1440" y="2256"/>
            <a:chExt cx="1872" cy="192"/>
          </a:xfrm>
        </p:grpSpPr>
        <p:grpSp>
          <p:nvGrpSpPr>
            <p:cNvPr id="76886" name="Group 129"/>
            <p:cNvGrpSpPr>
              <a:grpSpLocks/>
            </p:cNvGrpSpPr>
            <p:nvPr/>
          </p:nvGrpSpPr>
          <p:grpSpPr bwMode="auto">
            <a:xfrm>
              <a:off x="2784" y="2256"/>
              <a:ext cx="528" cy="192"/>
              <a:chOff x="2112" y="2064"/>
              <a:chExt cx="528" cy="192"/>
            </a:xfrm>
          </p:grpSpPr>
          <p:grpSp>
            <p:nvGrpSpPr>
              <p:cNvPr id="76895" name="Group 130"/>
              <p:cNvGrpSpPr>
                <a:grpSpLocks/>
              </p:cNvGrpSpPr>
              <p:nvPr/>
            </p:nvGrpSpPr>
            <p:grpSpPr bwMode="auto">
              <a:xfrm>
                <a:off x="2112" y="2064"/>
                <a:ext cx="528" cy="192"/>
                <a:chOff x="2208" y="2112"/>
                <a:chExt cx="528" cy="144"/>
              </a:xfrm>
            </p:grpSpPr>
            <p:sp>
              <p:nvSpPr>
                <p:cNvPr id="7689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690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96" name="Group 133"/>
              <p:cNvGrpSpPr>
                <a:grpSpLocks/>
              </p:cNvGrpSpPr>
              <p:nvPr/>
            </p:nvGrpSpPr>
            <p:grpSpPr bwMode="auto">
              <a:xfrm>
                <a:off x="2448" y="2064"/>
                <a:ext cx="144" cy="144"/>
                <a:chOff x="2448" y="2064"/>
                <a:chExt cx="144" cy="144"/>
              </a:xfrm>
            </p:grpSpPr>
            <p:sp>
              <p:nvSpPr>
                <p:cNvPr id="7689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9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87" name="Group 136"/>
            <p:cNvGrpSpPr>
              <a:grpSpLocks/>
            </p:cNvGrpSpPr>
            <p:nvPr/>
          </p:nvGrpSpPr>
          <p:grpSpPr bwMode="auto">
            <a:xfrm>
              <a:off x="1440" y="2256"/>
              <a:ext cx="672" cy="192"/>
              <a:chOff x="2496" y="2160"/>
              <a:chExt cx="768" cy="144"/>
            </a:xfrm>
          </p:grpSpPr>
          <p:sp>
            <p:nvSpPr>
              <p:cNvPr id="7689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689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9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888" name="Group 140"/>
            <p:cNvGrpSpPr>
              <a:grpSpLocks/>
            </p:cNvGrpSpPr>
            <p:nvPr/>
          </p:nvGrpSpPr>
          <p:grpSpPr bwMode="auto">
            <a:xfrm>
              <a:off x="2112" y="2256"/>
              <a:ext cx="672" cy="192"/>
              <a:chOff x="2496" y="2160"/>
              <a:chExt cx="768" cy="144"/>
            </a:xfrm>
          </p:grpSpPr>
          <p:sp>
            <p:nvSpPr>
              <p:cNvPr id="7688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689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9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30" name="Group 144"/>
          <p:cNvGrpSpPr>
            <a:grpSpLocks/>
          </p:cNvGrpSpPr>
          <p:nvPr/>
        </p:nvGrpSpPr>
        <p:grpSpPr bwMode="auto">
          <a:xfrm>
            <a:off x="3657600" y="4400550"/>
            <a:ext cx="2228850" cy="171450"/>
            <a:chOff x="1440" y="2256"/>
            <a:chExt cx="1872" cy="192"/>
          </a:xfrm>
        </p:grpSpPr>
        <p:grpSp>
          <p:nvGrpSpPr>
            <p:cNvPr id="76871" name="Group 145"/>
            <p:cNvGrpSpPr>
              <a:grpSpLocks/>
            </p:cNvGrpSpPr>
            <p:nvPr/>
          </p:nvGrpSpPr>
          <p:grpSpPr bwMode="auto">
            <a:xfrm>
              <a:off x="2784" y="2256"/>
              <a:ext cx="528" cy="192"/>
              <a:chOff x="2112" y="2064"/>
              <a:chExt cx="528" cy="192"/>
            </a:xfrm>
          </p:grpSpPr>
          <p:grpSp>
            <p:nvGrpSpPr>
              <p:cNvPr id="76880" name="Group 146"/>
              <p:cNvGrpSpPr>
                <a:grpSpLocks/>
              </p:cNvGrpSpPr>
              <p:nvPr/>
            </p:nvGrpSpPr>
            <p:grpSpPr bwMode="auto">
              <a:xfrm>
                <a:off x="2112" y="2064"/>
                <a:ext cx="528" cy="192"/>
                <a:chOff x="2208" y="2112"/>
                <a:chExt cx="528" cy="144"/>
              </a:xfrm>
            </p:grpSpPr>
            <p:sp>
              <p:nvSpPr>
                <p:cNvPr id="7688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688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6881" name="Group 149"/>
              <p:cNvGrpSpPr>
                <a:grpSpLocks/>
              </p:cNvGrpSpPr>
              <p:nvPr/>
            </p:nvGrpSpPr>
            <p:grpSpPr bwMode="auto">
              <a:xfrm>
                <a:off x="2448" y="2064"/>
                <a:ext cx="144" cy="144"/>
                <a:chOff x="2448" y="2064"/>
                <a:chExt cx="144" cy="144"/>
              </a:xfrm>
            </p:grpSpPr>
            <p:sp>
              <p:nvSpPr>
                <p:cNvPr id="7688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8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72" name="Group 152"/>
            <p:cNvGrpSpPr>
              <a:grpSpLocks/>
            </p:cNvGrpSpPr>
            <p:nvPr/>
          </p:nvGrpSpPr>
          <p:grpSpPr bwMode="auto">
            <a:xfrm>
              <a:off x="1440" y="2256"/>
              <a:ext cx="672" cy="192"/>
              <a:chOff x="2496" y="2160"/>
              <a:chExt cx="768" cy="144"/>
            </a:xfrm>
          </p:grpSpPr>
          <p:sp>
            <p:nvSpPr>
              <p:cNvPr id="7687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687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7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6873" name="Group 156"/>
            <p:cNvGrpSpPr>
              <a:grpSpLocks/>
            </p:cNvGrpSpPr>
            <p:nvPr/>
          </p:nvGrpSpPr>
          <p:grpSpPr bwMode="auto">
            <a:xfrm>
              <a:off x="2112" y="2256"/>
              <a:ext cx="672" cy="192"/>
              <a:chOff x="2496" y="2160"/>
              <a:chExt cx="768" cy="144"/>
            </a:xfrm>
          </p:grpSpPr>
          <p:sp>
            <p:nvSpPr>
              <p:cNvPr id="7687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687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7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6831" name="Group 160"/>
          <p:cNvGrpSpPr>
            <a:grpSpLocks/>
          </p:cNvGrpSpPr>
          <p:nvPr/>
        </p:nvGrpSpPr>
        <p:grpSpPr bwMode="auto">
          <a:xfrm>
            <a:off x="2857500" y="4400550"/>
            <a:ext cx="800100" cy="171450"/>
            <a:chOff x="2496" y="2160"/>
            <a:chExt cx="768" cy="144"/>
          </a:xfrm>
        </p:grpSpPr>
        <p:sp>
          <p:nvSpPr>
            <p:cNvPr id="7686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686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7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6832"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683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6834"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35"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6836"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37"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6838"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39" name="Rectangle 171"/>
          <p:cNvSpPr>
            <a:spLocks noChangeArrowheads="1"/>
          </p:cNvSpPr>
          <p:nvPr/>
        </p:nvSpPr>
        <p:spPr bwMode="auto">
          <a:xfrm>
            <a:off x="6057900" y="33147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DFS(4)</a:t>
            </a:r>
            <a:endParaRPr lang="zh-CN" altLang="en-US" sz="1800" dirty="0">
              <a:solidFill>
                <a:schemeClr val="tx1"/>
              </a:solidFill>
              <a:latin typeface="+mn-lt"/>
              <a:ea typeface="宋体" panose="02010600030101010101" pitchFamily="2" charset="-122"/>
            </a:endParaRPr>
          </a:p>
        </p:txBody>
      </p:sp>
      <p:sp>
        <p:nvSpPr>
          <p:cNvPr id="76840" name="Line 172"/>
          <p:cNvSpPr>
            <a:spLocks noChangeShapeType="1"/>
          </p:cNvSpPr>
          <p:nvPr/>
        </p:nvSpPr>
        <p:spPr bwMode="auto">
          <a:xfrm>
            <a:off x="6515100" y="31432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41" name="Text Box 173"/>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6842" name="AutoShape 174"/>
          <p:cNvSpPr>
            <a:spLocks noChangeArrowheads="1"/>
          </p:cNvSpPr>
          <p:nvPr/>
        </p:nvSpPr>
        <p:spPr bwMode="auto">
          <a:xfrm>
            <a:off x="4343400" y="280035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6843" name="Text Box 175"/>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6844" name="Text Box 176"/>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6845" name="Text Box 177"/>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6846" name="Text Box 178"/>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6847" name="Text Box 179"/>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6848" name="Group 183"/>
          <p:cNvGrpSpPr>
            <a:grpSpLocks/>
          </p:cNvGrpSpPr>
          <p:nvPr/>
        </p:nvGrpSpPr>
        <p:grpSpPr bwMode="auto">
          <a:xfrm>
            <a:off x="6053138" y="342900"/>
            <a:ext cx="1943100" cy="1943100"/>
            <a:chOff x="2784" y="96"/>
            <a:chExt cx="1632" cy="1680"/>
          </a:xfrm>
        </p:grpSpPr>
        <p:sp>
          <p:nvSpPr>
            <p:cNvPr id="76850" name="Oval 184"/>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6851" name="Oval 185"/>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6852" name="Oval 186"/>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6853" name="Oval 187"/>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6854" name="Oval 188"/>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6855" name="Oval 189"/>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6856" name="Oval 190"/>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6857" name="Line 191"/>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58" name="Line 192"/>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59" name="Line 193"/>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0" name="Line 194"/>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1" name="Line 195"/>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2" name="Line 196"/>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3" name="Oval 197"/>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6864" name="Line 198"/>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5" name="Line 199"/>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6" name="Line 200"/>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6867" name="Line 201"/>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81"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9893546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C725EEC-9485-C98D-0B66-0244C721CB7E}"/>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C725EEC-9485-C98D-0B66-0244C721CB7E}"/>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7826" name="Group 21"/>
          <p:cNvGrpSpPr>
            <a:grpSpLocks/>
          </p:cNvGrpSpPr>
          <p:nvPr/>
        </p:nvGrpSpPr>
        <p:grpSpPr bwMode="auto">
          <a:xfrm>
            <a:off x="1524001" y="2520554"/>
            <a:ext cx="1079897" cy="258365"/>
            <a:chOff x="288" y="2016"/>
            <a:chExt cx="816" cy="192"/>
          </a:xfrm>
        </p:grpSpPr>
        <p:sp>
          <p:nvSpPr>
            <p:cNvPr id="78000"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8001"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782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782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7829" name="Group 26"/>
          <p:cNvGrpSpPr>
            <a:grpSpLocks/>
          </p:cNvGrpSpPr>
          <p:nvPr/>
        </p:nvGrpSpPr>
        <p:grpSpPr bwMode="auto">
          <a:xfrm>
            <a:off x="1524001" y="3036094"/>
            <a:ext cx="1079897" cy="258366"/>
            <a:chOff x="288" y="2016"/>
            <a:chExt cx="816" cy="192"/>
          </a:xfrm>
        </p:grpSpPr>
        <p:sp>
          <p:nvSpPr>
            <p:cNvPr id="77998"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7999"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830" name="Group 29"/>
          <p:cNvGrpSpPr>
            <a:grpSpLocks/>
          </p:cNvGrpSpPr>
          <p:nvPr/>
        </p:nvGrpSpPr>
        <p:grpSpPr bwMode="auto">
          <a:xfrm>
            <a:off x="1524001" y="3294460"/>
            <a:ext cx="1079897" cy="258365"/>
            <a:chOff x="288" y="2016"/>
            <a:chExt cx="816" cy="192"/>
          </a:xfrm>
        </p:grpSpPr>
        <p:sp>
          <p:nvSpPr>
            <p:cNvPr id="77996"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7997"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831" name="Group 32"/>
          <p:cNvGrpSpPr>
            <a:grpSpLocks/>
          </p:cNvGrpSpPr>
          <p:nvPr/>
        </p:nvGrpSpPr>
        <p:grpSpPr bwMode="auto">
          <a:xfrm>
            <a:off x="1524001" y="3552825"/>
            <a:ext cx="1079897" cy="257175"/>
            <a:chOff x="288" y="2016"/>
            <a:chExt cx="816" cy="192"/>
          </a:xfrm>
        </p:grpSpPr>
        <p:sp>
          <p:nvSpPr>
            <p:cNvPr id="77994"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7995"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832" name="Group 35"/>
          <p:cNvGrpSpPr>
            <a:grpSpLocks/>
          </p:cNvGrpSpPr>
          <p:nvPr/>
        </p:nvGrpSpPr>
        <p:grpSpPr bwMode="auto">
          <a:xfrm>
            <a:off x="1524001" y="3810000"/>
            <a:ext cx="1079897" cy="258366"/>
            <a:chOff x="288" y="2016"/>
            <a:chExt cx="816" cy="192"/>
          </a:xfrm>
        </p:grpSpPr>
        <p:sp>
          <p:nvSpPr>
            <p:cNvPr id="77992"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7993"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833" name="Group 38"/>
          <p:cNvGrpSpPr>
            <a:grpSpLocks/>
          </p:cNvGrpSpPr>
          <p:nvPr/>
        </p:nvGrpSpPr>
        <p:grpSpPr bwMode="auto">
          <a:xfrm>
            <a:off x="1524001" y="4325542"/>
            <a:ext cx="1079897" cy="258365"/>
            <a:chOff x="288" y="2016"/>
            <a:chExt cx="816" cy="192"/>
          </a:xfrm>
        </p:grpSpPr>
        <p:sp>
          <p:nvSpPr>
            <p:cNvPr id="77990"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7991"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834" name="Group 41"/>
          <p:cNvGrpSpPr>
            <a:grpSpLocks/>
          </p:cNvGrpSpPr>
          <p:nvPr/>
        </p:nvGrpSpPr>
        <p:grpSpPr bwMode="auto">
          <a:xfrm>
            <a:off x="1524001" y="4068366"/>
            <a:ext cx="1079897" cy="257175"/>
            <a:chOff x="288" y="2016"/>
            <a:chExt cx="816" cy="192"/>
          </a:xfrm>
        </p:grpSpPr>
        <p:sp>
          <p:nvSpPr>
            <p:cNvPr id="77988"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7989"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783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783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3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3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4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4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4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4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4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7845" name="Group 54"/>
          <p:cNvGrpSpPr>
            <a:grpSpLocks/>
          </p:cNvGrpSpPr>
          <p:nvPr/>
        </p:nvGrpSpPr>
        <p:grpSpPr bwMode="auto">
          <a:xfrm>
            <a:off x="2857500" y="3612357"/>
            <a:ext cx="1428750" cy="159544"/>
            <a:chOff x="1440" y="2064"/>
            <a:chExt cx="1200" cy="192"/>
          </a:xfrm>
        </p:grpSpPr>
        <p:grpSp>
          <p:nvGrpSpPr>
            <p:cNvPr id="77977" name="Group 55"/>
            <p:cNvGrpSpPr>
              <a:grpSpLocks/>
            </p:cNvGrpSpPr>
            <p:nvPr/>
          </p:nvGrpSpPr>
          <p:grpSpPr bwMode="auto">
            <a:xfrm>
              <a:off x="1440" y="2064"/>
              <a:ext cx="672" cy="192"/>
              <a:chOff x="2496" y="2160"/>
              <a:chExt cx="768" cy="144"/>
            </a:xfrm>
          </p:grpSpPr>
          <p:sp>
            <p:nvSpPr>
              <p:cNvPr id="77985"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7986"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87"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978" name="Group 59"/>
            <p:cNvGrpSpPr>
              <a:grpSpLocks/>
            </p:cNvGrpSpPr>
            <p:nvPr/>
          </p:nvGrpSpPr>
          <p:grpSpPr bwMode="auto">
            <a:xfrm>
              <a:off x="2112" y="2064"/>
              <a:ext cx="528" cy="192"/>
              <a:chOff x="2112" y="2064"/>
              <a:chExt cx="528" cy="192"/>
            </a:xfrm>
          </p:grpSpPr>
          <p:grpSp>
            <p:nvGrpSpPr>
              <p:cNvPr id="77979" name="Group 60"/>
              <p:cNvGrpSpPr>
                <a:grpSpLocks/>
              </p:cNvGrpSpPr>
              <p:nvPr/>
            </p:nvGrpSpPr>
            <p:grpSpPr bwMode="auto">
              <a:xfrm>
                <a:off x="2112" y="2064"/>
                <a:ext cx="528" cy="192"/>
                <a:chOff x="2208" y="2112"/>
                <a:chExt cx="528" cy="144"/>
              </a:xfrm>
            </p:grpSpPr>
            <p:sp>
              <p:nvSpPr>
                <p:cNvPr id="77983"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7984"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80" name="Group 63"/>
              <p:cNvGrpSpPr>
                <a:grpSpLocks/>
              </p:cNvGrpSpPr>
              <p:nvPr/>
            </p:nvGrpSpPr>
            <p:grpSpPr bwMode="auto">
              <a:xfrm>
                <a:off x="2448" y="2064"/>
                <a:ext cx="144" cy="144"/>
                <a:chOff x="2448" y="2064"/>
                <a:chExt cx="144" cy="144"/>
              </a:xfrm>
            </p:grpSpPr>
            <p:sp>
              <p:nvSpPr>
                <p:cNvPr id="77981"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82"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7846" name="Group 66"/>
          <p:cNvGrpSpPr>
            <a:grpSpLocks/>
          </p:cNvGrpSpPr>
          <p:nvPr/>
        </p:nvGrpSpPr>
        <p:grpSpPr bwMode="auto">
          <a:xfrm>
            <a:off x="2857500" y="2800350"/>
            <a:ext cx="2228850" cy="171450"/>
            <a:chOff x="1440" y="2256"/>
            <a:chExt cx="1872" cy="192"/>
          </a:xfrm>
        </p:grpSpPr>
        <p:grpSp>
          <p:nvGrpSpPr>
            <p:cNvPr id="77962" name="Group 67"/>
            <p:cNvGrpSpPr>
              <a:grpSpLocks/>
            </p:cNvGrpSpPr>
            <p:nvPr/>
          </p:nvGrpSpPr>
          <p:grpSpPr bwMode="auto">
            <a:xfrm>
              <a:off x="2784" y="2256"/>
              <a:ext cx="528" cy="192"/>
              <a:chOff x="2112" y="2064"/>
              <a:chExt cx="528" cy="192"/>
            </a:xfrm>
          </p:grpSpPr>
          <p:grpSp>
            <p:nvGrpSpPr>
              <p:cNvPr id="77971" name="Group 68"/>
              <p:cNvGrpSpPr>
                <a:grpSpLocks/>
              </p:cNvGrpSpPr>
              <p:nvPr/>
            </p:nvGrpSpPr>
            <p:grpSpPr bwMode="auto">
              <a:xfrm>
                <a:off x="2112" y="2064"/>
                <a:ext cx="528" cy="192"/>
                <a:chOff x="2208" y="2112"/>
                <a:chExt cx="528" cy="144"/>
              </a:xfrm>
            </p:grpSpPr>
            <p:sp>
              <p:nvSpPr>
                <p:cNvPr id="77975"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7976"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72" name="Group 71"/>
              <p:cNvGrpSpPr>
                <a:grpSpLocks/>
              </p:cNvGrpSpPr>
              <p:nvPr/>
            </p:nvGrpSpPr>
            <p:grpSpPr bwMode="auto">
              <a:xfrm>
                <a:off x="2448" y="2064"/>
                <a:ext cx="144" cy="144"/>
                <a:chOff x="2448" y="2064"/>
                <a:chExt cx="144" cy="144"/>
              </a:xfrm>
            </p:grpSpPr>
            <p:sp>
              <p:nvSpPr>
                <p:cNvPr id="77973"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74"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963" name="Group 74"/>
            <p:cNvGrpSpPr>
              <a:grpSpLocks/>
            </p:cNvGrpSpPr>
            <p:nvPr/>
          </p:nvGrpSpPr>
          <p:grpSpPr bwMode="auto">
            <a:xfrm>
              <a:off x="1440" y="2256"/>
              <a:ext cx="672" cy="192"/>
              <a:chOff x="2496" y="2160"/>
              <a:chExt cx="768" cy="144"/>
            </a:xfrm>
          </p:grpSpPr>
          <p:sp>
            <p:nvSpPr>
              <p:cNvPr id="77968"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7969"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70"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964" name="Group 78"/>
            <p:cNvGrpSpPr>
              <a:grpSpLocks/>
            </p:cNvGrpSpPr>
            <p:nvPr/>
          </p:nvGrpSpPr>
          <p:grpSpPr bwMode="auto">
            <a:xfrm>
              <a:off x="2112" y="2256"/>
              <a:ext cx="672" cy="192"/>
              <a:chOff x="2496" y="2160"/>
              <a:chExt cx="768" cy="144"/>
            </a:xfrm>
          </p:grpSpPr>
          <p:sp>
            <p:nvSpPr>
              <p:cNvPr id="77965"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7966"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67"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47" name="Group 82"/>
          <p:cNvGrpSpPr>
            <a:grpSpLocks/>
          </p:cNvGrpSpPr>
          <p:nvPr/>
        </p:nvGrpSpPr>
        <p:grpSpPr bwMode="auto">
          <a:xfrm>
            <a:off x="2857500" y="3326607"/>
            <a:ext cx="800100" cy="159544"/>
            <a:chOff x="2496" y="2160"/>
            <a:chExt cx="768" cy="144"/>
          </a:xfrm>
        </p:grpSpPr>
        <p:sp>
          <p:nvSpPr>
            <p:cNvPr id="77959"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7960"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61"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848" name="Group 86"/>
          <p:cNvGrpSpPr>
            <a:grpSpLocks/>
          </p:cNvGrpSpPr>
          <p:nvPr/>
        </p:nvGrpSpPr>
        <p:grpSpPr bwMode="auto">
          <a:xfrm>
            <a:off x="3657600" y="3326607"/>
            <a:ext cx="628650" cy="159544"/>
            <a:chOff x="2112" y="2064"/>
            <a:chExt cx="528" cy="192"/>
          </a:xfrm>
        </p:grpSpPr>
        <p:grpSp>
          <p:nvGrpSpPr>
            <p:cNvPr id="77953" name="Group 87"/>
            <p:cNvGrpSpPr>
              <a:grpSpLocks/>
            </p:cNvGrpSpPr>
            <p:nvPr/>
          </p:nvGrpSpPr>
          <p:grpSpPr bwMode="auto">
            <a:xfrm>
              <a:off x="2112" y="2064"/>
              <a:ext cx="528" cy="192"/>
              <a:chOff x="2208" y="2112"/>
              <a:chExt cx="528" cy="144"/>
            </a:xfrm>
          </p:grpSpPr>
          <p:sp>
            <p:nvSpPr>
              <p:cNvPr id="77957"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7958"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54" name="Group 90"/>
            <p:cNvGrpSpPr>
              <a:grpSpLocks/>
            </p:cNvGrpSpPr>
            <p:nvPr/>
          </p:nvGrpSpPr>
          <p:grpSpPr bwMode="auto">
            <a:xfrm>
              <a:off x="2448" y="2064"/>
              <a:ext cx="144" cy="144"/>
              <a:chOff x="2448" y="2064"/>
              <a:chExt cx="144" cy="144"/>
            </a:xfrm>
          </p:grpSpPr>
          <p:sp>
            <p:nvSpPr>
              <p:cNvPr id="77955"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56"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49" name="Group 93"/>
          <p:cNvGrpSpPr>
            <a:grpSpLocks/>
          </p:cNvGrpSpPr>
          <p:nvPr/>
        </p:nvGrpSpPr>
        <p:grpSpPr bwMode="auto">
          <a:xfrm>
            <a:off x="2857500" y="2571750"/>
            <a:ext cx="1428750" cy="171450"/>
            <a:chOff x="1440" y="2064"/>
            <a:chExt cx="1200" cy="192"/>
          </a:xfrm>
        </p:grpSpPr>
        <p:grpSp>
          <p:nvGrpSpPr>
            <p:cNvPr id="77942" name="Group 94"/>
            <p:cNvGrpSpPr>
              <a:grpSpLocks/>
            </p:cNvGrpSpPr>
            <p:nvPr/>
          </p:nvGrpSpPr>
          <p:grpSpPr bwMode="auto">
            <a:xfrm>
              <a:off x="1440" y="2064"/>
              <a:ext cx="672" cy="192"/>
              <a:chOff x="2496" y="2160"/>
              <a:chExt cx="768" cy="144"/>
            </a:xfrm>
          </p:grpSpPr>
          <p:sp>
            <p:nvSpPr>
              <p:cNvPr id="77950"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7951"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52"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943" name="Group 98"/>
            <p:cNvGrpSpPr>
              <a:grpSpLocks/>
            </p:cNvGrpSpPr>
            <p:nvPr/>
          </p:nvGrpSpPr>
          <p:grpSpPr bwMode="auto">
            <a:xfrm>
              <a:off x="2112" y="2064"/>
              <a:ext cx="528" cy="192"/>
              <a:chOff x="2112" y="2064"/>
              <a:chExt cx="528" cy="192"/>
            </a:xfrm>
          </p:grpSpPr>
          <p:grpSp>
            <p:nvGrpSpPr>
              <p:cNvPr id="77944" name="Group 99"/>
              <p:cNvGrpSpPr>
                <a:grpSpLocks/>
              </p:cNvGrpSpPr>
              <p:nvPr/>
            </p:nvGrpSpPr>
            <p:grpSpPr bwMode="auto">
              <a:xfrm>
                <a:off x="2112" y="2064"/>
                <a:ext cx="528" cy="192"/>
                <a:chOff x="2208" y="2112"/>
                <a:chExt cx="528" cy="144"/>
              </a:xfrm>
            </p:grpSpPr>
            <p:sp>
              <p:nvSpPr>
                <p:cNvPr id="77948"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7949"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45" name="Group 102"/>
              <p:cNvGrpSpPr>
                <a:grpSpLocks/>
              </p:cNvGrpSpPr>
              <p:nvPr/>
            </p:nvGrpSpPr>
            <p:grpSpPr bwMode="auto">
              <a:xfrm>
                <a:off x="2448" y="2064"/>
                <a:ext cx="144" cy="144"/>
                <a:chOff x="2448" y="2064"/>
                <a:chExt cx="144" cy="144"/>
              </a:xfrm>
            </p:grpSpPr>
            <p:sp>
              <p:nvSpPr>
                <p:cNvPr id="77946"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47"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7850" name="Group 105"/>
          <p:cNvGrpSpPr>
            <a:grpSpLocks/>
          </p:cNvGrpSpPr>
          <p:nvPr/>
        </p:nvGrpSpPr>
        <p:grpSpPr bwMode="auto">
          <a:xfrm>
            <a:off x="2857500" y="3886200"/>
            <a:ext cx="1428750" cy="171450"/>
            <a:chOff x="1440" y="2064"/>
            <a:chExt cx="1200" cy="192"/>
          </a:xfrm>
        </p:grpSpPr>
        <p:grpSp>
          <p:nvGrpSpPr>
            <p:cNvPr id="77931" name="Group 106"/>
            <p:cNvGrpSpPr>
              <a:grpSpLocks/>
            </p:cNvGrpSpPr>
            <p:nvPr/>
          </p:nvGrpSpPr>
          <p:grpSpPr bwMode="auto">
            <a:xfrm>
              <a:off x="1440" y="2064"/>
              <a:ext cx="672" cy="192"/>
              <a:chOff x="2496" y="2160"/>
              <a:chExt cx="768" cy="144"/>
            </a:xfrm>
          </p:grpSpPr>
          <p:sp>
            <p:nvSpPr>
              <p:cNvPr id="77939"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7940"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41"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932" name="Group 110"/>
            <p:cNvGrpSpPr>
              <a:grpSpLocks/>
            </p:cNvGrpSpPr>
            <p:nvPr/>
          </p:nvGrpSpPr>
          <p:grpSpPr bwMode="auto">
            <a:xfrm>
              <a:off x="2112" y="2064"/>
              <a:ext cx="528" cy="192"/>
              <a:chOff x="2112" y="2064"/>
              <a:chExt cx="528" cy="192"/>
            </a:xfrm>
          </p:grpSpPr>
          <p:grpSp>
            <p:nvGrpSpPr>
              <p:cNvPr id="77933" name="Group 111"/>
              <p:cNvGrpSpPr>
                <a:grpSpLocks/>
              </p:cNvGrpSpPr>
              <p:nvPr/>
            </p:nvGrpSpPr>
            <p:grpSpPr bwMode="auto">
              <a:xfrm>
                <a:off x="2112" y="2064"/>
                <a:ext cx="528" cy="192"/>
                <a:chOff x="2208" y="2112"/>
                <a:chExt cx="528" cy="144"/>
              </a:xfrm>
            </p:grpSpPr>
            <p:sp>
              <p:nvSpPr>
                <p:cNvPr id="77937"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7938"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34" name="Group 114"/>
              <p:cNvGrpSpPr>
                <a:grpSpLocks/>
              </p:cNvGrpSpPr>
              <p:nvPr/>
            </p:nvGrpSpPr>
            <p:grpSpPr bwMode="auto">
              <a:xfrm>
                <a:off x="2448" y="2064"/>
                <a:ext cx="144" cy="144"/>
                <a:chOff x="2448" y="2064"/>
                <a:chExt cx="144" cy="144"/>
              </a:xfrm>
            </p:grpSpPr>
            <p:sp>
              <p:nvSpPr>
                <p:cNvPr id="77935"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36"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7851" name="Group 117"/>
          <p:cNvGrpSpPr>
            <a:grpSpLocks/>
          </p:cNvGrpSpPr>
          <p:nvPr/>
        </p:nvGrpSpPr>
        <p:grpSpPr bwMode="auto">
          <a:xfrm>
            <a:off x="2857500" y="4126707"/>
            <a:ext cx="800100" cy="159544"/>
            <a:chOff x="2496" y="2160"/>
            <a:chExt cx="768" cy="144"/>
          </a:xfrm>
        </p:grpSpPr>
        <p:sp>
          <p:nvSpPr>
            <p:cNvPr id="77928"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7929"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30"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852" name="Group 121"/>
          <p:cNvGrpSpPr>
            <a:grpSpLocks/>
          </p:cNvGrpSpPr>
          <p:nvPr/>
        </p:nvGrpSpPr>
        <p:grpSpPr bwMode="auto">
          <a:xfrm>
            <a:off x="3657600" y="4126707"/>
            <a:ext cx="628650" cy="159544"/>
            <a:chOff x="2112" y="2064"/>
            <a:chExt cx="528" cy="192"/>
          </a:xfrm>
        </p:grpSpPr>
        <p:grpSp>
          <p:nvGrpSpPr>
            <p:cNvPr id="77922" name="Group 122"/>
            <p:cNvGrpSpPr>
              <a:grpSpLocks/>
            </p:cNvGrpSpPr>
            <p:nvPr/>
          </p:nvGrpSpPr>
          <p:grpSpPr bwMode="auto">
            <a:xfrm>
              <a:off x="2112" y="2064"/>
              <a:ext cx="528" cy="192"/>
              <a:chOff x="2208" y="2112"/>
              <a:chExt cx="528" cy="144"/>
            </a:xfrm>
          </p:grpSpPr>
          <p:sp>
            <p:nvSpPr>
              <p:cNvPr id="77926"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7927"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23" name="Group 125"/>
            <p:cNvGrpSpPr>
              <a:grpSpLocks/>
            </p:cNvGrpSpPr>
            <p:nvPr/>
          </p:nvGrpSpPr>
          <p:grpSpPr bwMode="auto">
            <a:xfrm>
              <a:off x="2448" y="2064"/>
              <a:ext cx="144" cy="144"/>
              <a:chOff x="2448" y="2064"/>
              <a:chExt cx="144" cy="144"/>
            </a:xfrm>
          </p:grpSpPr>
          <p:sp>
            <p:nvSpPr>
              <p:cNvPr id="77924"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25"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53" name="Group 128"/>
          <p:cNvGrpSpPr>
            <a:grpSpLocks/>
          </p:cNvGrpSpPr>
          <p:nvPr/>
        </p:nvGrpSpPr>
        <p:grpSpPr bwMode="auto">
          <a:xfrm>
            <a:off x="2857500" y="3040857"/>
            <a:ext cx="2228850" cy="159544"/>
            <a:chOff x="1440" y="2256"/>
            <a:chExt cx="1872" cy="192"/>
          </a:xfrm>
        </p:grpSpPr>
        <p:grpSp>
          <p:nvGrpSpPr>
            <p:cNvPr id="77907" name="Group 129"/>
            <p:cNvGrpSpPr>
              <a:grpSpLocks/>
            </p:cNvGrpSpPr>
            <p:nvPr/>
          </p:nvGrpSpPr>
          <p:grpSpPr bwMode="auto">
            <a:xfrm>
              <a:off x="2784" y="2256"/>
              <a:ext cx="528" cy="192"/>
              <a:chOff x="2112" y="2064"/>
              <a:chExt cx="528" cy="192"/>
            </a:xfrm>
          </p:grpSpPr>
          <p:grpSp>
            <p:nvGrpSpPr>
              <p:cNvPr id="77916" name="Group 130"/>
              <p:cNvGrpSpPr>
                <a:grpSpLocks/>
              </p:cNvGrpSpPr>
              <p:nvPr/>
            </p:nvGrpSpPr>
            <p:grpSpPr bwMode="auto">
              <a:xfrm>
                <a:off x="2112" y="2064"/>
                <a:ext cx="528" cy="192"/>
                <a:chOff x="2208" y="2112"/>
                <a:chExt cx="528" cy="144"/>
              </a:xfrm>
            </p:grpSpPr>
            <p:sp>
              <p:nvSpPr>
                <p:cNvPr id="77920"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7921"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17" name="Group 133"/>
              <p:cNvGrpSpPr>
                <a:grpSpLocks/>
              </p:cNvGrpSpPr>
              <p:nvPr/>
            </p:nvGrpSpPr>
            <p:grpSpPr bwMode="auto">
              <a:xfrm>
                <a:off x="2448" y="2064"/>
                <a:ext cx="144" cy="144"/>
                <a:chOff x="2448" y="2064"/>
                <a:chExt cx="144" cy="144"/>
              </a:xfrm>
            </p:grpSpPr>
            <p:sp>
              <p:nvSpPr>
                <p:cNvPr id="77918"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19"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908" name="Group 136"/>
            <p:cNvGrpSpPr>
              <a:grpSpLocks/>
            </p:cNvGrpSpPr>
            <p:nvPr/>
          </p:nvGrpSpPr>
          <p:grpSpPr bwMode="auto">
            <a:xfrm>
              <a:off x="1440" y="2256"/>
              <a:ext cx="672" cy="192"/>
              <a:chOff x="2496" y="2160"/>
              <a:chExt cx="768" cy="144"/>
            </a:xfrm>
          </p:grpSpPr>
          <p:sp>
            <p:nvSpPr>
              <p:cNvPr id="77913"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7914"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15"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909" name="Group 140"/>
            <p:cNvGrpSpPr>
              <a:grpSpLocks/>
            </p:cNvGrpSpPr>
            <p:nvPr/>
          </p:nvGrpSpPr>
          <p:grpSpPr bwMode="auto">
            <a:xfrm>
              <a:off x="2112" y="2256"/>
              <a:ext cx="672" cy="192"/>
              <a:chOff x="2496" y="2160"/>
              <a:chExt cx="768" cy="144"/>
            </a:xfrm>
          </p:grpSpPr>
          <p:sp>
            <p:nvSpPr>
              <p:cNvPr id="77910"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7911"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12"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54" name="Group 144"/>
          <p:cNvGrpSpPr>
            <a:grpSpLocks/>
          </p:cNvGrpSpPr>
          <p:nvPr/>
        </p:nvGrpSpPr>
        <p:grpSpPr bwMode="auto">
          <a:xfrm>
            <a:off x="3657600" y="4400550"/>
            <a:ext cx="2228850" cy="171450"/>
            <a:chOff x="1440" y="2256"/>
            <a:chExt cx="1872" cy="192"/>
          </a:xfrm>
        </p:grpSpPr>
        <p:grpSp>
          <p:nvGrpSpPr>
            <p:cNvPr id="77892" name="Group 145"/>
            <p:cNvGrpSpPr>
              <a:grpSpLocks/>
            </p:cNvGrpSpPr>
            <p:nvPr/>
          </p:nvGrpSpPr>
          <p:grpSpPr bwMode="auto">
            <a:xfrm>
              <a:off x="2784" y="2256"/>
              <a:ext cx="528" cy="192"/>
              <a:chOff x="2112" y="2064"/>
              <a:chExt cx="528" cy="192"/>
            </a:xfrm>
          </p:grpSpPr>
          <p:grpSp>
            <p:nvGrpSpPr>
              <p:cNvPr id="77901" name="Group 146"/>
              <p:cNvGrpSpPr>
                <a:grpSpLocks/>
              </p:cNvGrpSpPr>
              <p:nvPr/>
            </p:nvGrpSpPr>
            <p:grpSpPr bwMode="auto">
              <a:xfrm>
                <a:off x="2112" y="2064"/>
                <a:ext cx="528" cy="192"/>
                <a:chOff x="2208" y="2112"/>
                <a:chExt cx="528" cy="144"/>
              </a:xfrm>
            </p:grpSpPr>
            <p:sp>
              <p:nvSpPr>
                <p:cNvPr id="77905"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7906"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7902" name="Group 149"/>
              <p:cNvGrpSpPr>
                <a:grpSpLocks/>
              </p:cNvGrpSpPr>
              <p:nvPr/>
            </p:nvGrpSpPr>
            <p:grpSpPr bwMode="auto">
              <a:xfrm>
                <a:off x="2448" y="2064"/>
                <a:ext cx="144" cy="144"/>
                <a:chOff x="2448" y="2064"/>
                <a:chExt cx="144" cy="144"/>
              </a:xfrm>
            </p:grpSpPr>
            <p:sp>
              <p:nvSpPr>
                <p:cNvPr id="77903"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904"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93" name="Group 152"/>
            <p:cNvGrpSpPr>
              <a:grpSpLocks/>
            </p:cNvGrpSpPr>
            <p:nvPr/>
          </p:nvGrpSpPr>
          <p:grpSpPr bwMode="auto">
            <a:xfrm>
              <a:off x="1440" y="2256"/>
              <a:ext cx="672" cy="192"/>
              <a:chOff x="2496" y="2160"/>
              <a:chExt cx="768" cy="144"/>
            </a:xfrm>
          </p:grpSpPr>
          <p:sp>
            <p:nvSpPr>
              <p:cNvPr id="77898"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7899"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900"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7894" name="Group 156"/>
            <p:cNvGrpSpPr>
              <a:grpSpLocks/>
            </p:cNvGrpSpPr>
            <p:nvPr/>
          </p:nvGrpSpPr>
          <p:grpSpPr bwMode="auto">
            <a:xfrm>
              <a:off x="2112" y="2256"/>
              <a:ext cx="672" cy="192"/>
              <a:chOff x="2496" y="2160"/>
              <a:chExt cx="768" cy="144"/>
            </a:xfrm>
          </p:grpSpPr>
          <p:sp>
            <p:nvSpPr>
              <p:cNvPr id="77895"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7896"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897"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7855" name="Group 160"/>
          <p:cNvGrpSpPr>
            <a:grpSpLocks/>
          </p:cNvGrpSpPr>
          <p:nvPr/>
        </p:nvGrpSpPr>
        <p:grpSpPr bwMode="auto">
          <a:xfrm>
            <a:off x="2857500" y="4400550"/>
            <a:ext cx="800100" cy="171450"/>
            <a:chOff x="2496" y="2160"/>
            <a:chExt cx="768" cy="144"/>
          </a:xfrm>
        </p:grpSpPr>
        <p:sp>
          <p:nvSpPr>
            <p:cNvPr id="77889"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7890"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891"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7856"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785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7858"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859"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7860"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61"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7862" name="AutoShape 170"/>
          <p:cNvSpPr>
            <a:spLocks noChangeArrowheads="1"/>
          </p:cNvSpPr>
          <p:nvPr/>
        </p:nvSpPr>
        <p:spPr bwMode="auto">
          <a:xfrm>
            <a:off x="388620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7863" name="Text Box 171"/>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7864" name="Text Box 172"/>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7865" name="Text Box 173"/>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7866" name="Text Box 174"/>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7867" name="Text Box 175"/>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7868" name="Text Box 176"/>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7869" name="Group 180"/>
          <p:cNvGrpSpPr>
            <a:grpSpLocks/>
          </p:cNvGrpSpPr>
          <p:nvPr/>
        </p:nvGrpSpPr>
        <p:grpSpPr bwMode="auto">
          <a:xfrm>
            <a:off x="6053138" y="342900"/>
            <a:ext cx="1943100" cy="1943100"/>
            <a:chOff x="2784" y="96"/>
            <a:chExt cx="1632" cy="1680"/>
          </a:xfrm>
        </p:grpSpPr>
        <p:sp>
          <p:nvSpPr>
            <p:cNvPr id="77871" name="Oval 18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7872" name="Oval 18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7873" name="Oval 18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7874" name="Oval 18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7875" name="Oval 18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7876" name="Oval 18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7877" name="Oval 18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7878" name="Line 18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79" name="Line 18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0" name="Line 19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1" name="Line 19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2" name="Line 19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3" name="Line 19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4" name="Oval 19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7885" name="Line 19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6" name="Line 19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7" name="Line 19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7888" name="Line 19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8"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916253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8CEC2CC2-C2DE-6844-A34A-592536268738}"/>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8CEC2CC2-C2DE-6844-A34A-592536268738}"/>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8850" name="Group 21"/>
          <p:cNvGrpSpPr>
            <a:grpSpLocks/>
          </p:cNvGrpSpPr>
          <p:nvPr/>
        </p:nvGrpSpPr>
        <p:grpSpPr bwMode="auto">
          <a:xfrm>
            <a:off x="1524001" y="2520554"/>
            <a:ext cx="1079897" cy="258365"/>
            <a:chOff x="288" y="2016"/>
            <a:chExt cx="816" cy="192"/>
          </a:xfrm>
        </p:grpSpPr>
        <p:sp>
          <p:nvSpPr>
            <p:cNvPr id="79024"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9025"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8851"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8852"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8853" name="Group 26"/>
          <p:cNvGrpSpPr>
            <a:grpSpLocks/>
          </p:cNvGrpSpPr>
          <p:nvPr/>
        </p:nvGrpSpPr>
        <p:grpSpPr bwMode="auto">
          <a:xfrm>
            <a:off x="1524001" y="3036094"/>
            <a:ext cx="1079897" cy="258366"/>
            <a:chOff x="288" y="2016"/>
            <a:chExt cx="816" cy="192"/>
          </a:xfrm>
        </p:grpSpPr>
        <p:sp>
          <p:nvSpPr>
            <p:cNvPr id="79022"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9023"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854" name="Group 29"/>
          <p:cNvGrpSpPr>
            <a:grpSpLocks/>
          </p:cNvGrpSpPr>
          <p:nvPr/>
        </p:nvGrpSpPr>
        <p:grpSpPr bwMode="auto">
          <a:xfrm>
            <a:off x="1524001" y="3294460"/>
            <a:ext cx="1079897" cy="258365"/>
            <a:chOff x="288" y="2016"/>
            <a:chExt cx="816" cy="192"/>
          </a:xfrm>
        </p:grpSpPr>
        <p:sp>
          <p:nvSpPr>
            <p:cNvPr id="79020"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9021"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855" name="Group 32"/>
          <p:cNvGrpSpPr>
            <a:grpSpLocks/>
          </p:cNvGrpSpPr>
          <p:nvPr/>
        </p:nvGrpSpPr>
        <p:grpSpPr bwMode="auto">
          <a:xfrm>
            <a:off x="1524001" y="3552825"/>
            <a:ext cx="1079897" cy="257175"/>
            <a:chOff x="288" y="2016"/>
            <a:chExt cx="816" cy="192"/>
          </a:xfrm>
        </p:grpSpPr>
        <p:sp>
          <p:nvSpPr>
            <p:cNvPr id="79018"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9019"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856" name="Group 35"/>
          <p:cNvGrpSpPr>
            <a:grpSpLocks/>
          </p:cNvGrpSpPr>
          <p:nvPr/>
        </p:nvGrpSpPr>
        <p:grpSpPr bwMode="auto">
          <a:xfrm>
            <a:off x="1524001" y="3810000"/>
            <a:ext cx="1079897" cy="258366"/>
            <a:chOff x="288" y="2016"/>
            <a:chExt cx="816" cy="192"/>
          </a:xfrm>
        </p:grpSpPr>
        <p:sp>
          <p:nvSpPr>
            <p:cNvPr id="79016"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9017"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857" name="Group 38"/>
          <p:cNvGrpSpPr>
            <a:grpSpLocks/>
          </p:cNvGrpSpPr>
          <p:nvPr/>
        </p:nvGrpSpPr>
        <p:grpSpPr bwMode="auto">
          <a:xfrm>
            <a:off x="1524001" y="4325542"/>
            <a:ext cx="1079897" cy="258365"/>
            <a:chOff x="288" y="2016"/>
            <a:chExt cx="816" cy="192"/>
          </a:xfrm>
        </p:grpSpPr>
        <p:sp>
          <p:nvSpPr>
            <p:cNvPr id="79014"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9015"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858" name="Group 41"/>
          <p:cNvGrpSpPr>
            <a:grpSpLocks/>
          </p:cNvGrpSpPr>
          <p:nvPr/>
        </p:nvGrpSpPr>
        <p:grpSpPr bwMode="auto">
          <a:xfrm>
            <a:off x="1524001" y="4068366"/>
            <a:ext cx="1079897" cy="257175"/>
            <a:chOff x="288" y="2016"/>
            <a:chExt cx="816" cy="192"/>
          </a:xfrm>
        </p:grpSpPr>
        <p:sp>
          <p:nvSpPr>
            <p:cNvPr id="79012"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9013"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8859"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8861"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2"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3"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4"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5"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6"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7"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68"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8869" name="Group 54"/>
          <p:cNvGrpSpPr>
            <a:grpSpLocks/>
          </p:cNvGrpSpPr>
          <p:nvPr/>
        </p:nvGrpSpPr>
        <p:grpSpPr bwMode="auto">
          <a:xfrm>
            <a:off x="2857500" y="3612357"/>
            <a:ext cx="1428750" cy="159544"/>
            <a:chOff x="1440" y="2064"/>
            <a:chExt cx="1200" cy="192"/>
          </a:xfrm>
        </p:grpSpPr>
        <p:grpSp>
          <p:nvGrpSpPr>
            <p:cNvPr id="79001" name="Group 55"/>
            <p:cNvGrpSpPr>
              <a:grpSpLocks/>
            </p:cNvGrpSpPr>
            <p:nvPr/>
          </p:nvGrpSpPr>
          <p:grpSpPr bwMode="auto">
            <a:xfrm>
              <a:off x="1440" y="2064"/>
              <a:ext cx="672" cy="192"/>
              <a:chOff x="2496" y="2160"/>
              <a:chExt cx="768" cy="144"/>
            </a:xfrm>
          </p:grpSpPr>
          <p:sp>
            <p:nvSpPr>
              <p:cNvPr id="79009"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9010"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011"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002" name="Group 59"/>
            <p:cNvGrpSpPr>
              <a:grpSpLocks/>
            </p:cNvGrpSpPr>
            <p:nvPr/>
          </p:nvGrpSpPr>
          <p:grpSpPr bwMode="auto">
            <a:xfrm>
              <a:off x="2112" y="2064"/>
              <a:ext cx="528" cy="192"/>
              <a:chOff x="2112" y="2064"/>
              <a:chExt cx="528" cy="192"/>
            </a:xfrm>
          </p:grpSpPr>
          <p:grpSp>
            <p:nvGrpSpPr>
              <p:cNvPr id="79003" name="Group 60"/>
              <p:cNvGrpSpPr>
                <a:grpSpLocks/>
              </p:cNvGrpSpPr>
              <p:nvPr/>
            </p:nvGrpSpPr>
            <p:grpSpPr bwMode="auto">
              <a:xfrm>
                <a:off x="2112" y="2064"/>
                <a:ext cx="528" cy="192"/>
                <a:chOff x="2208" y="2112"/>
                <a:chExt cx="528" cy="144"/>
              </a:xfrm>
            </p:grpSpPr>
            <p:sp>
              <p:nvSpPr>
                <p:cNvPr id="79007"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9008"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004" name="Group 63"/>
              <p:cNvGrpSpPr>
                <a:grpSpLocks/>
              </p:cNvGrpSpPr>
              <p:nvPr/>
            </p:nvGrpSpPr>
            <p:grpSpPr bwMode="auto">
              <a:xfrm>
                <a:off x="2448" y="2064"/>
                <a:ext cx="144" cy="144"/>
                <a:chOff x="2448" y="2064"/>
                <a:chExt cx="144" cy="144"/>
              </a:xfrm>
            </p:grpSpPr>
            <p:sp>
              <p:nvSpPr>
                <p:cNvPr id="79005"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006"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8870" name="Group 66"/>
          <p:cNvGrpSpPr>
            <a:grpSpLocks/>
          </p:cNvGrpSpPr>
          <p:nvPr/>
        </p:nvGrpSpPr>
        <p:grpSpPr bwMode="auto">
          <a:xfrm>
            <a:off x="2857500" y="2800350"/>
            <a:ext cx="2228850" cy="171450"/>
            <a:chOff x="1440" y="2256"/>
            <a:chExt cx="1872" cy="192"/>
          </a:xfrm>
        </p:grpSpPr>
        <p:grpSp>
          <p:nvGrpSpPr>
            <p:cNvPr id="78986" name="Group 67"/>
            <p:cNvGrpSpPr>
              <a:grpSpLocks/>
            </p:cNvGrpSpPr>
            <p:nvPr/>
          </p:nvGrpSpPr>
          <p:grpSpPr bwMode="auto">
            <a:xfrm>
              <a:off x="2784" y="2256"/>
              <a:ext cx="528" cy="192"/>
              <a:chOff x="2112" y="2064"/>
              <a:chExt cx="528" cy="192"/>
            </a:xfrm>
          </p:grpSpPr>
          <p:grpSp>
            <p:nvGrpSpPr>
              <p:cNvPr id="78995" name="Group 68"/>
              <p:cNvGrpSpPr>
                <a:grpSpLocks/>
              </p:cNvGrpSpPr>
              <p:nvPr/>
            </p:nvGrpSpPr>
            <p:grpSpPr bwMode="auto">
              <a:xfrm>
                <a:off x="2112" y="2064"/>
                <a:ext cx="528" cy="192"/>
                <a:chOff x="2208" y="2112"/>
                <a:chExt cx="528" cy="144"/>
              </a:xfrm>
            </p:grpSpPr>
            <p:sp>
              <p:nvSpPr>
                <p:cNvPr id="78999"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9000"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96" name="Group 71"/>
              <p:cNvGrpSpPr>
                <a:grpSpLocks/>
              </p:cNvGrpSpPr>
              <p:nvPr/>
            </p:nvGrpSpPr>
            <p:grpSpPr bwMode="auto">
              <a:xfrm>
                <a:off x="2448" y="2064"/>
                <a:ext cx="144" cy="144"/>
                <a:chOff x="2448" y="2064"/>
                <a:chExt cx="144" cy="144"/>
              </a:xfrm>
            </p:grpSpPr>
            <p:sp>
              <p:nvSpPr>
                <p:cNvPr id="78997"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98"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987" name="Group 74"/>
            <p:cNvGrpSpPr>
              <a:grpSpLocks/>
            </p:cNvGrpSpPr>
            <p:nvPr/>
          </p:nvGrpSpPr>
          <p:grpSpPr bwMode="auto">
            <a:xfrm>
              <a:off x="1440" y="2256"/>
              <a:ext cx="672" cy="192"/>
              <a:chOff x="2496" y="2160"/>
              <a:chExt cx="768" cy="144"/>
            </a:xfrm>
          </p:grpSpPr>
          <p:sp>
            <p:nvSpPr>
              <p:cNvPr id="78992"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8993"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94"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988" name="Group 78"/>
            <p:cNvGrpSpPr>
              <a:grpSpLocks/>
            </p:cNvGrpSpPr>
            <p:nvPr/>
          </p:nvGrpSpPr>
          <p:grpSpPr bwMode="auto">
            <a:xfrm>
              <a:off x="2112" y="2256"/>
              <a:ext cx="672" cy="192"/>
              <a:chOff x="2496" y="2160"/>
              <a:chExt cx="768" cy="144"/>
            </a:xfrm>
          </p:grpSpPr>
          <p:sp>
            <p:nvSpPr>
              <p:cNvPr id="78989"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8990"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91"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871" name="Group 82"/>
          <p:cNvGrpSpPr>
            <a:grpSpLocks/>
          </p:cNvGrpSpPr>
          <p:nvPr/>
        </p:nvGrpSpPr>
        <p:grpSpPr bwMode="auto">
          <a:xfrm>
            <a:off x="2857500" y="3326607"/>
            <a:ext cx="800100" cy="159544"/>
            <a:chOff x="2496" y="2160"/>
            <a:chExt cx="768" cy="144"/>
          </a:xfrm>
        </p:grpSpPr>
        <p:sp>
          <p:nvSpPr>
            <p:cNvPr id="78983"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8984"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85"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872" name="Group 86"/>
          <p:cNvGrpSpPr>
            <a:grpSpLocks/>
          </p:cNvGrpSpPr>
          <p:nvPr/>
        </p:nvGrpSpPr>
        <p:grpSpPr bwMode="auto">
          <a:xfrm>
            <a:off x="3657600" y="3326607"/>
            <a:ext cx="628650" cy="159544"/>
            <a:chOff x="2112" y="2064"/>
            <a:chExt cx="528" cy="192"/>
          </a:xfrm>
        </p:grpSpPr>
        <p:grpSp>
          <p:nvGrpSpPr>
            <p:cNvPr id="78977" name="Group 87"/>
            <p:cNvGrpSpPr>
              <a:grpSpLocks/>
            </p:cNvGrpSpPr>
            <p:nvPr/>
          </p:nvGrpSpPr>
          <p:grpSpPr bwMode="auto">
            <a:xfrm>
              <a:off x="2112" y="2064"/>
              <a:ext cx="528" cy="192"/>
              <a:chOff x="2208" y="2112"/>
              <a:chExt cx="528" cy="144"/>
            </a:xfrm>
          </p:grpSpPr>
          <p:sp>
            <p:nvSpPr>
              <p:cNvPr id="78981"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8982"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78" name="Group 90"/>
            <p:cNvGrpSpPr>
              <a:grpSpLocks/>
            </p:cNvGrpSpPr>
            <p:nvPr/>
          </p:nvGrpSpPr>
          <p:grpSpPr bwMode="auto">
            <a:xfrm>
              <a:off x="2448" y="2064"/>
              <a:ext cx="144" cy="144"/>
              <a:chOff x="2448" y="2064"/>
              <a:chExt cx="144" cy="144"/>
            </a:xfrm>
          </p:grpSpPr>
          <p:sp>
            <p:nvSpPr>
              <p:cNvPr id="78979"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80"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873" name="Group 93"/>
          <p:cNvGrpSpPr>
            <a:grpSpLocks/>
          </p:cNvGrpSpPr>
          <p:nvPr/>
        </p:nvGrpSpPr>
        <p:grpSpPr bwMode="auto">
          <a:xfrm>
            <a:off x="2857500" y="2571750"/>
            <a:ext cx="1428750" cy="171450"/>
            <a:chOff x="1440" y="2064"/>
            <a:chExt cx="1200" cy="192"/>
          </a:xfrm>
        </p:grpSpPr>
        <p:grpSp>
          <p:nvGrpSpPr>
            <p:cNvPr id="78966" name="Group 94"/>
            <p:cNvGrpSpPr>
              <a:grpSpLocks/>
            </p:cNvGrpSpPr>
            <p:nvPr/>
          </p:nvGrpSpPr>
          <p:grpSpPr bwMode="auto">
            <a:xfrm>
              <a:off x="1440" y="2064"/>
              <a:ext cx="672" cy="192"/>
              <a:chOff x="2496" y="2160"/>
              <a:chExt cx="768" cy="144"/>
            </a:xfrm>
          </p:grpSpPr>
          <p:sp>
            <p:nvSpPr>
              <p:cNvPr id="78974"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8975"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76"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967" name="Group 98"/>
            <p:cNvGrpSpPr>
              <a:grpSpLocks/>
            </p:cNvGrpSpPr>
            <p:nvPr/>
          </p:nvGrpSpPr>
          <p:grpSpPr bwMode="auto">
            <a:xfrm>
              <a:off x="2112" y="2064"/>
              <a:ext cx="528" cy="192"/>
              <a:chOff x="2112" y="2064"/>
              <a:chExt cx="528" cy="192"/>
            </a:xfrm>
          </p:grpSpPr>
          <p:grpSp>
            <p:nvGrpSpPr>
              <p:cNvPr id="78968" name="Group 99"/>
              <p:cNvGrpSpPr>
                <a:grpSpLocks/>
              </p:cNvGrpSpPr>
              <p:nvPr/>
            </p:nvGrpSpPr>
            <p:grpSpPr bwMode="auto">
              <a:xfrm>
                <a:off x="2112" y="2064"/>
                <a:ext cx="528" cy="192"/>
                <a:chOff x="2208" y="2112"/>
                <a:chExt cx="528" cy="144"/>
              </a:xfrm>
            </p:grpSpPr>
            <p:sp>
              <p:nvSpPr>
                <p:cNvPr id="78972"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8973"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69" name="Group 102"/>
              <p:cNvGrpSpPr>
                <a:grpSpLocks/>
              </p:cNvGrpSpPr>
              <p:nvPr/>
            </p:nvGrpSpPr>
            <p:grpSpPr bwMode="auto">
              <a:xfrm>
                <a:off x="2448" y="2064"/>
                <a:ext cx="144" cy="144"/>
                <a:chOff x="2448" y="2064"/>
                <a:chExt cx="144" cy="144"/>
              </a:xfrm>
            </p:grpSpPr>
            <p:sp>
              <p:nvSpPr>
                <p:cNvPr id="78970"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71"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8874" name="Group 105"/>
          <p:cNvGrpSpPr>
            <a:grpSpLocks/>
          </p:cNvGrpSpPr>
          <p:nvPr/>
        </p:nvGrpSpPr>
        <p:grpSpPr bwMode="auto">
          <a:xfrm>
            <a:off x="2857500" y="3886200"/>
            <a:ext cx="1428750" cy="171450"/>
            <a:chOff x="1440" y="2064"/>
            <a:chExt cx="1200" cy="192"/>
          </a:xfrm>
        </p:grpSpPr>
        <p:grpSp>
          <p:nvGrpSpPr>
            <p:cNvPr id="78955" name="Group 106"/>
            <p:cNvGrpSpPr>
              <a:grpSpLocks/>
            </p:cNvGrpSpPr>
            <p:nvPr/>
          </p:nvGrpSpPr>
          <p:grpSpPr bwMode="auto">
            <a:xfrm>
              <a:off x="1440" y="2064"/>
              <a:ext cx="672" cy="192"/>
              <a:chOff x="2496" y="2160"/>
              <a:chExt cx="768" cy="144"/>
            </a:xfrm>
          </p:grpSpPr>
          <p:sp>
            <p:nvSpPr>
              <p:cNvPr id="78963"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8964"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65"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956" name="Group 110"/>
            <p:cNvGrpSpPr>
              <a:grpSpLocks/>
            </p:cNvGrpSpPr>
            <p:nvPr/>
          </p:nvGrpSpPr>
          <p:grpSpPr bwMode="auto">
            <a:xfrm>
              <a:off x="2112" y="2064"/>
              <a:ext cx="528" cy="192"/>
              <a:chOff x="2112" y="2064"/>
              <a:chExt cx="528" cy="192"/>
            </a:xfrm>
          </p:grpSpPr>
          <p:grpSp>
            <p:nvGrpSpPr>
              <p:cNvPr id="78957" name="Group 111"/>
              <p:cNvGrpSpPr>
                <a:grpSpLocks/>
              </p:cNvGrpSpPr>
              <p:nvPr/>
            </p:nvGrpSpPr>
            <p:grpSpPr bwMode="auto">
              <a:xfrm>
                <a:off x="2112" y="2064"/>
                <a:ext cx="528" cy="192"/>
                <a:chOff x="2208" y="2112"/>
                <a:chExt cx="528" cy="144"/>
              </a:xfrm>
            </p:grpSpPr>
            <p:sp>
              <p:nvSpPr>
                <p:cNvPr id="78961"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8962"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58" name="Group 114"/>
              <p:cNvGrpSpPr>
                <a:grpSpLocks/>
              </p:cNvGrpSpPr>
              <p:nvPr/>
            </p:nvGrpSpPr>
            <p:grpSpPr bwMode="auto">
              <a:xfrm>
                <a:off x="2448" y="2064"/>
                <a:ext cx="144" cy="144"/>
                <a:chOff x="2448" y="2064"/>
                <a:chExt cx="144" cy="144"/>
              </a:xfrm>
            </p:grpSpPr>
            <p:sp>
              <p:nvSpPr>
                <p:cNvPr id="78959"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60"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8875" name="Group 117"/>
          <p:cNvGrpSpPr>
            <a:grpSpLocks/>
          </p:cNvGrpSpPr>
          <p:nvPr/>
        </p:nvGrpSpPr>
        <p:grpSpPr bwMode="auto">
          <a:xfrm>
            <a:off x="2857500" y="4126707"/>
            <a:ext cx="800100" cy="159544"/>
            <a:chOff x="2496" y="2160"/>
            <a:chExt cx="768" cy="144"/>
          </a:xfrm>
        </p:grpSpPr>
        <p:sp>
          <p:nvSpPr>
            <p:cNvPr id="78952"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8953"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54"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876" name="Group 121"/>
          <p:cNvGrpSpPr>
            <a:grpSpLocks/>
          </p:cNvGrpSpPr>
          <p:nvPr/>
        </p:nvGrpSpPr>
        <p:grpSpPr bwMode="auto">
          <a:xfrm>
            <a:off x="3657600" y="4126707"/>
            <a:ext cx="628650" cy="159544"/>
            <a:chOff x="2112" y="2064"/>
            <a:chExt cx="528" cy="192"/>
          </a:xfrm>
        </p:grpSpPr>
        <p:grpSp>
          <p:nvGrpSpPr>
            <p:cNvPr id="78946" name="Group 122"/>
            <p:cNvGrpSpPr>
              <a:grpSpLocks/>
            </p:cNvGrpSpPr>
            <p:nvPr/>
          </p:nvGrpSpPr>
          <p:grpSpPr bwMode="auto">
            <a:xfrm>
              <a:off x="2112" y="2064"/>
              <a:ext cx="528" cy="192"/>
              <a:chOff x="2208" y="2112"/>
              <a:chExt cx="528" cy="144"/>
            </a:xfrm>
          </p:grpSpPr>
          <p:sp>
            <p:nvSpPr>
              <p:cNvPr id="78950"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8951"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47" name="Group 125"/>
            <p:cNvGrpSpPr>
              <a:grpSpLocks/>
            </p:cNvGrpSpPr>
            <p:nvPr/>
          </p:nvGrpSpPr>
          <p:grpSpPr bwMode="auto">
            <a:xfrm>
              <a:off x="2448" y="2064"/>
              <a:ext cx="144" cy="144"/>
              <a:chOff x="2448" y="2064"/>
              <a:chExt cx="144" cy="144"/>
            </a:xfrm>
          </p:grpSpPr>
          <p:sp>
            <p:nvSpPr>
              <p:cNvPr id="78948"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49"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877" name="Group 128"/>
          <p:cNvGrpSpPr>
            <a:grpSpLocks/>
          </p:cNvGrpSpPr>
          <p:nvPr/>
        </p:nvGrpSpPr>
        <p:grpSpPr bwMode="auto">
          <a:xfrm>
            <a:off x="2857500" y="3040857"/>
            <a:ext cx="2228850" cy="159544"/>
            <a:chOff x="1440" y="2256"/>
            <a:chExt cx="1872" cy="192"/>
          </a:xfrm>
        </p:grpSpPr>
        <p:grpSp>
          <p:nvGrpSpPr>
            <p:cNvPr id="78931" name="Group 129"/>
            <p:cNvGrpSpPr>
              <a:grpSpLocks/>
            </p:cNvGrpSpPr>
            <p:nvPr/>
          </p:nvGrpSpPr>
          <p:grpSpPr bwMode="auto">
            <a:xfrm>
              <a:off x="2784" y="2256"/>
              <a:ext cx="528" cy="192"/>
              <a:chOff x="2112" y="2064"/>
              <a:chExt cx="528" cy="192"/>
            </a:xfrm>
          </p:grpSpPr>
          <p:grpSp>
            <p:nvGrpSpPr>
              <p:cNvPr id="78940" name="Group 130"/>
              <p:cNvGrpSpPr>
                <a:grpSpLocks/>
              </p:cNvGrpSpPr>
              <p:nvPr/>
            </p:nvGrpSpPr>
            <p:grpSpPr bwMode="auto">
              <a:xfrm>
                <a:off x="2112" y="2064"/>
                <a:ext cx="528" cy="192"/>
                <a:chOff x="2208" y="2112"/>
                <a:chExt cx="528" cy="144"/>
              </a:xfrm>
            </p:grpSpPr>
            <p:sp>
              <p:nvSpPr>
                <p:cNvPr id="78944"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8945"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41" name="Group 133"/>
              <p:cNvGrpSpPr>
                <a:grpSpLocks/>
              </p:cNvGrpSpPr>
              <p:nvPr/>
            </p:nvGrpSpPr>
            <p:grpSpPr bwMode="auto">
              <a:xfrm>
                <a:off x="2448" y="2064"/>
                <a:ext cx="144" cy="144"/>
                <a:chOff x="2448" y="2064"/>
                <a:chExt cx="144" cy="144"/>
              </a:xfrm>
            </p:grpSpPr>
            <p:sp>
              <p:nvSpPr>
                <p:cNvPr id="78942"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43"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932" name="Group 136"/>
            <p:cNvGrpSpPr>
              <a:grpSpLocks/>
            </p:cNvGrpSpPr>
            <p:nvPr/>
          </p:nvGrpSpPr>
          <p:grpSpPr bwMode="auto">
            <a:xfrm>
              <a:off x="1440" y="2256"/>
              <a:ext cx="672" cy="192"/>
              <a:chOff x="2496" y="2160"/>
              <a:chExt cx="768" cy="144"/>
            </a:xfrm>
          </p:grpSpPr>
          <p:sp>
            <p:nvSpPr>
              <p:cNvPr id="78937"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8938"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39"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933" name="Group 140"/>
            <p:cNvGrpSpPr>
              <a:grpSpLocks/>
            </p:cNvGrpSpPr>
            <p:nvPr/>
          </p:nvGrpSpPr>
          <p:grpSpPr bwMode="auto">
            <a:xfrm>
              <a:off x="2112" y="2256"/>
              <a:ext cx="672" cy="192"/>
              <a:chOff x="2496" y="2160"/>
              <a:chExt cx="768" cy="144"/>
            </a:xfrm>
          </p:grpSpPr>
          <p:sp>
            <p:nvSpPr>
              <p:cNvPr id="78934"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8935"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36"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878" name="Group 144"/>
          <p:cNvGrpSpPr>
            <a:grpSpLocks/>
          </p:cNvGrpSpPr>
          <p:nvPr/>
        </p:nvGrpSpPr>
        <p:grpSpPr bwMode="auto">
          <a:xfrm>
            <a:off x="3657600" y="4400550"/>
            <a:ext cx="2228850" cy="171450"/>
            <a:chOff x="1440" y="2256"/>
            <a:chExt cx="1872" cy="192"/>
          </a:xfrm>
        </p:grpSpPr>
        <p:grpSp>
          <p:nvGrpSpPr>
            <p:cNvPr id="78916" name="Group 145"/>
            <p:cNvGrpSpPr>
              <a:grpSpLocks/>
            </p:cNvGrpSpPr>
            <p:nvPr/>
          </p:nvGrpSpPr>
          <p:grpSpPr bwMode="auto">
            <a:xfrm>
              <a:off x="2784" y="2256"/>
              <a:ext cx="528" cy="192"/>
              <a:chOff x="2112" y="2064"/>
              <a:chExt cx="528" cy="192"/>
            </a:xfrm>
          </p:grpSpPr>
          <p:grpSp>
            <p:nvGrpSpPr>
              <p:cNvPr id="78925" name="Group 146"/>
              <p:cNvGrpSpPr>
                <a:grpSpLocks/>
              </p:cNvGrpSpPr>
              <p:nvPr/>
            </p:nvGrpSpPr>
            <p:grpSpPr bwMode="auto">
              <a:xfrm>
                <a:off x="2112" y="2064"/>
                <a:ext cx="528" cy="192"/>
                <a:chOff x="2208" y="2112"/>
                <a:chExt cx="528" cy="144"/>
              </a:xfrm>
            </p:grpSpPr>
            <p:sp>
              <p:nvSpPr>
                <p:cNvPr id="78929"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8930"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8926" name="Group 149"/>
              <p:cNvGrpSpPr>
                <a:grpSpLocks/>
              </p:cNvGrpSpPr>
              <p:nvPr/>
            </p:nvGrpSpPr>
            <p:grpSpPr bwMode="auto">
              <a:xfrm>
                <a:off x="2448" y="2064"/>
                <a:ext cx="144" cy="144"/>
                <a:chOff x="2448" y="2064"/>
                <a:chExt cx="144" cy="144"/>
              </a:xfrm>
            </p:grpSpPr>
            <p:sp>
              <p:nvSpPr>
                <p:cNvPr id="78927"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28"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917" name="Group 152"/>
            <p:cNvGrpSpPr>
              <a:grpSpLocks/>
            </p:cNvGrpSpPr>
            <p:nvPr/>
          </p:nvGrpSpPr>
          <p:grpSpPr bwMode="auto">
            <a:xfrm>
              <a:off x="1440" y="2256"/>
              <a:ext cx="672" cy="192"/>
              <a:chOff x="2496" y="2160"/>
              <a:chExt cx="768" cy="144"/>
            </a:xfrm>
          </p:grpSpPr>
          <p:sp>
            <p:nvSpPr>
              <p:cNvPr id="78922"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8923"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24"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8918" name="Group 156"/>
            <p:cNvGrpSpPr>
              <a:grpSpLocks/>
            </p:cNvGrpSpPr>
            <p:nvPr/>
          </p:nvGrpSpPr>
          <p:grpSpPr bwMode="auto">
            <a:xfrm>
              <a:off x="2112" y="2256"/>
              <a:ext cx="672" cy="192"/>
              <a:chOff x="2496" y="2160"/>
              <a:chExt cx="768" cy="144"/>
            </a:xfrm>
          </p:grpSpPr>
          <p:sp>
            <p:nvSpPr>
              <p:cNvPr id="78919"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8920"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21"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8879" name="Group 160"/>
          <p:cNvGrpSpPr>
            <a:grpSpLocks/>
          </p:cNvGrpSpPr>
          <p:nvPr/>
        </p:nvGrpSpPr>
        <p:grpSpPr bwMode="auto">
          <a:xfrm>
            <a:off x="2857500" y="4400550"/>
            <a:ext cx="800100" cy="171450"/>
            <a:chOff x="2496" y="2160"/>
            <a:chExt cx="768" cy="144"/>
          </a:xfrm>
        </p:grpSpPr>
        <p:sp>
          <p:nvSpPr>
            <p:cNvPr id="78913"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8914"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915"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8880" name="Text Box 164"/>
          <p:cNvSpPr txBox="1">
            <a:spLocks noChangeArrowheads="1"/>
          </p:cNvSpPr>
          <p:nvPr/>
        </p:nvSpPr>
        <p:spPr bwMode="auto">
          <a:xfrm>
            <a:off x="6084168"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8881"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8882"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883" name="Rectangle 167"/>
          <p:cNvSpPr>
            <a:spLocks noChangeArrowheads="1"/>
          </p:cNvSpPr>
          <p:nvPr/>
        </p:nvSpPr>
        <p:spPr bwMode="auto">
          <a:xfrm>
            <a:off x="6057900" y="2857500"/>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en-US" altLang="zh-CN" sz="1800" dirty="0">
                <a:solidFill>
                  <a:schemeClr val="tx1"/>
                </a:solidFill>
                <a:latin typeface="+mn-lt"/>
                <a:ea typeface="宋体" panose="02010600030101010101" pitchFamily="2" charset="-122"/>
              </a:rPr>
              <a:t>DFS(2)</a:t>
            </a:r>
            <a:endParaRPr lang="zh-CN" altLang="en-US" sz="1800" dirty="0">
              <a:solidFill>
                <a:schemeClr val="tx1"/>
              </a:solidFill>
              <a:latin typeface="+mn-lt"/>
              <a:ea typeface="宋体" panose="02010600030101010101" pitchFamily="2" charset="-122"/>
            </a:endParaRPr>
          </a:p>
        </p:txBody>
      </p:sp>
      <p:sp>
        <p:nvSpPr>
          <p:cNvPr id="78884" name="Line 168"/>
          <p:cNvSpPr>
            <a:spLocks noChangeShapeType="1"/>
          </p:cNvSpPr>
          <p:nvPr/>
        </p:nvSpPr>
        <p:spPr bwMode="auto">
          <a:xfrm>
            <a:off x="6515100" y="2686050"/>
            <a:ext cx="0" cy="17145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885" name="Text Box 169"/>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8886" name="AutoShape 170"/>
          <p:cNvSpPr>
            <a:spLocks noChangeArrowheads="1"/>
          </p:cNvSpPr>
          <p:nvPr/>
        </p:nvSpPr>
        <p:spPr bwMode="auto">
          <a:xfrm>
            <a:off x="4629150" y="22860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8887" name="Text Box 171"/>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8888" name="Text Box 172"/>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8889" name="Text Box 173"/>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8890" name="Text Box 174"/>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8891" name="Text Box 175"/>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8892" name="Text Box 176"/>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8893" name="Group 180"/>
          <p:cNvGrpSpPr>
            <a:grpSpLocks/>
          </p:cNvGrpSpPr>
          <p:nvPr/>
        </p:nvGrpSpPr>
        <p:grpSpPr bwMode="auto">
          <a:xfrm>
            <a:off x="6053138" y="342900"/>
            <a:ext cx="1943100" cy="1943100"/>
            <a:chOff x="2784" y="96"/>
            <a:chExt cx="1632" cy="1680"/>
          </a:xfrm>
        </p:grpSpPr>
        <p:sp>
          <p:nvSpPr>
            <p:cNvPr id="78895" name="Oval 181"/>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8896" name="Oval 182"/>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8897" name="Oval 183"/>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8898" name="Oval 184"/>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8899" name="Oval 185"/>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8900" name="Oval 186"/>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8901" name="Oval 187"/>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8902" name="Line 188"/>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3" name="Line 189"/>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4" name="Line 190"/>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5" name="Line 191"/>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6" name="Line 192"/>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7" name="Line 193"/>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08" name="Oval 194"/>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8909" name="Line 195"/>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10" name="Line 196"/>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11" name="Line 197"/>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8912" name="Line 198"/>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8"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3887672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7172BF5-B351-1177-96D6-D095D2577B5E}"/>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7172BF5-B351-1177-96D6-D095D2577B5E}"/>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79874" name="Group 21"/>
          <p:cNvGrpSpPr>
            <a:grpSpLocks/>
          </p:cNvGrpSpPr>
          <p:nvPr/>
        </p:nvGrpSpPr>
        <p:grpSpPr bwMode="auto">
          <a:xfrm>
            <a:off x="1524001" y="2520554"/>
            <a:ext cx="1079897" cy="258365"/>
            <a:chOff x="288" y="2016"/>
            <a:chExt cx="816" cy="192"/>
          </a:xfrm>
        </p:grpSpPr>
        <p:sp>
          <p:nvSpPr>
            <p:cNvPr id="80045"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0046"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9875"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9876"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79877" name="Group 26"/>
          <p:cNvGrpSpPr>
            <a:grpSpLocks/>
          </p:cNvGrpSpPr>
          <p:nvPr/>
        </p:nvGrpSpPr>
        <p:grpSpPr bwMode="auto">
          <a:xfrm>
            <a:off x="1524001" y="3036094"/>
            <a:ext cx="1079897" cy="258366"/>
            <a:chOff x="288" y="2016"/>
            <a:chExt cx="816" cy="192"/>
          </a:xfrm>
        </p:grpSpPr>
        <p:sp>
          <p:nvSpPr>
            <p:cNvPr id="80043"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0044"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878" name="Group 29"/>
          <p:cNvGrpSpPr>
            <a:grpSpLocks/>
          </p:cNvGrpSpPr>
          <p:nvPr/>
        </p:nvGrpSpPr>
        <p:grpSpPr bwMode="auto">
          <a:xfrm>
            <a:off x="1524001" y="3294460"/>
            <a:ext cx="1079897" cy="258365"/>
            <a:chOff x="288" y="2016"/>
            <a:chExt cx="816" cy="192"/>
          </a:xfrm>
        </p:grpSpPr>
        <p:sp>
          <p:nvSpPr>
            <p:cNvPr id="80041"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0042"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879" name="Group 32"/>
          <p:cNvGrpSpPr>
            <a:grpSpLocks/>
          </p:cNvGrpSpPr>
          <p:nvPr/>
        </p:nvGrpSpPr>
        <p:grpSpPr bwMode="auto">
          <a:xfrm>
            <a:off x="1524001" y="3552825"/>
            <a:ext cx="1079897" cy="257175"/>
            <a:chOff x="288" y="2016"/>
            <a:chExt cx="816" cy="192"/>
          </a:xfrm>
        </p:grpSpPr>
        <p:sp>
          <p:nvSpPr>
            <p:cNvPr id="80039"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0040"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880" name="Group 35"/>
          <p:cNvGrpSpPr>
            <a:grpSpLocks/>
          </p:cNvGrpSpPr>
          <p:nvPr/>
        </p:nvGrpSpPr>
        <p:grpSpPr bwMode="auto">
          <a:xfrm>
            <a:off x="1524001" y="3810000"/>
            <a:ext cx="1079897" cy="258366"/>
            <a:chOff x="288" y="2016"/>
            <a:chExt cx="816" cy="192"/>
          </a:xfrm>
        </p:grpSpPr>
        <p:sp>
          <p:nvSpPr>
            <p:cNvPr id="80037"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0038"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881" name="Group 38"/>
          <p:cNvGrpSpPr>
            <a:grpSpLocks/>
          </p:cNvGrpSpPr>
          <p:nvPr/>
        </p:nvGrpSpPr>
        <p:grpSpPr bwMode="auto">
          <a:xfrm>
            <a:off x="1524001" y="4325542"/>
            <a:ext cx="1079897" cy="258365"/>
            <a:chOff x="288" y="2016"/>
            <a:chExt cx="816" cy="192"/>
          </a:xfrm>
        </p:grpSpPr>
        <p:sp>
          <p:nvSpPr>
            <p:cNvPr id="80035"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0036"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882" name="Group 41"/>
          <p:cNvGrpSpPr>
            <a:grpSpLocks/>
          </p:cNvGrpSpPr>
          <p:nvPr/>
        </p:nvGrpSpPr>
        <p:grpSpPr bwMode="auto">
          <a:xfrm>
            <a:off x="1524001" y="4068366"/>
            <a:ext cx="1079897" cy="257175"/>
            <a:chOff x="288" y="2016"/>
            <a:chExt cx="816" cy="192"/>
          </a:xfrm>
        </p:grpSpPr>
        <p:sp>
          <p:nvSpPr>
            <p:cNvPr id="80033"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0034"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79883"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79885"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86"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87"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88"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89"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90"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91"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892"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79893" name="Group 54"/>
          <p:cNvGrpSpPr>
            <a:grpSpLocks/>
          </p:cNvGrpSpPr>
          <p:nvPr/>
        </p:nvGrpSpPr>
        <p:grpSpPr bwMode="auto">
          <a:xfrm>
            <a:off x="2857500" y="3612357"/>
            <a:ext cx="1428750" cy="159544"/>
            <a:chOff x="1440" y="2064"/>
            <a:chExt cx="1200" cy="192"/>
          </a:xfrm>
        </p:grpSpPr>
        <p:grpSp>
          <p:nvGrpSpPr>
            <p:cNvPr id="80022" name="Group 55"/>
            <p:cNvGrpSpPr>
              <a:grpSpLocks/>
            </p:cNvGrpSpPr>
            <p:nvPr/>
          </p:nvGrpSpPr>
          <p:grpSpPr bwMode="auto">
            <a:xfrm>
              <a:off x="1440" y="2064"/>
              <a:ext cx="672" cy="192"/>
              <a:chOff x="2496" y="2160"/>
              <a:chExt cx="768" cy="144"/>
            </a:xfrm>
          </p:grpSpPr>
          <p:sp>
            <p:nvSpPr>
              <p:cNvPr id="80030"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0031"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032"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023" name="Group 59"/>
            <p:cNvGrpSpPr>
              <a:grpSpLocks/>
            </p:cNvGrpSpPr>
            <p:nvPr/>
          </p:nvGrpSpPr>
          <p:grpSpPr bwMode="auto">
            <a:xfrm>
              <a:off x="2112" y="2064"/>
              <a:ext cx="528" cy="192"/>
              <a:chOff x="2112" y="2064"/>
              <a:chExt cx="528" cy="192"/>
            </a:xfrm>
          </p:grpSpPr>
          <p:grpSp>
            <p:nvGrpSpPr>
              <p:cNvPr id="80024" name="Group 60"/>
              <p:cNvGrpSpPr>
                <a:grpSpLocks/>
              </p:cNvGrpSpPr>
              <p:nvPr/>
            </p:nvGrpSpPr>
            <p:grpSpPr bwMode="auto">
              <a:xfrm>
                <a:off x="2112" y="2064"/>
                <a:ext cx="528" cy="192"/>
                <a:chOff x="2208" y="2112"/>
                <a:chExt cx="528" cy="144"/>
              </a:xfrm>
            </p:grpSpPr>
            <p:sp>
              <p:nvSpPr>
                <p:cNvPr id="80028"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0029"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025" name="Group 63"/>
              <p:cNvGrpSpPr>
                <a:grpSpLocks/>
              </p:cNvGrpSpPr>
              <p:nvPr/>
            </p:nvGrpSpPr>
            <p:grpSpPr bwMode="auto">
              <a:xfrm>
                <a:off x="2448" y="2064"/>
                <a:ext cx="144" cy="144"/>
                <a:chOff x="2448" y="2064"/>
                <a:chExt cx="144" cy="144"/>
              </a:xfrm>
            </p:grpSpPr>
            <p:sp>
              <p:nvSpPr>
                <p:cNvPr id="80026"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027"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9894" name="Group 66"/>
          <p:cNvGrpSpPr>
            <a:grpSpLocks/>
          </p:cNvGrpSpPr>
          <p:nvPr/>
        </p:nvGrpSpPr>
        <p:grpSpPr bwMode="auto">
          <a:xfrm>
            <a:off x="2857500" y="2800350"/>
            <a:ext cx="2228850" cy="171450"/>
            <a:chOff x="1440" y="2256"/>
            <a:chExt cx="1872" cy="192"/>
          </a:xfrm>
        </p:grpSpPr>
        <p:grpSp>
          <p:nvGrpSpPr>
            <p:cNvPr id="80007" name="Group 67"/>
            <p:cNvGrpSpPr>
              <a:grpSpLocks/>
            </p:cNvGrpSpPr>
            <p:nvPr/>
          </p:nvGrpSpPr>
          <p:grpSpPr bwMode="auto">
            <a:xfrm>
              <a:off x="2784" y="2256"/>
              <a:ext cx="528" cy="192"/>
              <a:chOff x="2112" y="2064"/>
              <a:chExt cx="528" cy="192"/>
            </a:xfrm>
          </p:grpSpPr>
          <p:grpSp>
            <p:nvGrpSpPr>
              <p:cNvPr id="80016" name="Group 68"/>
              <p:cNvGrpSpPr>
                <a:grpSpLocks/>
              </p:cNvGrpSpPr>
              <p:nvPr/>
            </p:nvGrpSpPr>
            <p:grpSpPr bwMode="auto">
              <a:xfrm>
                <a:off x="2112" y="2064"/>
                <a:ext cx="528" cy="192"/>
                <a:chOff x="2208" y="2112"/>
                <a:chExt cx="528" cy="144"/>
              </a:xfrm>
            </p:grpSpPr>
            <p:sp>
              <p:nvSpPr>
                <p:cNvPr id="80020"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0021"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017" name="Group 71"/>
              <p:cNvGrpSpPr>
                <a:grpSpLocks/>
              </p:cNvGrpSpPr>
              <p:nvPr/>
            </p:nvGrpSpPr>
            <p:grpSpPr bwMode="auto">
              <a:xfrm>
                <a:off x="2448" y="2064"/>
                <a:ext cx="144" cy="144"/>
                <a:chOff x="2448" y="2064"/>
                <a:chExt cx="144" cy="144"/>
              </a:xfrm>
            </p:grpSpPr>
            <p:sp>
              <p:nvSpPr>
                <p:cNvPr id="80018"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019"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008" name="Group 74"/>
            <p:cNvGrpSpPr>
              <a:grpSpLocks/>
            </p:cNvGrpSpPr>
            <p:nvPr/>
          </p:nvGrpSpPr>
          <p:grpSpPr bwMode="auto">
            <a:xfrm>
              <a:off x="1440" y="2256"/>
              <a:ext cx="672" cy="192"/>
              <a:chOff x="2496" y="2160"/>
              <a:chExt cx="768" cy="144"/>
            </a:xfrm>
          </p:grpSpPr>
          <p:sp>
            <p:nvSpPr>
              <p:cNvPr id="80013"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0014"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015"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009" name="Group 78"/>
            <p:cNvGrpSpPr>
              <a:grpSpLocks/>
            </p:cNvGrpSpPr>
            <p:nvPr/>
          </p:nvGrpSpPr>
          <p:grpSpPr bwMode="auto">
            <a:xfrm>
              <a:off x="2112" y="2256"/>
              <a:ext cx="672" cy="192"/>
              <a:chOff x="2496" y="2160"/>
              <a:chExt cx="768" cy="144"/>
            </a:xfrm>
          </p:grpSpPr>
          <p:sp>
            <p:nvSpPr>
              <p:cNvPr id="80010"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0011"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012"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895" name="Group 82"/>
          <p:cNvGrpSpPr>
            <a:grpSpLocks/>
          </p:cNvGrpSpPr>
          <p:nvPr/>
        </p:nvGrpSpPr>
        <p:grpSpPr bwMode="auto">
          <a:xfrm>
            <a:off x="2857500" y="3326607"/>
            <a:ext cx="800100" cy="159544"/>
            <a:chOff x="2496" y="2160"/>
            <a:chExt cx="768" cy="144"/>
          </a:xfrm>
        </p:grpSpPr>
        <p:sp>
          <p:nvSpPr>
            <p:cNvPr id="80004"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0005"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006"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896" name="Group 86"/>
          <p:cNvGrpSpPr>
            <a:grpSpLocks/>
          </p:cNvGrpSpPr>
          <p:nvPr/>
        </p:nvGrpSpPr>
        <p:grpSpPr bwMode="auto">
          <a:xfrm>
            <a:off x="3657600" y="3326607"/>
            <a:ext cx="628650" cy="159544"/>
            <a:chOff x="2112" y="2064"/>
            <a:chExt cx="528" cy="192"/>
          </a:xfrm>
        </p:grpSpPr>
        <p:grpSp>
          <p:nvGrpSpPr>
            <p:cNvPr id="79998" name="Group 87"/>
            <p:cNvGrpSpPr>
              <a:grpSpLocks/>
            </p:cNvGrpSpPr>
            <p:nvPr/>
          </p:nvGrpSpPr>
          <p:grpSpPr bwMode="auto">
            <a:xfrm>
              <a:off x="2112" y="2064"/>
              <a:ext cx="528" cy="192"/>
              <a:chOff x="2208" y="2112"/>
              <a:chExt cx="528" cy="144"/>
            </a:xfrm>
          </p:grpSpPr>
          <p:sp>
            <p:nvSpPr>
              <p:cNvPr id="80002"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0003"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99" name="Group 90"/>
            <p:cNvGrpSpPr>
              <a:grpSpLocks/>
            </p:cNvGrpSpPr>
            <p:nvPr/>
          </p:nvGrpSpPr>
          <p:grpSpPr bwMode="auto">
            <a:xfrm>
              <a:off x="2448" y="2064"/>
              <a:ext cx="144" cy="144"/>
              <a:chOff x="2448" y="2064"/>
              <a:chExt cx="144" cy="144"/>
            </a:xfrm>
          </p:grpSpPr>
          <p:sp>
            <p:nvSpPr>
              <p:cNvPr id="80000"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001"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897" name="Group 93"/>
          <p:cNvGrpSpPr>
            <a:grpSpLocks/>
          </p:cNvGrpSpPr>
          <p:nvPr/>
        </p:nvGrpSpPr>
        <p:grpSpPr bwMode="auto">
          <a:xfrm>
            <a:off x="2857500" y="2571750"/>
            <a:ext cx="1428750" cy="171450"/>
            <a:chOff x="1440" y="2064"/>
            <a:chExt cx="1200" cy="192"/>
          </a:xfrm>
        </p:grpSpPr>
        <p:grpSp>
          <p:nvGrpSpPr>
            <p:cNvPr id="79987" name="Group 94"/>
            <p:cNvGrpSpPr>
              <a:grpSpLocks/>
            </p:cNvGrpSpPr>
            <p:nvPr/>
          </p:nvGrpSpPr>
          <p:grpSpPr bwMode="auto">
            <a:xfrm>
              <a:off x="1440" y="2064"/>
              <a:ext cx="672" cy="192"/>
              <a:chOff x="2496" y="2160"/>
              <a:chExt cx="768" cy="144"/>
            </a:xfrm>
          </p:grpSpPr>
          <p:sp>
            <p:nvSpPr>
              <p:cNvPr id="79995"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79996"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97"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988" name="Group 98"/>
            <p:cNvGrpSpPr>
              <a:grpSpLocks/>
            </p:cNvGrpSpPr>
            <p:nvPr/>
          </p:nvGrpSpPr>
          <p:grpSpPr bwMode="auto">
            <a:xfrm>
              <a:off x="2112" y="2064"/>
              <a:ext cx="528" cy="192"/>
              <a:chOff x="2112" y="2064"/>
              <a:chExt cx="528" cy="192"/>
            </a:xfrm>
          </p:grpSpPr>
          <p:grpSp>
            <p:nvGrpSpPr>
              <p:cNvPr id="79989" name="Group 99"/>
              <p:cNvGrpSpPr>
                <a:grpSpLocks/>
              </p:cNvGrpSpPr>
              <p:nvPr/>
            </p:nvGrpSpPr>
            <p:grpSpPr bwMode="auto">
              <a:xfrm>
                <a:off x="2112" y="2064"/>
                <a:ext cx="528" cy="192"/>
                <a:chOff x="2208" y="2112"/>
                <a:chExt cx="528" cy="144"/>
              </a:xfrm>
            </p:grpSpPr>
            <p:sp>
              <p:nvSpPr>
                <p:cNvPr id="79993"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9994"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90" name="Group 102"/>
              <p:cNvGrpSpPr>
                <a:grpSpLocks/>
              </p:cNvGrpSpPr>
              <p:nvPr/>
            </p:nvGrpSpPr>
            <p:grpSpPr bwMode="auto">
              <a:xfrm>
                <a:off x="2448" y="2064"/>
                <a:ext cx="144" cy="144"/>
                <a:chOff x="2448" y="2064"/>
                <a:chExt cx="144" cy="144"/>
              </a:xfrm>
            </p:grpSpPr>
            <p:sp>
              <p:nvSpPr>
                <p:cNvPr id="79991"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92"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9898" name="Group 105"/>
          <p:cNvGrpSpPr>
            <a:grpSpLocks/>
          </p:cNvGrpSpPr>
          <p:nvPr/>
        </p:nvGrpSpPr>
        <p:grpSpPr bwMode="auto">
          <a:xfrm>
            <a:off x="2857500" y="3886200"/>
            <a:ext cx="1428750" cy="171450"/>
            <a:chOff x="1440" y="2064"/>
            <a:chExt cx="1200" cy="192"/>
          </a:xfrm>
        </p:grpSpPr>
        <p:grpSp>
          <p:nvGrpSpPr>
            <p:cNvPr id="79976" name="Group 106"/>
            <p:cNvGrpSpPr>
              <a:grpSpLocks/>
            </p:cNvGrpSpPr>
            <p:nvPr/>
          </p:nvGrpSpPr>
          <p:grpSpPr bwMode="auto">
            <a:xfrm>
              <a:off x="1440" y="2064"/>
              <a:ext cx="672" cy="192"/>
              <a:chOff x="2496" y="2160"/>
              <a:chExt cx="768" cy="144"/>
            </a:xfrm>
          </p:grpSpPr>
          <p:sp>
            <p:nvSpPr>
              <p:cNvPr id="79984"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9985"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86"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977" name="Group 110"/>
            <p:cNvGrpSpPr>
              <a:grpSpLocks/>
            </p:cNvGrpSpPr>
            <p:nvPr/>
          </p:nvGrpSpPr>
          <p:grpSpPr bwMode="auto">
            <a:xfrm>
              <a:off x="2112" y="2064"/>
              <a:ext cx="528" cy="192"/>
              <a:chOff x="2112" y="2064"/>
              <a:chExt cx="528" cy="192"/>
            </a:xfrm>
          </p:grpSpPr>
          <p:grpSp>
            <p:nvGrpSpPr>
              <p:cNvPr id="79978" name="Group 111"/>
              <p:cNvGrpSpPr>
                <a:grpSpLocks/>
              </p:cNvGrpSpPr>
              <p:nvPr/>
            </p:nvGrpSpPr>
            <p:grpSpPr bwMode="auto">
              <a:xfrm>
                <a:off x="2112" y="2064"/>
                <a:ext cx="528" cy="192"/>
                <a:chOff x="2208" y="2112"/>
                <a:chExt cx="528" cy="144"/>
              </a:xfrm>
            </p:grpSpPr>
            <p:sp>
              <p:nvSpPr>
                <p:cNvPr id="79982"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9983"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79" name="Group 114"/>
              <p:cNvGrpSpPr>
                <a:grpSpLocks/>
              </p:cNvGrpSpPr>
              <p:nvPr/>
            </p:nvGrpSpPr>
            <p:grpSpPr bwMode="auto">
              <a:xfrm>
                <a:off x="2448" y="2064"/>
                <a:ext cx="144" cy="144"/>
                <a:chOff x="2448" y="2064"/>
                <a:chExt cx="144" cy="144"/>
              </a:xfrm>
            </p:grpSpPr>
            <p:sp>
              <p:nvSpPr>
                <p:cNvPr id="79980"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81"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79899" name="Group 117"/>
          <p:cNvGrpSpPr>
            <a:grpSpLocks/>
          </p:cNvGrpSpPr>
          <p:nvPr/>
        </p:nvGrpSpPr>
        <p:grpSpPr bwMode="auto">
          <a:xfrm>
            <a:off x="2857500" y="4126707"/>
            <a:ext cx="800100" cy="159544"/>
            <a:chOff x="2496" y="2160"/>
            <a:chExt cx="768" cy="144"/>
          </a:xfrm>
        </p:grpSpPr>
        <p:sp>
          <p:nvSpPr>
            <p:cNvPr id="79973"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79974"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75"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900" name="Group 121"/>
          <p:cNvGrpSpPr>
            <a:grpSpLocks/>
          </p:cNvGrpSpPr>
          <p:nvPr/>
        </p:nvGrpSpPr>
        <p:grpSpPr bwMode="auto">
          <a:xfrm>
            <a:off x="3657600" y="4126707"/>
            <a:ext cx="628650" cy="159544"/>
            <a:chOff x="2112" y="2064"/>
            <a:chExt cx="528" cy="192"/>
          </a:xfrm>
        </p:grpSpPr>
        <p:grpSp>
          <p:nvGrpSpPr>
            <p:cNvPr id="79967" name="Group 122"/>
            <p:cNvGrpSpPr>
              <a:grpSpLocks/>
            </p:cNvGrpSpPr>
            <p:nvPr/>
          </p:nvGrpSpPr>
          <p:grpSpPr bwMode="auto">
            <a:xfrm>
              <a:off x="2112" y="2064"/>
              <a:ext cx="528" cy="192"/>
              <a:chOff x="2208" y="2112"/>
              <a:chExt cx="528" cy="144"/>
            </a:xfrm>
          </p:grpSpPr>
          <p:sp>
            <p:nvSpPr>
              <p:cNvPr id="79971"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79972"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68" name="Group 125"/>
            <p:cNvGrpSpPr>
              <a:grpSpLocks/>
            </p:cNvGrpSpPr>
            <p:nvPr/>
          </p:nvGrpSpPr>
          <p:grpSpPr bwMode="auto">
            <a:xfrm>
              <a:off x="2448" y="2064"/>
              <a:ext cx="144" cy="144"/>
              <a:chOff x="2448" y="2064"/>
              <a:chExt cx="144" cy="144"/>
            </a:xfrm>
          </p:grpSpPr>
          <p:sp>
            <p:nvSpPr>
              <p:cNvPr id="79969"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70"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901" name="Group 128"/>
          <p:cNvGrpSpPr>
            <a:grpSpLocks/>
          </p:cNvGrpSpPr>
          <p:nvPr/>
        </p:nvGrpSpPr>
        <p:grpSpPr bwMode="auto">
          <a:xfrm>
            <a:off x="2857500" y="3040857"/>
            <a:ext cx="2228850" cy="159544"/>
            <a:chOff x="1440" y="2256"/>
            <a:chExt cx="1872" cy="192"/>
          </a:xfrm>
        </p:grpSpPr>
        <p:grpSp>
          <p:nvGrpSpPr>
            <p:cNvPr id="79952" name="Group 129"/>
            <p:cNvGrpSpPr>
              <a:grpSpLocks/>
            </p:cNvGrpSpPr>
            <p:nvPr/>
          </p:nvGrpSpPr>
          <p:grpSpPr bwMode="auto">
            <a:xfrm>
              <a:off x="2784" y="2256"/>
              <a:ext cx="528" cy="192"/>
              <a:chOff x="2112" y="2064"/>
              <a:chExt cx="528" cy="192"/>
            </a:xfrm>
          </p:grpSpPr>
          <p:grpSp>
            <p:nvGrpSpPr>
              <p:cNvPr id="79961" name="Group 130"/>
              <p:cNvGrpSpPr>
                <a:grpSpLocks/>
              </p:cNvGrpSpPr>
              <p:nvPr/>
            </p:nvGrpSpPr>
            <p:grpSpPr bwMode="auto">
              <a:xfrm>
                <a:off x="2112" y="2064"/>
                <a:ext cx="528" cy="192"/>
                <a:chOff x="2208" y="2112"/>
                <a:chExt cx="528" cy="144"/>
              </a:xfrm>
            </p:grpSpPr>
            <p:sp>
              <p:nvSpPr>
                <p:cNvPr id="79965"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9966"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62" name="Group 133"/>
              <p:cNvGrpSpPr>
                <a:grpSpLocks/>
              </p:cNvGrpSpPr>
              <p:nvPr/>
            </p:nvGrpSpPr>
            <p:grpSpPr bwMode="auto">
              <a:xfrm>
                <a:off x="2448" y="2064"/>
                <a:ext cx="144" cy="144"/>
                <a:chOff x="2448" y="2064"/>
                <a:chExt cx="144" cy="144"/>
              </a:xfrm>
            </p:grpSpPr>
            <p:sp>
              <p:nvSpPr>
                <p:cNvPr id="79963"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64"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953" name="Group 136"/>
            <p:cNvGrpSpPr>
              <a:grpSpLocks/>
            </p:cNvGrpSpPr>
            <p:nvPr/>
          </p:nvGrpSpPr>
          <p:grpSpPr bwMode="auto">
            <a:xfrm>
              <a:off x="1440" y="2256"/>
              <a:ext cx="672" cy="192"/>
              <a:chOff x="2496" y="2160"/>
              <a:chExt cx="768" cy="144"/>
            </a:xfrm>
          </p:grpSpPr>
          <p:sp>
            <p:nvSpPr>
              <p:cNvPr id="79958"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79959"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60"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954" name="Group 140"/>
            <p:cNvGrpSpPr>
              <a:grpSpLocks/>
            </p:cNvGrpSpPr>
            <p:nvPr/>
          </p:nvGrpSpPr>
          <p:grpSpPr bwMode="auto">
            <a:xfrm>
              <a:off x="2112" y="2256"/>
              <a:ext cx="672" cy="192"/>
              <a:chOff x="2496" y="2160"/>
              <a:chExt cx="768" cy="144"/>
            </a:xfrm>
          </p:grpSpPr>
          <p:sp>
            <p:nvSpPr>
              <p:cNvPr id="79955"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9956"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57"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902" name="Group 144"/>
          <p:cNvGrpSpPr>
            <a:grpSpLocks/>
          </p:cNvGrpSpPr>
          <p:nvPr/>
        </p:nvGrpSpPr>
        <p:grpSpPr bwMode="auto">
          <a:xfrm>
            <a:off x="3657600" y="4400550"/>
            <a:ext cx="2228850" cy="171450"/>
            <a:chOff x="1440" y="2256"/>
            <a:chExt cx="1872" cy="192"/>
          </a:xfrm>
        </p:grpSpPr>
        <p:grpSp>
          <p:nvGrpSpPr>
            <p:cNvPr id="79937" name="Group 145"/>
            <p:cNvGrpSpPr>
              <a:grpSpLocks/>
            </p:cNvGrpSpPr>
            <p:nvPr/>
          </p:nvGrpSpPr>
          <p:grpSpPr bwMode="auto">
            <a:xfrm>
              <a:off x="2784" y="2256"/>
              <a:ext cx="528" cy="192"/>
              <a:chOff x="2112" y="2064"/>
              <a:chExt cx="528" cy="192"/>
            </a:xfrm>
          </p:grpSpPr>
          <p:grpSp>
            <p:nvGrpSpPr>
              <p:cNvPr id="79946" name="Group 146"/>
              <p:cNvGrpSpPr>
                <a:grpSpLocks/>
              </p:cNvGrpSpPr>
              <p:nvPr/>
            </p:nvGrpSpPr>
            <p:grpSpPr bwMode="auto">
              <a:xfrm>
                <a:off x="2112" y="2064"/>
                <a:ext cx="528" cy="192"/>
                <a:chOff x="2208" y="2112"/>
                <a:chExt cx="528" cy="144"/>
              </a:xfrm>
            </p:grpSpPr>
            <p:sp>
              <p:nvSpPr>
                <p:cNvPr id="79950"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79951"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79947" name="Group 149"/>
              <p:cNvGrpSpPr>
                <a:grpSpLocks/>
              </p:cNvGrpSpPr>
              <p:nvPr/>
            </p:nvGrpSpPr>
            <p:grpSpPr bwMode="auto">
              <a:xfrm>
                <a:off x="2448" y="2064"/>
                <a:ext cx="144" cy="144"/>
                <a:chOff x="2448" y="2064"/>
                <a:chExt cx="144" cy="144"/>
              </a:xfrm>
            </p:grpSpPr>
            <p:sp>
              <p:nvSpPr>
                <p:cNvPr id="79948"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49"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938" name="Group 152"/>
            <p:cNvGrpSpPr>
              <a:grpSpLocks/>
            </p:cNvGrpSpPr>
            <p:nvPr/>
          </p:nvGrpSpPr>
          <p:grpSpPr bwMode="auto">
            <a:xfrm>
              <a:off x="1440" y="2256"/>
              <a:ext cx="672" cy="192"/>
              <a:chOff x="2496" y="2160"/>
              <a:chExt cx="768" cy="144"/>
            </a:xfrm>
          </p:grpSpPr>
          <p:sp>
            <p:nvSpPr>
              <p:cNvPr id="79943"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79944"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45"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79939" name="Group 156"/>
            <p:cNvGrpSpPr>
              <a:grpSpLocks/>
            </p:cNvGrpSpPr>
            <p:nvPr/>
          </p:nvGrpSpPr>
          <p:grpSpPr bwMode="auto">
            <a:xfrm>
              <a:off x="2112" y="2256"/>
              <a:ext cx="672" cy="192"/>
              <a:chOff x="2496" y="2160"/>
              <a:chExt cx="768" cy="144"/>
            </a:xfrm>
          </p:grpSpPr>
          <p:sp>
            <p:nvSpPr>
              <p:cNvPr id="79940"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79941"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42"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79903" name="Group 160"/>
          <p:cNvGrpSpPr>
            <a:grpSpLocks/>
          </p:cNvGrpSpPr>
          <p:nvPr/>
        </p:nvGrpSpPr>
        <p:grpSpPr bwMode="auto">
          <a:xfrm>
            <a:off x="2857500" y="4400550"/>
            <a:ext cx="800100" cy="171450"/>
            <a:chOff x="2496" y="2160"/>
            <a:chExt cx="768" cy="144"/>
          </a:xfrm>
        </p:grpSpPr>
        <p:sp>
          <p:nvSpPr>
            <p:cNvPr id="79934"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79935"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36"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79904"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79905"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79906" name="AutoShape 166"/>
          <p:cNvSpPr>
            <a:spLocks noChangeArrowheads="1"/>
          </p:cNvSpPr>
          <p:nvPr/>
        </p:nvSpPr>
        <p:spPr bwMode="auto">
          <a:xfrm>
            <a:off x="30289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79907" name="Text Box 167"/>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79908" name="Text Box 168"/>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79909" name="Text Box 169"/>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79910" name="Text Box 170"/>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79911" name="Text Box 171"/>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79912" name="Text Box 172"/>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79913" name="Text Box 173"/>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79914" name="Group 177"/>
          <p:cNvGrpSpPr>
            <a:grpSpLocks/>
          </p:cNvGrpSpPr>
          <p:nvPr/>
        </p:nvGrpSpPr>
        <p:grpSpPr bwMode="auto">
          <a:xfrm>
            <a:off x="6053138" y="342900"/>
            <a:ext cx="1943100" cy="1943100"/>
            <a:chOff x="2784" y="96"/>
            <a:chExt cx="1632" cy="1680"/>
          </a:xfrm>
        </p:grpSpPr>
        <p:sp>
          <p:nvSpPr>
            <p:cNvPr id="79916" name="Oval 17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79917" name="Oval 17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79918" name="Oval 18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79919" name="Oval 18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79920" name="Oval 18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79921" name="Oval 18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79922" name="Oval 18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79923" name="Line 18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4" name="Line 18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5" name="Line 18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6" name="Line 18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7" name="Line 18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8" name="Line 19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29" name="Oval 19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79930" name="Line 19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31" name="Line 19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32" name="Line 19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79933" name="Line 19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5"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31599243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2C210BC0-06CD-456A-4441-C75648F77DEB}"/>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2C210BC0-06CD-456A-4441-C75648F77DEB}"/>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80898" name="Group 21"/>
          <p:cNvGrpSpPr>
            <a:grpSpLocks/>
          </p:cNvGrpSpPr>
          <p:nvPr/>
        </p:nvGrpSpPr>
        <p:grpSpPr bwMode="auto">
          <a:xfrm>
            <a:off x="1524001" y="2520554"/>
            <a:ext cx="1079897" cy="258365"/>
            <a:chOff x="288" y="2016"/>
            <a:chExt cx="816" cy="192"/>
          </a:xfrm>
        </p:grpSpPr>
        <p:sp>
          <p:nvSpPr>
            <p:cNvPr id="81069"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1070"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0899"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0900"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80901" name="Group 26"/>
          <p:cNvGrpSpPr>
            <a:grpSpLocks/>
          </p:cNvGrpSpPr>
          <p:nvPr/>
        </p:nvGrpSpPr>
        <p:grpSpPr bwMode="auto">
          <a:xfrm>
            <a:off x="1524001" y="3036094"/>
            <a:ext cx="1079897" cy="258366"/>
            <a:chOff x="288" y="2016"/>
            <a:chExt cx="816" cy="192"/>
          </a:xfrm>
        </p:grpSpPr>
        <p:sp>
          <p:nvSpPr>
            <p:cNvPr id="81067"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1068"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02" name="Group 29"/>
          <p:cNvGrpSpPr>
            <a:grpSpLocks/>
          </p:cNvGrpSpPr>
          <p:nvPr/>
        </p:nvGrpSpPr>
        <p:grpSpPr bwMode="auto">
          <a:xfrm>
            <a:off x="1524001" y="3294460"/>
            <a:ext cx="1079897" cy="258365"/>
            <a:chOff x="288" y="2016"/>
            <a:chExt cx="816" cy="192"/>
          </a:xfrm>
        </p:grpSpPr>
        <p:sp>
          <p:nvSpPr>
            <p:cNvPr id="81065"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1066"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03" name="Group 32"/>
          <p:cNvGrpSpPr>
            <a:grpSpLocks/>
          </p:cNvGrpSpPr>
          <p:nvPr/>
        </p:nvGrpSpPr>
        <p:grpSpPr bwMode="auto">
          <a:xfrm>
            <a:off x="1524001" y="3552825"/>
            <a:ext cx="1079897" cy="257175"/>
            <a:chOff x="288" y="2016"/>
            <a:chExt cx="816" cy="192"/>
          </a:xfrm>
        </p:grpSpPr>
        <p:sp>
          <p:nvSpPr>
            <p:cNvPr id="81063"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1064"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04" name="Group 35"/>
          <p:cNvGrpSpPr>
            <a:grpSpLocks/>
          </p:cNvGrpSpPr>
          <p:nvPr/>
        </p:nvGrpSpPr>
        <p:grpSpPr bwMode="auto">
          <a:xfrm>
            <a:off x="1524001" y="3810000"/>
            <a:ext cx="1079897" cy="258366"/>
            <a:chOff x="288" y="2016"/>
            <a:chExt cx="816" cy="192"/>
          </a:xfrm>
        </p:grpSpPr>
        <p:sp>
          <p:nvSpPr>
            <p:cNvPr id="81061"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1062"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05" name="Group 38"/>
          <p:cNvGrpSpPr>
            <a:grpSpLocks/>
          </p:cNvGrpSpPr>
          <p:nvPr/>
        </p:nvGrpSpPr>
        <p:grpSpPr bwMode="auto">
          <a:xfrm>
            <a:off x="1524001" y="4325542"/>
            <a:ext cx="1079897" cy="258365"/>
            <a:chOff x="288" y="2016"/>
            <a:chExt cx="816" cy="192"/>
          </a:xfrm>
        </p:grpSpPr>
        <p:sp>
          <p:nvSpPr>
            <p:cNvPr id="81059"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1060"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06" name="Group 41"/>
          <p:cNvGrpSpPr>
            <a:grpSpLocks/>
          </p:cNvGrpSpPr>
          <p:nvPr/>
        </p:nvGrpSpPr>
        <p:grpSpPr bwMode="auto">
          <a:xfrm>
            <a:off x="1524001" y="4068366"/>
            <a:ext cx="1079897" cy="257175"/>
            <a:chOff x="288" y="2016"/>
            <a:chExt cx="816" cy="192"/>
          </a:xfrm>
        </p:grpSpPr>
        <p:sp>
          <p:nvSpPr>
            <p:cNvPr id="81057"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1058"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0907"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80909"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0"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1"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2"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3"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4"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5"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16"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80917" name="Group 54"/>
          <p:cNvGrpSpPr>
            <a:grpSpLocks/>
          </p:cNvGrpSpPr>
          <p:nvPr/>
        </p:nvGrpSpPr>
        <p:grpSpPr bwMode="auto">
          <a:xfrm>
            <a:off x="2857500" y="3612357"/>
            <a:ext cx="1428750" cy="159544"/>
            <a:chOff x="1440" y="2064"/>
            <a:chExt cx="1200" cy="192"/>
          </a:xfrm>
        </p:grpSpPr>
        <p:grpSp>
          <p:nvGrpSpPr>
            <p:cNvPr id="81046" name="Group 55"/>
            <p:cNvGrpSpPr>
              <a:grpSpLocks/>
            </p:cNvGrpSpPr>
            <p:nvPr/>
          </p:nvGrpSpPr>
          <p:grpSpPr bwMode="auto">
            <a:xfrm>
              <a:off x="1440" y="2064"/>
              <a:ext cx="672" cy="192"/>
              <a:chOff x="2496" y="2160"/>
              <a:chExt cx="768" cy="144"/>
            </a:xfrm>
          </p:grpSpPr>
          <p:sp>
            <p:nvSpPr>
              <p:cNvPr id="81054"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1055"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56"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047" name="Group 59"/>
            <p:cNvGrpSpPr>
              <a:grpSpLocks/>
            </p:cNvGrpSpPr>
            <p:nvPr/>
          </p:nvGrpSpPr>
          <p:grpSpPr bwMode="auto">
            <a:xfrm>
              <a:off x="2112" y="2064"/>
              <a:ext cx="528" cy="192"/>
              <a:chOff x="2112" y="2064"/>
              <a:chExt cx="528" cy="192"/>
            </a:xfrm>
          </p:grpSpPr>
          <p:grpSp>
            <p:nvGrpSpPr>
              <p:cNvPr id="81048" name="Group 60"/>
              <p:cNvGrpSpPr>
                <a:grpSpLocks/>
              </p:cNvGrpSpPr>
              <p:nvPr/>
            </p:nvGrpSpPr>
            <p:grpSpPr bwMode="auto">
              <a:xfrm>
                <a:off x="2112" y="2064"/>
                <a:ext cx="528" cy="192"/>
                <a:chOff x="2208" y="2112"/>
                <a:chExt cx="528" cy="144"/>
              </a:xfrm>
            </p:grpSpPr>
            <p:sp>
              <p:nvSpPr>
                <p:cNvPr id="81052"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1053"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049" name="Group 63"/>
              <p:cNvGrpSpPr>
                <a:grpSpLocks/>
              </p:cNvGrpSpPr>
              <p:nvPr/>
            </p:nvGrpSpPr>
            <p:grpSpPr bwMode="auto">
              <a:xfrm>
                <a:off x="2448" y="2064"/>
                <a:ext cx="144" cy="144"/>
                <a:chOff x="2448" y="2064"/>
                <a:chExt cx="144" cy="144"/>
              </a:xfrm>
            </p:grpSpPr>
            <p:sp>
              <p:nvSpPr>
                <p:cNvPr id="81050"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051"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0918" name="Group 66"/>
          <p:cNvGrpSpPr>
            <a:grpSpLocks/>
          </p:cNvGrpSpPr>
          <p:nvPr/>
        </p:nvGrpSpPr>
        <p:grpSpPr bwMode="auto">
          <a:xfrm>
            <a:off x="2857500" y="2800350"/>
            <a:ext cx="2228850" cy="171450"/>
            <a:chOff x="1440" y="2256"/>
            <a:chExt cx="1872" cy="192"/>
          </a:xfrm>
        </p:grpSpPr>
        <p:grpSp>
          <p:nvGrpSpPr>
            <p:cNvPr id="81031" name="Group 67"/>
            <p:cNvGrpSpPr>
              <a:grpSpLocks/>
            </p:cNvGrpSpPr>
            <p:nvPr/>
          </p:nvGrpSpPr>
          <p:grpSpPr bwMode="auto">
            <a:xfrm>
              <a:off x="2784" y="2256"/>
              <a:ext cx="528" cy="192"/>
              <a:chOff x="2112" y="2064"/>
              <a:chExt cx="528" cy="192"/>
            </a:xfrm>
          </p:grpSpPr>
          <p:grpSp>
            <p:nvGrpSpPr>
              <p:cNvPr id="81040" name="Group 68"/>
              <p:cNvGrpSpPr>
                <a:grpSpLocks/>
              </p:cNvGrpSpPr>
              <p:nvPr/>
            </p:nvGrpSpPr>
            <p:grpSpPr bwMode="auto">
              <a:xfrm>
                <a:off x="2112" y="2064"/>
                <a:ext cx="528" cy="192"/>
                <a:chOff x="2208" y="2112"/>
                <a:chExt cx="528" cy="144"/>
              </a:xfrm>
            </p:grpSpPr>
            <p:sp>
              <p:nvSpPr>
                <p:cNvPr id="81044"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1045"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041" name="Group 71"/>
              <p:cNvGrpSpPr>
                <a:grpSpLocks/>
              </p:cNvGrpSpPr>
              <p:nvPr/>
            </p:nvGrpSpPr>
            <p:grpSpPr bwMode="auto">
              <a:xfrm>
                <a:off x="2448" y="2064"/>
                <a:ext cx="144" cy="144"/>
                <a:chOff x="2448" y="2064"/>
                <a:chExt cx="144" cy="144"/>
              </a:xfrm>
            </p:grpSpPr>
            <p:sp>
              <p:nvSpPr>
                <p:cNvPr id="81042"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043"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032" name="Group 74"/>
            <p:cNvGrpSpPr>
              <a:grpSpLocks/>
            </p:cNvGrpSpPr>
            <p:nvPr/>
          </p:nvGrpSpPr>
          <p:grpSpPr bwMode="auto">
            <a:xfrm>
              <a:off x="1440" y="2256"/>
              <a:ext cx="672" cy="192"/>
              <a:chOff x="2496" y="2160"/>
              <a:chExt cx="768" cy="144"/>
            </a:xfrm>
          </p:grpSpPr>
          <p:sp>
            <p:nvSpPr>
              <p:cNvPr id="81037"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1038"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39"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033" name="Group 78"/>
            <p:cNvGrpSpPr>
              <a:grpSpLocks/>
            </p:cNvGrpSpPr>
            <p:nvPr/>
          </p:nvGrpSpPr>
          <p:grpSpPr bwMode="auto">
            <a:xfrm>
              <a:off x="2112" y="2256"/>
              <a:ext cx="672" cy="192"/>
              <a:chOff x="2496" y="2160"/>
              <a:chExt cx="768" cy="144"/>
            </a:xfrm>
          </p:grpSpPr>
          <p:sp>
            <p:nvSpPr>
              <p:cNvPr id="81034"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1035"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36"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19" name="Group 82"/>
          <p:cNvGrpSpPr>
            <a:grpSpLocks/>
          </p:cNvGrpSpPr>
          <p:nvPr/>
        </p:nvGrpSpPr>
        <p:grpSpPr bwMode="auto">
          <a:xfrm>
            <a:off x="2857500" y="3326607"/>
            <a:ext cx="800100" cy="159544"/>
            <a:chOff x="2496" y="2160"/>
            <a:chExt cx="768" cy="144"/>
          </a:xfrm>
        </p:grpSpPr>
        <p:sp>
          <p:nvSpPr>
            <p:cNvPr id="81028"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1029"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30"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920" name="Group 86"/>
          <p:cNvGrpSpPr>
            <a:grpSpLocks/>
          </p:cNvGrpSpPr>
          <p:nvPr/>
        </p:nvGrpSpPr>
        <p:grpSpPr bwMode="auto">
          <a:xfrm>
            <a:off x="3657600" y="3326607"/>
            <a:ext cx="628650" cy="159544"/>
            <a:chOff x="2112" y="2064"/>
            <a:chExt cx="528" cy="192"/>
          </a:xfrm>
        </p:grpSpPr>
        <p:grpSp>
          <p:nvGrpSpPr>
            <p:cNvPr id="81022" name="Group 87"/>
            <p:cNvGrpSpPr>
              <a:grpSpLocks/>
            </p:cNvGrpSpPr>
            <p:nvPr/>
          </p:nvGrpSpPr>
          <p:grpSpPr bwMode="auto">
            <a:xfrm>
              <a:off x="2112" y="2064"/>
              <a:ext cx="528" cy="192"/>
              <a:chOff x="2208" y="2112"/>
              <a:chExt cx="528" cy="144"/>
            </a:xfrm>
          </p:grpSpPr>
          <p:sp>
            <p:nvSpPr>
              <p:cNvPr id="81026"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1027"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023" name="Group 90"/>
            <p:cNvGrpSpPr>
              <a:grpSpLocks/>
            </p:cNvGrpSpPr>
            <p:nvPr/>
          </p:nvGrpSpPr>
          <p:grpSpPr bwMode="auto">
            <a:xfrm>
              <a:off x="2448" y="2064"/>
              <a:ext cx="144" cy="144"/>
              <a:chOff x="2448" y="2064"/>
              <a:chExt cx="144" cy="144"/>
            </a:xfrm>
          </p:grpSpPr>
          <p:sp>
            <p:nvSpPr>
              <p:cNvPr id="81024"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025"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21" name="Group 93"/>
          <p:cNvGrpSpPr>
            <a:grpSpLocks/>
          </p:cNvGrpSpPr>
          <p:nvPr/>
        </p:nvGrpSpPr>
        <p:grpSpPr bwMode="auto">
          <a:xfrm>
            <a:off x="2857500" y="2571750"/>
            <a:ext cx="1428750" cy="171450"/>
            <a:chOff x="1440" y="2064"/>
            <a:chExt cx="1200" cy="192"/>
          </a:xfrm>
        </p:grpSpPr>
        <p:grpSp>
          <p:nvGrpSpPr>
            <p:cNvPr id="81011" name="Group 94"/>
            <p:cNvGrpSpPr>
              <a:grpSpLocks/>
            </p:cNvGrpSpPr>
            <p:nvPr/>
          </p:nvGrpSpPr>
          <p:grpSpPr bwMode="auto">
            <a:xfrm>
              <a:off x="1440" y="2064"/>
              <a:ext cx="672" cy="192"/>
              <a:chOff x="2496" y="2160"/>
              <a:chExt cx="768" cy="144"/>
            </a:xfrm>
          </p:grpSpPr>
          <p:sp>
            <p:nvSpPr>
              <p:cNvPr id="81019"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1020"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21"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012" name="Group 98"/>
            <p:cNvGrpSpPr>
              <a:grpSpLocks/>
            </p:cNvGrpSpPr>
            <p:nvPr/>
          </p:nvGrpSpPr>
          <p:grpSpPr bwMode="auto">
            <a:xfrm>
              <a:off x="2112" y="2064"/>
              <a:ext cx="528" cy="192"/>
              <a:chOff x="2112" y="2064"/>
              <a:chExt cx="528" cy="192"/>
            </a:xfrm>
          </p:grpSpPr>
          <p:grpSp>
            <p:nvGrpSpPr>
              <p:cNvPr id="81013" name="Group 99"/>
              <p:cNvGrpSpPr>
                <a:grpSpLocks/>
              </p:cNvGrpSpPr>
              <p:nvPr/>
            </p:nvGrpSpPr>
            <p:grpSpPr bwMode="auto">
              <a:xfrm>
                <a:off x="2112" y="2064"/>
                <a:ext cx="528" cy="192"/>
                <a:chOff x="2208" y="2112"/>
                <a:chExt cx="528" cy="144"/>
              </a:xfrm>
            </p:grpSpPr>
            <p:sp>
              <p:nvSpPr>
                <p:cNvPr id="81017"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1018"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014" name="Group 102"/>
              <p:cNvGrpSpPr>
                <a:grpSpLocks/>
              </p:cNvGrpSpPr>
              <p:nvPr/>
            </p:nvGrpSpPr>
            <p:grpSpPr bwMode="auto">
              <a:xfrm>
                <a:off x="2448" y="2064"/>
                <a:ext cx="144" cy="144"/>
                <a:chOff x="2448" y="2064"/>
                <a:chExt cx="144" cy="144"/>
              </a:xfrm>
            </p:grpSpPr>
            <p:sp>
              <p:nvSpPr>
                <p:cNvPr id="81015"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016"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0922" name="Group 105"/>
          <p:cNvGrpSpPr>
            <a:grpSpLocks/>
          </p:cNvGrpSpPr>
          <p:nvPr/>
        </p:nvGrpSpPr>
        <p:grpSpPr bwMode="auto">
          <a:xfrm>
            <a:off x="2857500" y="3886200"/>
            <a:ext cx="1428750" cy="171450"/>
            <a:chOff x="1440" y="2064"/>
            <a:chExt cx="1200" cy="192"/>
          </a:xfrm>
        </p:grpSpPr>
        <p:grpSp>
          <p:nvGrpSpPr>
            <p:cNvPr id="81000" name="Group 106"/>
            <p:cNvGrpSpPr>
              <a:grpSpLocks/>
            </p:cNvGrpSpPr>
            <p:nvPr/>
          </p:nvGrpSpPr>
          <p:grpSpPr bwMode="auto">
            <a:xfrm>
              <a:off x="1440" y="2064"/>
              <a:ext cx="672" cy="192"/>
              <a:chOff x="2496" y="2160"/>
              <a:chExt cx="768" cy="144"/>
            </a:xfrm>
          </p:grpSpPr>
          <p:sp>
            <p:nvSpPr>
              <p:cNvPr id="81008"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1009"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010"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001" name="Group 110"/>
            <p:cNvGrpSpPr>
              <a:grpSpLocks/>
            </p:cNvGrpSpPr>
            <p:nvPr/>
          </p:nvGrpSpPr>
          <p:grpSpPr bwMode="auto">
            <a:xfrm>
              <a:off x="2112" y="2064"/>
              <a:ext cx="528" cy="192"/>
              <a:chOff x="2112" y="2064"/>
              <a:chExt cx="528" cy="192"/>
            </a:xfrm>
          </p:grpSpPr>
          <p:grpSp>
            <p:nvGrpSpPr>
              <p:cNvPr id="81002" name="Group 111"/>
              <p:cNvGrpSpPr>
                <a:grpSpLocks/>
              </p:cNvGrpSpPr>
              <p:nvPr/>
            </p:nvGrpSpPr>
            <p:grpSpPr bwMode="auto">
              <a:xfrm>
                <a:off x="2112" y="2064"/>
                <a:ext cx="528" cy="192"/>
                <a:chOff x="2208" y="2112"/>
                <a:chExt cx="528" cy="144"/>
              </a:xfrm>
            </p:grpSpPr>
            <p:sp>
              <p:nvSpPr>
                <p:cNvPr id="81006"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1007"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003" name="Group 114"/>
              <p:cNvGrpSpPr>
                <a:grpSpLocks/>
              </p:cNvGrpSpPr>
              <p:nvPr/>
            </p:nvGrpSpPr>
            <p:grpSpPr bwMode="auto">
              <a:xfrm>
                <a:off x="2448" y="2064"/>
                <a:ext cx="144" cy="144"/>
                <a:chOff x="2448" y="2064"/>
                <a:chExt cx="144" cy="144"/>
              </a:xfrm>
            </p:grpSpPr>
            <p:sp>
              <p:nvSpPr>
                <p:cNvPr id="81004"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005"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0923" name="Group 117"/>
          <p:cNvGrpSpPr>
            <a:grpSpLocks/>
          </p:cNvGrpSpPr>
          <p:nvPr/>
        </p:nvGrpSpPr>
        <p:grpSpPr bwMode="auto">
          <a:xfrm>
            <a:off x="2857500" y="4126707"/>
            <a:ext cx="800100" cy="159544"/>
            <a:chOff x="2496" y="2160"/>
            <a:chExt cx="768" cy="144"/>
          </a:xfrm>
        </p:grpSpPr>
        <p:sp>
          <p:nvSpPr>
            <p:cNvPr id="80997"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0998"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99"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924" name="Group 121"/>
          <p:cNvGrpSpPr>
            <a:grpSpLocks/>
          </p:cNvGrpSpPr>
          <p:nvPr/>
        </p:nvGrpSpPr>
        <p:grpSpPr bwMode="auto">
          <a:xfrm>
            <a:off x="3657600" y="4126707"/>
            <a:ext cx="628650" cy="159544"/>
            <a:chOff x="2112" y="2064"/>
            <a:chExt cx="528" cy="192"/>
          </a:xfrm>
        </p:grpSpPr>
        <p:grpSp>
          <p:nvGrpSpPr>
            <p:cNvPr id="80991" name="Group 122"/>
            <p:cNvGrpSpPr>
              <a:grpSpLocks/>
            </p:cNvGrpSpPr>
            <p:nvPr/>
          </p:nvGrpSpPr>
          <p:grpSpPr bwMode="auto">
            <a:xfrm>
              <a:off x="2112" y="2064"/>
              <a:ext cx="528" cy="192"/>
              <a:chOff x="2208" y="2112"/>
              <a:chExt cx="528" cy="144"/>
            </a:xfrm>
          </p:grpSpPr>
          <p:sp>
            <p:nvSpPr>
              <p:cNvPr id="80995"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0996"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92" name="Group 125"/>
            <p:cNvGrpSpPr>
              <a:grpSpLocks/>
            </p:cNvGrpSpPr>
            <p:nvPr/>
          </p:nvGrpSpPr>
          <p:grpSpPr bwMode="auto">
            <a:xfrm>
              <a:off x="2448" y="2064"/>
              <a:ext cx="144" cy="144"/>
              <a:chOff x="2448" y="2064"/>
              <a:chExt cx="144" cy="144"/>
            </a:xfrm>
          </p:grpSpPr>
          <p:sp>
            <p:nvSpPr>
              <p:cNvPr id="80993"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94"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25" name="Group 128"/>
          <p:cNvGrpSpPr>
            <a:grpSpLocks/>
          </p:cNvGrpSpPr>
          <p:nvPr/>
        </p:nvGrpSpPr>
        <p:grpSpPr bwMode="auto">
          <a:xfrm>
            <a:off x="2857500" y="3040857"/>
            <a:ext cx="2228850" cy="159544"/>
            <a:chOff x="1440" y="2256"/>
            <a:chExt cx="1872" cy="192"/>
          </a:xfrm>
        </p:grpSpPr>
        <p:grpSp>
          <p:nvGrpSpPr>
            <p:cNvPr id="80976" name="Group 129"/>
            <p:cNvGrpSpPr>
              <a:grpSpLocks/>
            </p:cNvGrpSpPr>
            <p:nvPr/>
          </p:nvGrpSpPr>
          <p:grpSpPr bwMode="auto">
            <a:xfrm>
              <a:off x="2784" y="2256"/>
              <a:ext cx="528" cy="192"/>
              <a:chOff x="2112" y="2064"/>
              <a:chExt cx="528" cy="192"/>
            </a:xfrm>
          </p:grpSpPr>
          <p:grpSp>
            <p:nvGrpSpPr>
              <p:cNvPr id="80985" name="Group 130"/>
              <p:cNvGrpSpPr>
                <a:grpSpLocks/>
              </p:cNvGrpSpPr>
              <p:nvPr/>
            </p:nvGrpSpPr>
            <p:grpSpPr bwMode="auto">
              <a:xfrm>
                <a:off x="2112" y="2064"/>
                <a:ext cx="528" cy="192"/>
                <a:chOff x="2208" y="2112"/>
                <a:chExt cx="528" cy="144"/>
              </a:xfrm>
            </p:grpSpPr>
            <p:sp>
              <p:nvSpPr>
                <p:cNvPr id="80989"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0990"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86" name="Group 133"/>
              <p:cNvGrpSpPr>
                <a:grpSpLocks/>
              </p:cNvGrpSpPr>
              <p:nvPr/>
            </p:nvGrpSpPr>
            <p:grpSpPr bwMode="auto">
              <a:xfrm>
                <a:off x="2448" y="2064"/>
                <a:ext cx="144" cy="144"/>
                <a:chOff x="2448" y="2064"/>
                <a:chExt cx="144" cy="144"/>
              </a:xfrm>
            </p:grpSpPr>
            <p:sp>
              <p:nvSpPr>
                <p:cNvPr id="80987"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88"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77" name="Group 136"/>
            <p:cNvGrpSpPr>
              <a:grpSpLocks/>
            </p:cNvGrpSpPr>
            <p:nvPr/>
          </p:nvGrpSpPr>
          <p:grpSpPr bwMode="auto">
            <a:xfrm>
              <a:off x="1440" y="2256"/>
              <a:ext cx="672" cy="192"/>
              <a:chOff x="2496" y="2160"/>
              <a:chExt cx="768" cy="144"/>
            </a:xfrm>
          </p:grpSpPr>
          <p:sp>
            <p:nvSpPr>
              <p:cNvPr id="80982"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0983"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84"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978" name="Group 140"/>
            <p:cNvGrpSpPr>
              <a:grpSpLocks/>
            </p:cNvGrpSpPr>
            <p:nvPr/>
          </p:nvGrpSpPr>
          <p:grpSpPr bwMode="auto">
            <a:xfrm>
              <a:off x="2112" y="2256"/>
              <a:ext cx="672" cy="192"/>
              <a:chOff x="2496" y="2160"/>
              <a:chExt cx="768" cy="144"/>
            </a:xfrm>
          </p:grpSpPr>
          <p:sp>
            <p:nvSpPr>
              <p:cNvPr id="80979"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0980"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81"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26" name="Group 144"/>
          <p:cNvGrpSpPr>
            <a:grpSpLocks/>
          </p:cNvGrpSpPr>
          <p:nvPr/>
        </p:nvGrpSpPr>
        <p:grpSpPr bwMode="auto">
          <a:xfrm>
            <a:off x="3657600" y="4400550"/>
            <a:ext cx="2228850" cy="171450"/>
            <a:chOff x="1440" y="2256"/>
            <a:chExt cx="1872" cy="192"/>
          </a:xfrm>
        </p:grpSpPr>
        <p:grpSp>
          <p:nvGrpSpPr>
            <p:cNvPr id="80961" name="Group 145"/>
            <p:cNvGrpSpPr>
              <a:grpSpLocks/>
            </p:cNvGrpSpPr>
            <p:nvPr/>
          </p:nvGrpSpPr>
          <p:grpSpPr bwMode="auto">
            <a:xfrm>
              <a:off x="2784" y="2256"/>
              <a:ext cx="528" cy="192"/>
              <a:chOff x="2112" y="2064"/>
              <a:chExt cx="528" cy="192"/>
            </a:xfrm>
          </p:grpSpPr>
          <p:grpSp>
            <p:nvGrpSpPr>
              <p:cNvPr id="80970" name="Group 146"/>
              <p:cNvGrpSpPr>
                <a:grpSpLocks/>
              </p:cNvGrpSpPr>
              <p:nvPr/>
            </p:nvGrpSpPr>
            <p:grpSpPr bwMode="auto">
              <a:xfrm>
                <a:off x="2112" y="2064"/>
                <a:ext cx="528" cy="192"/>
                <a:chOff x="2208" y="2112"/>
                <a:chExt cx="528" cy="144"/>
              </a:xfrm>
            </p:grpSpPr>
            <p:sp>
              <p:nvSpPr>
                <p:cNvPr id="80974"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0975"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0971" name="Group 149"/>
              <p:cNvGrpSpPr>
                <a:grpSpLocks/>
              </p:cNvGrpSpPr>
              <p:nvPr/>
            </p:nvGrpSpPr>
            <p:grpSpPr bwMode="auto">
              <a:xfrm>
                <a:off x="2448" y="2064"/>
                <a:ext cx="144" cy="144"/>
                <a:chOff x="2448" y="2064"/>
                <a:chExt cx="144" cy="144"/>
              </a:xfrm>
            </p:grpSpPr>
            <p:sp>
              <p:nvSpPr>
                <p:cNvPr id="80972"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73"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62" name="Group 152"/>
            <p:cNvGrpSpPr>
              <a:grpSpLocks/>
            </p:cNvGrpSpPr>
            <p:nvPr/>
          </p:nvGrpSpPr>
          <p:grpSpPr bwMode="auto">
            <a:xfrm>
              <a:off x="1440" y="2256"/>
              <a:ext cx="672" cy="192"/>
              <a:chOff x="2496" y="2160"/>
              <a:chExt cx="768" cy="144"/>
            </a:xfrm>
          </p:grpSpPr>
          <p:sp>
            <p:nvSpPr>
              <p:cNvPr id="80967"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0968"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69"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0963" name="Group 156"/>
            <p:cNvGrpSpPr>
              <a:grpSpLocks/>
            </p:cNvGrpSpPr>
            <p:nvPr/>
          </p:nvGrpSpPr>
          <p:grpSpPr bwMode="auto">
            <a:xfrm>
              <a:off x="2112" y="2256"/>
              <a:ext cx="672" cy="192"/>
              <a:chOff x="2496" y="2160"/>
              <a:chExt cx="768" cy="144"/>
            </a:xfrm>
          </p:grpSpPr>
          <p:sp>
            <p:nvSpPr>
              <p:cNvPr id="80964"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0965"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66"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0927" name="Group 160"/>
          <p:cNvGrpSpPr>
            <a:grpSpLocks/>
          </p:cNvGrpSpPr>
          <p:nvPr/>
        </p:nvGrpSpPr>
        <p:grpSpPr bwMode="auto">
          <a:xfrm>
            <a:off x="2857500" y="4400550"/>
            <a:ext cx="800100" cy="171450"/>
            <a:chOff x="2496" y="2160"/>
            <a:chExt cx="768" cy="144"/>
          </a:xfrm>
        </p:grpSpPr>
        <p:sp>
          <p:nvSpPr>
            <p:cNvPr id="80958"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0959"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60"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80928"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80929"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80930" name="AutoShape 166"/>
          <p:cNvSpPr>
            <a:spLocks noChangeArrowheads="1"/>
          </p:cNvSpPr>
          <p:nvPr/>
        </p:nvSpPr>
        <p:spPr bwMode="auto">
          <a:xfrm>
            <a:off x="394335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0931" name="Text Box 167"/>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80932" name="Text Box 168"/>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80933" name="Text Box 169"/>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80934" name="Text Box 170"/>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80935" name="Text Box 171"/>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80936" name="Text Box 172"/>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80937" name="Text Box 173"/>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80938" name="Group 177"/>
          <p:cNvGrpSpPr>
            <a:grpSpLocks/>
          </p:cNvGrpSpPr>
          <p:nvPr/>
        </p:nvGrpSpPr>
        <p:grpSpPr bwMode="auto">
          <a:xfrm>
            <a:off x="6053138" y="342900"/>
            <a:ext cx="1943100" cy="1943100"/>
            <a:chOff x="2784" y="96"/>
            <a:chExt cx="1632" cy="1680"/>
          </a:xfrm>
        </p:grpSpPr>
        <p:sp>
          <p:nvSpPr>
            <p:cNvPr id="80940" name="Oval 17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80941" name="Oval 17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80942" name="Oval 18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80943" name="Oval 18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80944" name="Oval 18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80945" name="Oval 18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80946" name="Oval 18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80947" name="Line 18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48" name="Line 18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49" name="Line 18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0" name="Line 18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1" name="Line 18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2" name="Line 19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3" name="Oval 19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80954" name="Line 19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5" name="Line 19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6" name="Line 19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0957" name="Line 19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5"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14808245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8543D335-15CF-9582-CDC9-FA383DBA36B9}"/>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8543D335-15CF-9582-CDC9-FA383DBA36B9}"/>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grpSp>
        <p:nvGrpSpPr>
          <p:cNvPr id="81922" name="Group 21"/>
          <p:cNvGrpSpPr>
            <a:grpSpLocks/>
          </p:cNvGrpSpPr>
          <p:nvPr/>
        </p:nvGrpSpPr>
        <p:grpSpPr bwMode="auto">
          <a:xfrm>
            <a:off x="1524001" y="2520554"/>
            <a:ext cx="1079897" cy="258365"/>
            <a:chOff x="288" y="2016"/>
            <a:chExt cx="816" cy="192"/>
          </a:xfrm>
        </p:grpSpPr>
        <p:sp>
          <p:nvSpPr>
            <p:cNvPr id="82093"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2094"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1923"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1924"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81925" name="Group 26"/>
          <p:cNvGrpSpPr>
            <a:grpSpLocks/>
          </p:cNvGrpSpPr>
          <p:nvPr/>
        </p:nvGrpSpPr>
        <p:grpSpPr bwMode="auto">
          <a:xfrm>
            <a:off x="1524001" y="3036094"/>
            <a:ext cx="1079897" cy="258366"/>
            <a:chOff x="288" y="2016"/>
            <a:chExt cx="816" cy="192"/>
          </a:xfrm>
        </p:grpSpPr>
        <p:sp>
          <p:nvSpPr>
            <p:cNvPr id="82091"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2092"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26" name="Group 29"/>
          <p:cNvGrpSpPr>
            <a:grpSpLocks/>
          </p:cNvGrpSpPr>
          <p:nvPr/>
        </p:nvGrpSpPr>
        <p:grpSpPr bwMode="auto">
          <a:xfrm>
            <a:off x="1524001" y="3294460"/>
            <a:ext cx="1079897" cy="258365"/>
            <a:chOff x="288" y="2016"/>
            <a:chExt cx="816" cy="192"/>
          </a:xfrm>
        </p:grpSpPr>
        <p:sp>
          <p:nvSpPr>
            <p:cNvPr id="82089"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2090"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27" name="Group 32"/>
          <p:cNvGrpSpPr>
            <a:grpSpLocks/>
          </p:cNvGrpSpPr>
          <p:nvPr/>
        </p:nvGrpSpPr>
        <p:grpSpPr bwMode="auto">
          <a:xfrm>
            <a:off x="1524001" y="3552825"/>
            <a:ext cx="1079897" cy="257175"/>
            <a:chOff x="288" y="2016"/>
            <a:chExt cx="816" cy="192"/>
          </a:xfrm>
        </p:grpSpPr>
        <p:sp>
          <p:nvSpPr>
            <p:cNvPr id="82087"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2088"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28" name="Group 35"/>
          <p:cNvGrpSpPr>
            <a:grpSpLocks/>
          </p:cNvGrpSpPr>
          <p:nvPr/>
        </p:nvGrpSpPr>
        <p:grpSpPr bwMode="auto">
          <a:xfrm>
            <a:off x="1524001" y="3810000"/>
            <a:ext cx="1079897" cy="258366"/>
            <a:chOff x="288" y="2016"/>
            <a:chExt cx="816" cy="192"/>
          </a:xfrm>
        </p:grpSpPr>
        <p:sp>
          <p:nvSpPr>
            <p:cNvPr id="82085"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2086"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29" name="Group 38"/>
          <p:cNvGrpSpPr>
            <a:grpSpLocks/>
          </p:cNvGrpSpPr>
          <p:nvPr/>
        </p:nvGrpSpPr>
        <p:grpSpPr bwMode="auto">
          <a:xfrm>
            <a:off x="1524001" y="4325542"/>
            <a:ext cx="1079897" cy="258365"/>
            <a:chOff x="288" y="2016"/>
            <a:chExt cx="816" cy="192"/>
          </a:xfrm>
        </p:grpSpPr>
        <p:sp>
          <p:nvSpPr>
            <p:cNvPr id="82083"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2084"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30" name="Group 41"/>
          <p:cNvGrpSpPr>
            <a:grpSpLocks/>
          </p:cNvGrpSpPr>
          <p:nvPr/>
        </p:nvGrpSpPr>
        <p:grpSpPr bwMode="auto">
          <a:xfrm>
            <a:off x="1524001" y="4068366"/>
            <a:ext cx="1079897" cy="257175"/>
            <a:chOff x="288" y="2016"/>
            <a:chExt cx="816" cy="192"/>
          </a:xfrm>
        </p:grpSpPr>
        <p:sp>
          <p:nvSpPr>
            <p:cNvPr id="82081"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2082"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1931"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81933"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4"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5"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6"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7"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8"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39"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40"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81941" name="Group 54"/>
          <p:cNvGrpSpPr>
            <a:grpSpLocks/>
          </p:cNvGrpSpPr>
          <p:nvPr/>
        </p:nvGrpSpPr>
        <p:grpSpPr bwMode="auto">
          <a:xfrm>
            <a:off x="2857500" y="3612357"/>
            <a:ext cx="1428750" cy="159544"/>
            <a:chOff x="1440" y="2064"/>
            <a:chExt cx="1200" cy="192"/>
          </a:xfrm>
        </p:grpSpPr>
        <p:grpSp>
          <p:nvGrpSpPr>
            <p:cNvPr id="82070" name="Group 55"/>
            <p:cNvGrpSpPr>
              <a:grpSpLocks/>
            </p:cNvGrpSpPr>
            <p:nvPr/>
          </p:nvGrpSpPr>
          <p:grpSpPr bwMode="auto">
            <a:xfrm>
              <a:off x="1440" y="2064"/>
              <a:ext cx="672" cy="192"/>
              <a:chOff x="2496" y="2160"/>
              <a:chExt cx="768" cy="144"/>
            </a:xfrm>
          </p:grpSpPr>
          <p:sp>
            <p:nvSpPr>
              <p:cNvPr id="82078"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2079"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80"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071" name="Group 59"/>
            <p:cNvGrpSpPr>
              <a:grpSpLocks/>
            </p:cNvGrpSpPr>
            <p:nvPr/>
          </p:nvGrpSpPr>
          <p:grpSpPr bwMode="auto">
            <a:xfrm>
              <a:off x="2112" y="2064"/>
              <a:ext cx="528" cy="192"/>
              <a:chOff x="2112" y="2064"/>
              <a:chExt cx="528" cy="192"/>
            </a:xfrm>
          </p:grpSpPr>
          <p:grpSp>
            <p:nvGrpSpPr>
              <p:cNvPr id="82072" name="Group 60"/>
              <p:cNvGrpSpPr>
                <a:grpSpLocks/>
              </p:cNvGrpSpPr>
              <p:nvPr/>
            </p:nvGrpSpPr>
            <p:grpSpPr bwMode="auto">
              <a:xfrm>
                <a:off x="2112" y="2064"/>
                <a:ext cx="528" cy="192"/>
                <a:chOff x="2208" y="2112"/>
                <a:chExt cx="528" cy="144"/>
              </a:xfrm>
            </p:grpSpPr>
            <p:sp>
              <p:nvSpPr>
                <p:cNvPr id="82076"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2077"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73" name="Group 63"/>
              <p:cNvGrpSpPr>
                <a:grpSpLocks/>
              </p:cNvGrpSpPr>
              <p:nvPr/>
            </p:nvGrpSpPr>
            <p:grpSpPr bwMode="auto">
              <a:xfrm>
                <a:off x="2448" y="2064"/>
                <a:ext cx="144" cy="144"/>
                <a:chOff x="2448" y="2064"/>
                <a:chExt cx="144" cy="144"/>
              </a:xfrm>
            </p:grpSpPr>
            <p:sp>
              <p:nvSpPr>
                <p:cNvPr id="82074"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75"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1942" name="Group 66"/>
          <p:cNvGrpSpPr>
            <a:grpSpLocks/>
          </p:cNvGrpSpPr>
          <p:nvPr/>
        </p:nvGrpSpPr>
        <p:grpSpPr bwMode="auto">
          <a:xfrm>
            <a:off x="2857500" y="2800350"/>
            <a:ext cx="2228850" cy="171450"/>
            <a:chOff x="1440" y="2256"/>
            <a:chExt cx="1872" cy="192"/>
          </a:xfrm>
        </p:grpSpPr>
        <p:grpSp>
          <p:nvGrpSpPr>
            <p:cNvPr id="82055" name="Group 67"/>
            <p:cNvGrpSpPr>
              <a:grpSpLocks/>
            </p:cNvGrpSpPr>
            <p:nvPr/>
          </p:nvGrpSpPr>
          <p:grpSpPr bwMode="auto">
            <a:xfrm>
              <a:off x="2784" y="2256"/>
              <a:ext cx="528" cy="192"/>
              <a:chOff x="2112" y="2064"/>
              <a:chExt cx="528" cy="192"/>
            </a:xfrm>
          </p:grpSpPr>
          <p:grpSp>
            <p:nvGrpSpPr>
              <p:cNvPr id="82064" name="Group 68"/>
              <p:cNvGrpSpPr>
                <a:grpSpLocks/>
              </p:cNvGrpSpPr>
              <p:nvPr/>
            </p:nvGrpSpPr>
            <p:grpSpPr bwMode="auto">
              <a:xfrm>
                <a:off x="2112" y="2064"/>
                <a:ext cx="528" cy="192"/>
                <a:chOff x="2208" y="2112"/>
                <a:chExt cx="528" cy="144"/>
              </a:xfrm>
            </p:grpSpPr>
            <p:sp>
              <p:nvSpPr>
                <p:cNvPr id="82068"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2069"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65" name="Group 71"/>
              <p:cNvGrpSpPr>
                <a:grpSpLocks/>
              </p:cNvGrpSpPr>
              <p:nvPr/>
            </p:nvGrpSpPr>
            <p:grpSpPr bwMode="auto">
              <a:xfrm>
                <a:off x="2448" y="2064"/>
                <a:ext cx="144" cy="144"/>
                <a:chOff x="2448" y="2064"/>
                <a:chExt cx="144" cy="144"/>
              </a:xfrm>
            </p:grpSpPr>
            <p:sp>
              <p:nvSpPr>
                <p:cNvPr id="82066"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67"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056" name="Group 74"/>
            <p:cNvGrpSpPr>
              <a:grpSpLocks/>
            </p:cNvGrpSpPr>
            <p:nvPr/>
          </p:nvGrpSpPr>
          <p:grpSpPr bwMode="auto">
            <a:xfrm>
              <a:off x="1440" y="2256"/>
              <a:ext cx="672" cy="192"/>
              <a:chOff x="2496" y="2160"/>
              <a:chExt cx="768" cy="144"/>
            </a:xfrm>
          </p:grpSpPr>
          <p:sp>
            <p:nvSpPr>
              <p:cNvPr id="82061"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2062"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63"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057" name="Group 78"/>
            <p:cNvGrpSpPr>
              <a:grpSpLocks/>
            </p:cNvGrpSpPr>
            <p:nvPr/>
          </p:nvGrpSpPr>
          <p:grpSpPr bwMode="auto">
            <a:xfrm>
              <a:off x="2112" y="2256"/>
              <a:ext cx="672" cy="192"/>
              <a:chOff x="2496" y="2160"/>
              <a:chExt cx="768" cy="144"/>
            </a:xfrm>
          </p:grpSpPr>
          <p:sp>
            <p:nvSpPr>
              <p:cNvPr id="82058"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2059"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60"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43" name="Group 82"/>
          <p:cNvGrpSpPr>
            <a:grpSpLocks/>
          </p:cNvGrpSpPr>
          <p:nvPr/>
        </p:nvGrpSpPr>
        <p:grpSpPr bwMode="auto">
          <a:xfrm>
            <a:off x="2857500" y="3326607"/>
            <a:ext cx="800100" cy="159544"/>
            <a:chOff x="2496" y="2160"/>
            <a:chExt cx="768" cy="144"/>
          </a:xfrm>
        </p:grpSpPr>
        <p:sp>
          <p:nvSpPr>
            <p:cNvPr id="82052"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2053"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54"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944" name="Group 86"/>
          <p:cNvGrpSpPr>
            <a:grpSpLocks/>
          </p:cNvGrpSpPr>
          <p:nvPr/>
        </p:nvGrpSpPr>
        <p:grpSpPr bwMode="auto">
          <a:xfrm>
            <a:off x="3657600" y="3326607"/>
            <a:ext cx="628650" cy="159544"/>
            <a:chOff x="2112" y="2064"/>
            <a:chExt cx="528" cy="192"/>
          </a:xfrm>
        </p:grpSpPr>
        <p:grpSp>
          <p:nvGrpSpPr>
            <p:cNvPr id="82046" name="Group 87"/>
            <p:cNvGrpSpPr>
              <a:grpSpLocks/>
            </p:cNvGrpSpPr>
            <p:nvPr/>
          </p:nvGrpSpPr>
          <p:grpSpPr bwMode="auto">
            <a:xfrm>
              <a:off x="2112" y="2064"/>
              <a:ext cx="528" cy="192"/>
              <a:chOff x="2208" y="2112"/>
              <a:chExt cx="528" cy="144"/>
            </a:xfrm>
          </p:grpSpPr>
          <p:sp>
            <p:nvSpPr>
              <p:cNvPr id="82050"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2051"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47" name="Group 90"/>
            <p:cNvGrpSpPr>
              <a:grpSpLocks/>
            </p:cNvGrpSpPr>
            <p:nvPr/>
          </p:nvGrpSpPr>
          <p:grpSpPr bwMode="auto">
            <a:xfrm>
              <a:off x="2448" y="2064"/>
              <a:ext cx="144" cy="144"/>
              <a:chOff x="2448" y="2064"/>
              <a:chExt cx="144" cy="144"/>
            </a:xfrm>
          </p:grpSpPr>
          <p:sp>
            <p:nvSpPr>
              <p:cNvPr id="82048"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49"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45" name="Group 93"/>
          <p:cNvGrpSpPr>
            <a:grpSpLocks/>
          </p:cNvGrpSpPr>
          <p:nvPr/>
        </p:nvGrpSpPr>
        <p:grpSpPr bwMode="auto">
          <a:xfrm>
            <a:off x="2857500" y="2571750"/>
            <a:ext cx="1428750" cy="171450"/>
            <a:chOff x="1440" y="2064"/>
            <a:chExt cx="1200" cy="192"/>
          </a:xfrm>
        </p:grpSpPr>
        <p:grpSp>
          <p:nvGrpSpPr>
            <p:cNvPr id="82035" name="Group 94"/>
            <p:cNvGrpSpPr>
              <a:grpSpLocks/>
            </p:cNvGrpSpPr>
            <p:nvPr/>
          </p:nvGrpSpPr>
          <p:grpSpPr bwMode="auto">
            <a:xfrm>
              <a:off x="1440" y="2064"/>
              <a:ext cx="672" cy="192"/>
              <a:chOff x="2496" y="2160"/>
              <a:chExt cx="768" cy="144"/>
            </a:xfrm>
          </p:grpSpPr>
          <p:sp>
            <p:nvSpPr>
              <p:cNvPr id="82043"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2044"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45"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036" name="Group 98"/>
            <p:cNvGrpSpPr>
              <a:grpSpLocks/>
            </p:cNvGrpSpPr>
            <p:nvPr/>
          </p:nvGrpSpPr>
          <p:grpSpPr bwMode="auto">
            <a:xfrm>
              <a:off x="2112" y="2064"/>
              <a:ext cx="528" cy="192"/>
              <a:chOff x="2112" y="2064"/>
              <a:chExt cx="528" cy="192"/>
            </a:xfrm>
          </p:grpSpPr>
          <p:grpSp>
            <p:nvGrpSpPr>
              <p:cNvPr id="82037" name="Group 99"/>
              <p:cNvGrpSpPr>
                <a:grpSpLocks/>
              </p:cNvGrpSpPr>
              <p:nvPr/>
            </p:nvGrpSpPr>
            <p:grpSpPr bwMode="auto">
              <a:xfrm>
                <a:off x="2112" y="2064"/>
                <a:ext cx="528" cy="192"/>
                <a:chOff x="2208" y="2112"/>
                <a:chExt cx="528" cy="144"/>
              </a:xfrm>
            </p:grpSpPr>
            <p:sp>
              <p:nvSpPr>
                <p:cNvPr id="82041"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2042"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38" name="Group 102"/>
              <p:cNvGrpSpPr>
                <a:grpSpLocks/>
              </p:cNvGrpSpPr>
              <p:nvPr/>
            </p:nvGrpSpPr>
            <p:grpSpPr bwMode="auto">
              <a:xfrm>
                <a:off x="2448" y="2064"/>
                <a:ext cx="144" cy="144"/>
                <a:chOff x="2448" y="2064"/>
                <a:chExt cx="144" cy="144"/>
              </a:xfrm>
            </p:grpSpPr>
            <p:sp>
              <p:nvSpPr>
                <p:cNvPr id="82039"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40"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1946" name="Group 105"/>
          <p:cNvGrpSpPr>
            <a:grpSpLocks/>
          </p:cNvGrpSpPr>
          <p:nvPr/>
        </p:nvGrpSpPr>
        <p:grpSpPr bwMode="auto">
          <a:xfrm>
            <a:off x="2857500" y="3886200"/>
            <a:ext cx="1428750" cy="171450"/>
            <a:chOff x="1440" y="2064"/>
            <a:chExt cx="1200" cy="192"/>
          </a:xfrm>
        </p:grpSpPr>
        <p:grpSp>
          <p:nvGrpSpPr>
            <p:cNvPr id="82024" name="Group 106"/>
            <p:cNvGrpSpPr>
              <a:grpSpLocks/>
            </p:cNvGrpSpPr>
            <p:nvPr/>
          </p:nvGrpSpPr>
          <p:grpSpPr bwMode="auto">
            <a:xfrm>
              <a:off x="1440" y="2064"/>
              <a:ext cx="672" cy="192"/>
              <a:chOff x="2496" y="2160"/>
              <a:chExt cx="768" cy="144"/>
            </a:xfrm>
          </p:grpSpPr>
          <p:sp>
            <p:nvSpPr>
              <p:cNvPr id="82032"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2033"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34"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025" name="Group 110"/>
            <p:cNvGrpSpPr>
              <a:grpSpLocks/>
            </p:cNvGrpSpPr>
            <p:nvPr/>
          </p:nvGrpSpPr>
          <p:grpSpPr bwMode="auto">
            <a:xfrm>
              <a:off x="2112" y="2064"/>
              <a:ext cx="528" cy="192"/>
              <a:chOff x="2112" y="2064"/>
              <a:chExt cx="528" cy="192"/>
            </a:xfrm>
          </p:grpSpPr>
          <p:grpSp>
            <p:nvGrpSpPr>
              <p:cNvPr id="82026" name="Group 111"/>
              <p:cNvGrpSpPr>
                <a:grpSpLocks/>
              </p:cNvGrpSpPr>
              <p:nvPr/>
            </p:nvGrpSpPr>
            <p:grpSpPr bwMode="auto">
              <a:xfrm>
                <a:off x="2112" y="2064"/>
                <a:ext cx="528" cy="192"/>
                <a:chOff x="2208" y="2112"/>
                <a:chExt cx="528" cy="144"/>
              </a:xfrm>
            </p:grpSpPr>
            <p:sp>
              <p:nvSpPr>
                <p:cNvPr id="82030"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2031"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27" name="Group 114"/>
              <p:cNvGrpSpPr>
                <a:grpSpLocks/>
              </p:cNvGrpSpPr>
              <p:nvPr/>
            </p:nvGrpSpPr>
            <p:grpSpPr bwMode="auto">
              <a:xfrm>
                <a:off x="2448" y="2064"/>
                <a:ext cx="144" cy="144"/>
                <a:chOff x="2448" y="2064"/>
                <a:chExt cx="144" cy="144"/>
              </a:xfrm>
            </p:grpSpPr>
            <p:sp>
              <p:nvSpPr>
                <p:cNvPr id="82028"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29"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1947" name="Group 117"/>
          <p:cNvGrpSpPr>
            <a:grpSpLocks/>
          </p:cNvGrpSpPr>
          <p:nvPr/>
        </p:nvGrpSpPr>
        <p:grpSpPr bwMode="auto">
          <a:xfrm>
            <a:off x="2857500" y="4126707"/>
            <a:ext cx="800100" cy="159544"/>
            <a:chOff x="2496" y="2160"/>
            <a:chExt cx="768" cy="144"/>
          </a:xfrm>
        </p:grpSpPr>
        <p:sp>
          <p:nvSpPr>
            <p:cNvPr id="82021"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2022"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23"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948" name="Group 121"/>
          <p:cNvGrpSpPr>
            <a:grpSpLocks/>
          </p:cNvGrpSpPr>
          <p:nvPr/>
        </p:nvGrpSpPr>
        <p:grpSpPr bwMode="auto">
          <a:xfrm>
            <a:off x="3657600" y="4126707"/>
            <a:ext cx="628650" cy="159544"/>
            <a:chOff x="2112" y="2064"/>
            <a:chExt cx="528" cy="192"/>
          </a:xfrm>
        </p:grpSpPr>
        <p:grpSp>
          <p:nvGrpSpPr>
            <p:cNvPr id="82015" name="Group 122"/>
            <p:cNvGrpSpPr>
              <a:grpSpLocks/>
            </p:cNvGrpSpPr>
            <p:nvPr/>
          </p:nvGrpSpPr>
          <p:grpSpPr bwMode="auto">
            <a:xfrm>
              <a:off x="2112" y="2064"/>
              <a:ext cx="528" cy="192"/>
              <a:chOff x="2208" y="2112"/>
              <a:chExt cx="528" cy="144"/>
            </a:xfrm>
          </p:grpSpPr>
          <p:sp>
            <p:nvSpPr>
              <p:cNvPr id="82019"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2020"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16" name="Group 125"/>
            <p:cNvGrpSpPr>
              <a:grpSpLocks/>
            </p:cNvGrpSpPr>
            <p:nvPr/>
          </p:nvGrpSpPr>
          <p:grpSpPr bwMode="auto">
            <a:xfrm>
              <a:off x="2448" y="2064"/>
              <a:ext cx="144" cy="144"/>
              <a:chOff x="2448" y="2064"/>
              <a:chExt cx="144" cy="144"/>
            </a:xfrm>
          </p:grpSpPr>
          <p:sp>
            <p:nvSpPr>
              <p:cNvPr id="82017"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18"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49" name="Group 128"/>
          <p:cNvGrpSpPr>
            <a:grpSpLocks/>
          </p:cNvGrpSpPr>
          <p:nvPr/>
        </p:nvGrpSpPr>
        <p:grpSpPr bwMode="auto">
          <a:xfrm>
            <a:off x="2857500" y="3040857"/>
            <a:ext cx="2228850" cy="159544"/>
            <a:chOff x="1440" y="2256"/>
            <a:chExt cx="1872" cy="192"/>
          </a:xfrm>
        </p:grpSpPr>
        <p:grpSp>
          <p:nvGrpSpPr>
            <p:cNvPr id="82000" name="Group 129"/>
            <p:cNvGrpSpPr>
              <a:grpSpLocks/>
            </p:cNvGrpSpPr>
            <p:nvPr/>
          </p:nvGrpSpPr>
          <p:grpSpPr bwMode="auto">
            <a:xfrm>
              <a:off x="2784" y="2256"/>
              <a:ext cx="528" cy="192"/>
              <a:chOff x="2112" y="2064"/>
              <a:chExt cx="528" cy="192"/>
            </a:xfrm>
          </p:grpSpPr>
          <p:grpSp>
            <p:nvGrpSpPr>
              <p:cNvPr id="82009" name="Group 130"/>
              <p:cNvGrpSpPr>
                <a:grpSpLocks/>
              </p:cNvGrpSpPr>
              <p:nvPr/>
            </p:nvGrpSpPr>
            <p:grpSpPr bwMode="auto">
              <a:xfrm>
                <a:off x="2112" y="2064"/>
                <a:ext cx="528" cy="192"/>
                <a:chOff x="2208" y="2112"/>
                <a:chExt cx="528" cy="144"/>
              </a:xfrm>
            </p:grpSpPr>
            <p:sp>
              <p:nvSpPr>
                <p:cNvPr id="82013"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2014"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010" name="Group 133"/>
              <p:cNvGrpSpPr>
                <a:grpSpLocks/>
              </p:cNvGrpSpPr>
              <p:nvPr/>
            </p:nvGrpSpPr>
            <p:grpSpPr bwMode="auto">
              <a:xfrm>
                <a:off x="2448" y="2064"/>
                <a:ext cx="144" cy="144"/>
                <a:chOff x="2448" y="2064"/>
                <a:chExt cx="144" cy="144"/>
              </a:xfrm>
            </p:grpSpPr>
            <p:sp>
              <p:nvSpPr>
                <p:cNvPr id="82011"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012"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001" name="Group 136"/>
            <p:cNvGrpSpPr>
              <a:grpSpLocks/>
            </p:cNvGrpSpPr>
            <p:nvPr/>
          </p:nvGrpSpPr>
          <p:grpSpPr bwMode="auto">
            <a:xfrm>
              <a:off x="1440" y="2256"/>
              <a:ext cx="672" cy="192"/>
              <a:chOff x="2496" y="2160"/>
              <a:chExt cx="768" cy="144"/>
            </a:xfrm>
          </p:grpSpPr>
          <p:sp>
            <p:nvSpPr>
              <p:cNvPr id="82006"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2007"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08"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002" name="Group 140"/>
            <p:cNvGrpSpPr>
              <a:grpSpLocks/>
            </p:cNvGrpSpPr>
            <p:nvPr/>
          </p:nvGrpSpPr>
          <p:grpSpPr bwMode="auto">
            <a:xfrm>
              <a:off x="2112" y="2256"/>
              <a:ext cx="672" cy="192"/>
              <a:chOff x="2496" y="2160"/>
              <a:chExt cx="768" cy="144"/>
            </a:xfrm>
          </p:grpSpPr>
          <p:sp>
            <p:nvSpPr>
              <p:cNvPr id="82003"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2004"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2005"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50" name="Group 144"/>
          <p:cNvGrpSpPr>
            <a:grpSpLocks/>
          </p:cNvGrpSpPr>
          <p:nvPr/>
        </p:nvGrpSpPr>
        <p:grpSpPr bwMode="auto">
          <a:xfrm>
            <a:off x="3657600" y="4400550"/>
            <a:ext cx="2228850" cy="171450"/>
            <a:chOff x="1440" y="2256"/>
            <a:chExt cx="1872" cy="192"/>
          </a:xfrm>
        </p:grpSpPr>
        <p:grpSp>
          <p:nvGrpSpPr>
            <p:cNvPr id="81985" name="Group 145"/>
            <p:cNvGrpSpPr>
              <a:grpSpLocks/>
            </p:cNvGrpSpPr>
            <p:nvPr/>
          </p:nvGrpSpPr>
          <p:grpSpPr bwMode="auto">
            <a:xfrm>
              <a:off x="2784" y="2256"/>
              <a:ext cx="528" cy="192"/>
              <a:chOff x="2112" y="2064"/>
              <a:chExt cx="528" cy="192"/>
            </a:xfrm>
          </p:grpSpPr>
          <p:grpSp>
            <p:nvGrpSpPr>
              <p:cNvPr id="81994" name="Group 146"/>
              <p:cNvGrpSpPr>
                <a:grpSpLocks/>
              </p:cNvGrpSpPr>
              <p:nvPr/>
            </p:nvGrpSpPr>
            <p:grpSpPr bwMode="auto">
              <a:xfrm>
                <a:off x="2112" y="2064"/>
                <a:ext cx="528" cy="192"/>
                <a:chOff x="2208" y="2112"/>
                <a:chExt cx="528" cy="144"/>
              </a:xfrm>
            </p:grpSpPr>
            <p:sp>
              <p:nvSpPr>
                <p:cNvPr id="81998"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1999"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1995" name="Group 149"/>
              <p:cNvGrpSpPr>
                <a:grpSpLocks/>
              </p:cNvGrpSpPr>
              <p:nvPr/>
            </p:nvGrpSpPr>
            <p:grpSpPr bwMode="auto">
              <a:xfrm>
                <a:off x="2448" y="2064"/>
                <a:ext cx="144" cy="144"/>
                <a:chOff x="2448" y="2064"/>
                <a:chExt cx="144" cy="144"/>
              </a:xfrm>
            </p:grpSpPr>
            <p:sp>
              <p:nvSpPr>
                <p:cNvPr id="81996"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97"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86" name="Group 152"/>
            <p:cNvGrpSpPr>
              <a:grpSpLocks/>
            </p:cNvGrpSpPr>
            <p:nvPr/>
          </p:nvGrpSpPr>
          <p:grpSpPr bwMode="auto">
            <a:xfrm>
              <a:off x="1440" y="2256"/>
              <a:ext cx="672" cy="192"/>
              <a:chOff x="2496" y="2160"/>
              <a:chExt cx="768" cy="144"/>
            </a:xfrm>
          </p:grpSpPr>
          <p:sp>
            <p:nvSpPr>
              <p:cNvPr id="81991"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1992"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993"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1987" name="Group 156"/>
            <p:cNvGrpSpPr>
              <a:grpSpLocks/>
            </p:cNvGrpSpPr>
            <p:nvPr/>
          </p:nvGrpSpPr>
          <p:grpSpPr bwMode="auto">
            <a:xfrm>
              <a:off x="2112" y="2256"/>
              <a:ext cx="672" cy="192"/>
              <a:chOff x="2496" y="2160"/>
              <a:chExt cx="768" cy="144"/>
            </a:xfrm>
          </p:grpSpPr>
          <p:sp>
            <p:nvSpPr>
              <p:cNvPr id="81988"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1989"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990"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1951" name="Group 160"/>
          <p:cNvGrpSpPr>
            <a:grpSpLocks/>
          </p:cNvGrpSpPr>
          <p:nvPr/>
        </p:nvGrpSpPr>
        <p:grpSpPr bwMode="auto">
          <a:xfrm>
            <a:off x="2857500" y="4400550"/>
            <a:ext cx="800100" cy="171450"/>
            <a:chOff x="2496" y="2160"/>
            <a:chExt cx="768" cy="144"/>
          </a:xfrm>
        </p:grpSpPr>
        <p:sp>
          <p:nvSpPr>
            <p:cNvPr id="81982"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1983"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984"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81952"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DFS(1)</a:t>
            </a:r>
          </a:p>
        </p:txBody>
      </p:sp>
      <p:sp>
        <p:nvSpPr>
          <p:cNvPr id="81953"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81954" name="AutoShape 166"/>
          <p:cNvSpPr>
            <a:spLocks noChangeArrowheads="1"/>
          </p:cNvSpPr>
          <p:nvPr/>
        </p:nvSpPr>
        <p:spPr bwMode="auto">
          <a:xfrm>
            <a:off x="4343400" y="2057400"/>
            <a:ext cx="114300" cy="514350"/>
          </a:xfrm>
          <a:prstGeom prst="downArrow">
            <a:avLst>
              <a:gd name="adj1" fmla="val 50000"/>
              <a:gd name="adj2" fmla="val 112500"/>
            </a:avLst>
          </a:prstGeom>
          <a:solidFill>
            <a:srgbClr val="FF0000"/>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1955" name="Text Box 167"/>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81956" name="Text Box 168"/>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81957" name="Text Box 169"/>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81958" name="Text Box 170"/>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81959" name="Text Box 171"/>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81960" name="Text Box 172"/>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81961" name="Text Box 173"/>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81962" name="Group 177"/>
          <p:cNvGrpSpPr>
            <a:grpSpLocks/>
          </p:cNvGrpSpPr>
          <p:nvPr/>
        </p:nvGrpSpPr>
        <p:grpSpPr bwMode="auto">
          <a:xfrm>
            <a:off x="6053138" y="342900"/>
            <a:ext cx="1943100" cy="1943100"/>
            <a:chOff x="2784" y="96"/>
            <a:chExt cx="1632" cy="1680"/>
          </a:xfrm>
        </p:grpSpPr>
        <p:sp>
          <p:nvSpPr>
            <p:cNvPr id="81964" name="Oval 178"/>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81965" name="Oval 179"/>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81966" name="Oval 180"/>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81967" name="Oval 181"/>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81968" name="Oval 182"/>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81969" name="Oval 183"/>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81970" name="Oval 184"/>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81971" name="Line 185"/>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2" name="Line 186"/>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3" name="Line 187"/>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4" name="Line 188"/>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5" name="Line 189"/>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6" name="Line 190"/>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7" name="Oval 191"/>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81978" name="Line 192"/>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79" name="Line 193"/>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80" name="Line 194"/>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1981" name="Line 195"/>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5"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p:spTree>
    <p:extLst>
      <p:ext uri="{BB962C8B-B14F-4D97-AF65-F5344CB8AC3E}">
        <p14:creationId xmlns:p14="http://schemas.microsoft.com/office/powerpoint/2010/main" val="703302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946" name="Group 21"/>
          <p:cNvGrpSpPr>
            <a:grpSpLocks/>
          </p:cNvGrpSpPr>
          <p:nvPr/>
        </p:nvGrpSpPr>
        <p:grpSpPr bwMode="auto">
          <a:xfrm>
            <a:off x="1524001" y="2520554"/>
            <a:ext cx="1079897" cy="258365"/>
            <a:chOff x="288" y="2016"/>
            <a:chExt cx="816" cy="192"/>
          </a:xfrm>
        </p:grpSpPr>
        <p:sp>
          <p:nvSpPr>
            <p:cNvPr id="83116" name="Rectangle 2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3117" name="Rectangle 2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2947" name="Rectangle 24"/>
          <p:cNvSpPr>
            <a:spLocks noChangeArrowheads="1"/>
          </p:cNvSpPr>
          <p:nvPr/>
        </p:nvSpPr>
        <p:spPr bwMode="auto">
          <a:xfrm>
            <a:off x="1524000" y="2778919"/>
            <a:ext cx="571500" cy="257175"/>
          </a:xfrm>
          <a:prstGeom prst="rect">
            <a:avLst/>
          </a:prstGeom>
          <a:solidFill>
            <a:srgbClr val="CCFFFF"/>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2948" name="Rectangle 25"/>
          <p:cNvSpPr>
            <a:spLocks noChangeArrowheads="1"/>
          </p:cNvSpPr>
          <p:nvPr/>
        </p:nvSpPr>
        <p:spPr bwMode="auto">
          <a:xfrm>
            <a:off x="2032397" y="2778919"/>
            <a:ext cx="571500" cy="257175"/>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nvGrpSpPr>
          <p:cNvPr id="82949" name="Group 26"/>
          <p:cNvGrpSpPr>
            <a:grpSpLocks/>
          </p:cNvGrpSpPr>
          <p:nvPr/>
        </p:nvGrpSpPr>
        <p:grpSpPr bwMode="auto">
          <a:xfrm>
            <a:off x="1524001" y="3036094"/>
            <a:ext cx="1079897" cy="258366"/>
            <a:chOff x="288" y="2016"/>
            <a:chExt cx="816" cy="192"/>
          </a:xfrm>
        </p:grpSpPr>
        <p:sp>
          <p:nvSpPr>
            <p:cNvPr id="83114" name="Rectangle 27"/>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3115" name="Rectangle 28"/>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950" name="Group 29"/>
          <p:cNvGrpSpPr>
            <a:grpSpLocks/>
          </p:cNvGrpSpPr>
          <p:nvPr/>
        </p:nvGrpSpPr>
        <p:grpSpPr bwMode="auto">
          <a:xfrm>
            <a:off x="1524001" y="3294460"/>
            <a:ext cx="1079897" cy="258365"/>
            <a:chOff x="288" y="2016"/>
            <a:chExt cx="816" cy="192"/>
          </a:xfrm>
        </p:grpSpPr>
        <p:sp>
          <p:nvSpPr>
            <p:cNvPr id="83112" name="Rectangle 30"/>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3113" name="Rectangle 31"/>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951" name="Group 32"/>
          <p:cNvGrpSpPr>
            <a:grpSpLocks/>
          </p:cNvGrpSpPr>
          <p:nvPr/>
        </p:nvGrpSpPr>
        <p:grpSpPr bwMode="auto">
          <a:xfrm>
            <a:off x="1524001" y="3552825"/>
            <a:ext cx="1079897" cy="257175"/>
            <a:chOff x="288" y="2016"/>
            <a:chExt cx="816" cy="192"/>
          </a:xfrm>
        </p:grpSpPr>
        <p:sp>
          <p:nvSpPr>
            <p:cNvPr id="83110" name="Rectangle 33"/>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3111" name="Rectangle 34"/>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952" name="Group 35"/>
          <p:cNvGrpSpPr>
            <a:grpSpLocks/>
          </p:cNvGrpSpPr>
          <p:nvPr/>
        </p:nvGrpSpPr>
        <p:grpSpPr bwMode="auto">
          <a:xfrm>
            <a:off x="1524001" y="3810000"/>
            <a:ext cx="1079897" cy="258366"/>
            <a:chOff x="288" y="2016"/>
            <a:chExt cx="816" cy="192"/>
          </a:xfrm>
        </p:grpSpPr>
        <p:sp>
          <p:nvSpPr>
            <p:cNvPr id="83108" name="Rectangle 36"/>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3109" name="Rectangle 37"/>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953" name="Group 38"/>
          <p:cNvGrpSpPr>
            <a:grpSpLocks/>
          </p:cNvGrpSpPr>
          <p:nvPr/>
        </p:nvGrpSpPr>
        <p:grpSpPr bwMode="auto">
          <a:xfrm>
            <a:off x="1524001" y="4325542"/>
            <a:ext cx="1079897" cy="258365"/>
            <a:chOff x="288" y="2016"/>
            <a:chExt cx="816" cy="192"/>
          </a:xfrm>
        </p:grpSpPr>
        <p:sp>
          <p:nvSpPr>
            <p:cNvPr id="83106" name="Rectangle 39"/>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3107" name="Rectangle 40"/>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2954" name="Group 41"/>
          <p:cNvGrpSpPr>
            <a:grpSpLocks/>
          </p:cNvGrpSpPr>
          <p:nvPr/>
        </p:nvGrpSpPr>
        <p:grpSpPr bwMode="auto">
          <a:xfrm>
            <a:off x="1524001" y="4068366"/>
            <a:ext cx="1079897" cy="257175"/>
            <a:chOff x="288" y="2016"/>
            <a:chExt cx="816" cy="192"/>
          </a:xfrm>
        </p:grpSpPr>
        <p:sp>
          <p:nvSpPr>
            <p:cNvPr id="83104" name="Rectangle 42"/>
            <p:cNvSpPr>
              <a:spLocks noChangeArrowheads="1"/>
            </p:cNvSpPr>
            <p:nvPr/>
          </p:nvSpPr>
          <p:spPr bwMode="auto">
            <a:xfrm>
              <a:off x="288"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3105" name="Rectangle 43"/>
            <p:cNvSpPr>
              <a:spLocks noChangeArrowheads="1"/>
            </p:cNvSpPr>
            <p:nvPr/>
          </p:nvSpPr>
          <p:spPr bwMode="auto">
            <a:xfrm>
              <a:off x="672" y="2016"/>
              <a:ext cx="432" cy="192"/>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sp>
        <p:nvSpPr>
          <p:cNvPr id="82955" name="Text Box 44"/>
          <p:cNvSpPr txBox="1">
            <a:spLocks noChangeArrowheads="1"/>
          </p:cNvSpPr>
          <p:nvPr/>
        </p:nvSpPr>
        <p:spPr bwMode="auto">
          <a:xfrm>
            <a:off x="1200150" y="2492186"/>
            <a:ext cx="325730"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lnSpc>
                <a:spcPct val="110000"/>
              </a:lnSpc>
            </a:pPr>
            <a:r>
              <a:rPr lang="zh-CN" altLang="en-US" sz="1500">
                <a:solidFill>
                  <a:srgbClr val="FF0000"/>
                </a:solidFill>
                <a:latin typeface="+mn-lt"/>
                <a:ea typeface="宋体" panose="02010600030101010101" pitchFamily="2" charset="-122"/>
              </a:rPr>
              <a:t>0</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1</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2</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3</a:t>
            </a:r>
            <a:endParaRPr lang="zh-CN" altLang="en-US" sz="1500">
              <a:solidFill>
                <a:schemeClr val="tx1"/>
              </a:solidFill>
              <a:latin typeface="+mn-lt"/>
              <a:ea typeface="宋体" panose="02010600030101010101" pitchFamily="2" charset="-122"/>
            </a:endParaRPr>
          </a:p>
          <a:p>
            <a:pPr eaLnBrk="1" hangingPunct="1">
              <a:lnSpc>
                <a:spcPct val="110000"/>
              </a:lnSpc>
            </a:pPr>
            <a:r>
              <a:rPr lang="zh-CN" altLang="en-US" sz="1500">
                <a:solidFill>
                  <a:srgbClr val="FF0000"/>
                </a:solidFill>
                <a:latin typeface="+mn-lt"/>
                <a:ea typeface="宋体" panose="02010600030101010101" pitchFamily="2" charset="-122"/>
              </a:rPr>
              <a:t>4</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5</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6</a:t>
            </a:r>
            <a:r>
              <a:rPr lang="zh-CN" altLang="en-US" sz="1500">
                <a:solidFill>
                  <a:schemeClr val="tx1"/>
                </a:solidFill>
                <a:latin typeface="+mn-lt"/>
                <a:ea typeface="宋体" panose="02010600030101010101" pitchFamily="2" charset="-122"/>
              </a:rPr>
              <a:t> </a:t>
            </a:r>
          </a:p>
          <a:p>
            <a:pPr eaLnBrk="1" hangingPunct="1">
              <a:lnSpc>
                <a:spcPct val="110000"/>
              </a:lnSpc>
            </a:pPr>
            <a:r>
              <a:rPr lang="zh-CN" altLang="en-US" sz="1500">
                <a:solidFill>
                  <a:srgbClr val="FF0000"/>
                </a:solidFill>
                <a:latin typeface="+mn-lt"/>
                <a:ea typeface="宋体" panose="02010600030101010101" pitchFamily="2" charset="-122"/>
              </a:rPr>
              <a:t>7</a:t>
            </a:r>
            <a:endParaRPr lang="zh-CN" altLang="en-US" sz="2100">
              <a:solidFill>
                <a:schemeClr val="tx1"/>
              </a:solidFill>
              <a:latin typeface="+mn-lt"/>
              <a:ea typeface="宋体" panose="02010600030101010101" pitchFamily="2" charset="-122"/>
            </a:endParaRPr>
          </a:p>
        </p:txBody>
      </p:sp>
      <p:sp>
        <p:nvSpPr>
          <p:cNvPr id="82957" name="Line 46"/>
          <p:cNvSpPr>
            <a:spLocks noChangeShapeType="1"/>
          </p:cNvSpPr>
          <p:nvPr/>
        </p:nvSpPr>
        <p:spPr bwMode="auto">
          <a:xfrm>
            <a:off x="2413398" y="2649141"/>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58" name="Line 47"/>
          <p:cNvSpPr>
            <a:spLocks noChangeShapeType="1"/>
          </p:cNvSpPr>
          <p:nvPr/>
        </p:nvSpPr>
        <p:spPr bwMode="auto">
          <a:xfrm>
            <a:off x="2413398" y="2907506"/>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59" name="Line 48"/>
          <p:cNvSpPr>
            <a:spLocks noChangeShapeType="1"/>
          </p:cNvSpPr>
          <p:nvPr/>
        </p:nvSpPr>
        <p:spPr bwMode="auto">
          <a:xfrm>
            <a:off x="2413398" y="3423047"/>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60" name="Line 49"/>
          <p:cNvSpPr>
            <a:spLocks noChangeShapeType="1"/>
          </p:cNvSpPr>
          <p:nvPr/>
        </p:nvSpPr>
        <p:spPr bwMode="auto">
          <a:xfrm>
            <a:off x="2413398" y="3165872"/>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61" name="Line 50"/>
          <p:cNvSpPr>
            <a:spLocks noChangeShapeType="1"/>
          </p:cNvSpPr>
          <p:nvPr/>
        </p:nvSpPr>
        <p:spPr bwMode="auto">
          <a:xfrm>
            <a:off x="2413398" y="3681413"/>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62" name="Line 51"/>
          <p:cNvSpPr>
            <a:spLocks noChangeShapeType="1"/>
          </p:cNvSpPr>
          <p:nvPr/>
        </p:nvSpPr>
        <p:spPr bwMode="auto">
          <a:xfrm>
            <a:off x="2413398" y="3938588"/>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63" name="Line 52"/>
          <p:cNvSpPr>
            <a:spLocks noChangeShapeType="1"/>
          </p:cNvSpPr>
          <p:nvPr/>
        </p:nvSpPr>
        <p:spPr bwMode="auto">
          <a:xfrm>
            <a:off x="2413398" y="4196954"/>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64" name="Line 53"/>
          <p:cNvSpPr>
            <a:spLocks noChangeShapeType="1"/>
          </p:cNvSpPr>
          <p:nvPr/>
        </p:nvSpPr>
        <p:spPr bwMode="auto">
          <a:xfrm>
            <a:off x="2413398" y="4455319"/>
            <a:ext cx="444103"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nvGrpSpPr>
          <p:cNvPr id="82965" name="Group 54"/>
          <p:cNvGrpSpPr>
            <a:grpSpLocks/>
          </p:cNvGrpSpPr>
          <p:nvPr/>
        </p:nvGrpSpPr>
        <p:grpSpPr bwMode="auto">
          <a:xfrm>
            <a:off x="2857500" y="3612357"/>
            <a:ext cx="1428750" cy="159544"/>
            <a:chOff x="1440" y="2064"/>
            <a:chExt cx="1200" cy="192"/>
          </a:xfrm>
        </p:grpSpPr>
        <p:grpSp>
          <p:nvGrpSpPr>
            <p:cNvPr id="83093" name="Group 55"/>
            <p:cNvGrpSpPr>
              <a:grpSpLocks/>
            </p:cNvGrpSpPr>
            <p:nvPr/>
          </p:nvGrpSpPr>
          <p:grpSpPr bwMode="auto">
            <a:xfrm>
              <a:off x="1440" y="2064"/>
              <a:ext cx="672" cy="192"/>
              <a:chOff x="2496" y="2160"/>
              <a:chExt cx="768" cy="144"/>
            </a:xfrm>
          </p:grpSpPr>
          <p:sp>
            <p:nvSpPr>
              <p:cNvPr id="83101" name="Rectangle 56"/>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3102" name="Rectangle 57"/>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103" name="Line 58"/>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94" name="Group 59"/>
            <p:cNvGrpSpPr>
              <a:grpSpLocks/>
            </p:cNvGrpSpPr>
            <p:nvPr/>
          </p:nvGrpSpPr>
          <p:grpSpPr bwMode="auto">
            <a:xfrm>
              <a:off x="2112" y="2064"/>
              <a:ext cx="528" cy="192"/>
              <a:chOff x="2112" y="2064"/>
              <a:chExt cx="528" cy="192"/>
            </a:xfrm>
          </p:grpSpPr>
          <p:grpSp>
            <p:nvGrpSpPr>
              <p:cNvPr id="83095" name="Group 60"/>
              <p:cNvGrpSpPr>
                <a:grpSpLocks/>
              </p:cNvGrpSpPr>
              <p:nvPr/>
            </p:nvGrpSpPr>
            <p:grpSpPr bwMode="auto">
              <a:xfrm>
                <a:off x="2112" y="2064"/>
                <a:ext cx="528" cy="192"/>
                <a:chOff x="2208" y="2112"/>
                <a:chExt cx="528" cy="144"/>
              </a:xfrm>
            </p:grpSpPr>
            <p:sp>
              <p:nvSpPr>
                <p:cNvPr id="83099" name="Rectangle 6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3100" name="Rectangle 6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96" name="Group 63"/>
              <p:cNvGrpSpPr>
                <a:grpSpLocks/>
              </p:cNvGrpSpPr>
              <p:nvPr/>
            </p:nvGrpSpPr>
            <p:grpSpPr bwMode="auto">
              <a:xfrm>
                <a:off x="2448" y="2064"/>
                <a:ext cx="144" cy="144"/>
                <a:chOff x="2448" y="2064"/>
                <a:chExt cx="144" cy="144"/>
              </a:xfrm>
            </p:grpSpPr>
            <p:sp>
              <p:nvSpPr>
                <p:cNvPr id="83097" name="Line 6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98" name="Line 6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2966" name="Group 66"/>
          <p:cNvGrpSpPr>
            <a:grpSpLocks/>
          </p:cNvGrpSpPr>
          <p:nvPr/>
        </p:nvGrpSpPr>
        <p:grpSpPr bwMode="auto">
          <a:xfrm>
            <a:off x="2857500" y="2800350"/>
            <a:ext cx="2228850" cy="171450"/>
            <a:chOff x="1440" y="2256"/>
            <a:chExt cx="1872" cy="192"/>
          </a:xfrm>
        </p:grpSpPr>
        <p:grpSp>
          <p:nvGrpSpPr>
            <p:cNvPr id="83078" name="Group 67"/>
            <p:cNvGrpSpPr>
              <a:grpSpLocks/>
            </p:cNvGrpSpPr>
            <p:nvPr/>
          </p:nvGrpSpPr>
          <p:grpSpPr bwMode="auto">
            <a:xfrm>
              <a:off x="2784" y="2256"/>
              <a:ext cx="528" cy="192"/>
              <a:chOff x="2112" y="2064"/>
              <a:chExt cx="528" cy="192"/>
            </a:xfrm>
          </p:grpSpPr>
          <p:grpSp>
            <p:nvGrpSpPr>
              <p:cNvPr id="83087" name="Group 68"/>
              <p:cNvGrpSpPr>
                <a:grpSpLocks/>
              </p:cNvGrpSpPr>
              <p:nvPr/>
            </p:nvGrpSpPr>
            <p:grpSpPr bwMode="auto">
              <a:xfrm>
                <a:off x="2112" y="2064"/>
                <a:ext cx="528" cy="192"/>
                <a:chOff x="2208" y="2112"/>
                <a:chExt cx="528" cy="144"/>
              </a:xfrm>
            </p:grpSpPr>
            <p:sp>
              <p:nvSpPr>
                <p:cNvPr id="83091" name="Rectangle 69"/>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3092" name="Rectangle 70"/>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88" name="Group 71"/>
              <p:cNvGrpSpPr>
                <a:grpSpLocks/>
              </p:cNvGrpSpPr>
              <p:nvPr/>
            </p:nvGrpSpPr>
            <p:grpSpPr bwMode="auto">
              <a:xfrm>
                <a:off x="2448" y="2064"/>
                <a:ext cx="144" cy="144"/>
                <a:chOff x="2448" y="2064"/>
                <a:chExt cx="144" cy="144"/>
              </a:xfrm>
            </p:grpSpPr>
            <p:sp>
              <p:nvSpPr>
                <p:cNvPr id="83089" name="Line 72"/>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90" name="Line 73"/>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3079" name="Group 74"/>
            <p:cNvGrpSpPr>
              <a:grpSpLocks/>
            </p:cNvGrpSpPr>
            <p:nvPr/>
          </p:nvGrpSpPr>
          <p:grpSpPr bwMode="auto">
            <a:xfrm>
              <a:off x="1440" y="2256"/>
              <a:ext cx="672" cy="192"/>
              <a:chOff x="2496" y="2160"/>
              <a:chExt cx="768" cy="144"/>
            </a:xfrm>
          </p:grpSpPr>
          <p:sp>
            <p:nvSpPr>
              <p:cNvPr id="83084" name="Rectangle 7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3085" name="Rectangle 7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86" name="Line 7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80" name="Group 78"/>
            <p:cNvGrpSpPr>
              <a:grpSpLocks/>
            </p:cNvGrpSpPr>
            <p:nvPr/>
          </p:nvGrpSpPr>
          <p:grpSpPr bwMode="auto">
            <a:xfrm>
              <a:off x="2112" y="2256"/>
              <a:ext cx="672" cy="192"/>
              <a:chOff x="2496" y="2160"/>
              <a:chExt cx="768" cy="144"/>
            </a:xfrm>
          </p:grpSpPr>
          <p:sp>
            <p:nvSpPr>
              <p:cNvPr id="83081" name="Rectangle 79"/>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3082" name="Rectangle 80"/>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83" name="Line 81"/>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967" name="Group 82"/>
          <p:cNvGrpSpPr>
            <a:grpSpLocks/>
          </p:cNvGrpSpPr>
          <p:nvPr/>
        </p:nvGrpSpPr>
        <p:grpSpPr bwMode="auto">
          <a:xfrm>
            <a:off x="2857500" y="3326607"/>
            <a:ext cx="800100" cy="159544"/>
            <a:chOff x="2496" y="2160"/>
            <a:chExt cx="768" cy="144"/>
          </a:xfrm>
        </p:grpSpPr>
        <p:sp>
          <p:nvSpPr>
            <p:cNvPr id="83075" name="Rectangle 8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3076" name="Rectangle 8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77" name="Line 8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968" name="Group 86"/>
          <p:cNvGrpSpPr>
            <a:grpSpLocks/>
          </p:cNvGrpSpPr>
          <p:nvPr/>
        </p:nvGrpSpPr>
        <p:grpSpPr bwMode="auto">
          <a:xfrm>
            <a:off x="3657600" y="3326607"/>
            <a:ext cx="628650" cy="159544"/>
            <a:chOff x="2112" y="2064"/>
            <a:chExt cx="528" cy="192"/>
          </a:xfrm>
        </p:grpSpPr>
        <p:grpSp>
          <p:nvGrpSpPr>
            <p:cNvPr id="83069" name="Group 87"/>
            <p:cNvGrpSpPr>
              <a:grpSpLocks/>
            </p:cNvGrpSpPr>
            <p:nvPr/>
          </p:nvGrpSpPr>
          <p:grpSpPr bwMode="auto">
            <a:xfrm>
              <a:off x="2112" y="2064"/>
              <a:ext cx="528" cy="192"/>
              <a:chOff x="2208" y="2112"/>
              <a:chExt cx="528" cy="144"/>
            </a:xfrm>
          </p:grpSpPr>
          <p:sp>
            <p:nvSpPr>
              <p:cNvPr id="83073" name="Rectangle 88"/>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3074" name="Rectangle 89"/>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70" name="Group 90"/>
            <p:cNvGrpSpPr>
              <a:grpSpLocks/>
            </p:cNvGrpSpPr>
            <p:nvPr/>
          </p:nvGrpSpPr>
          <p:grpSpPr bwMode="auto">
            <a:xfrm>
              <a:off x="2448" y="2064"/>
              <a:ext cx="144" cy="144"/>
              <a:chOff x="2448" y="2064"/>
              <a:chExt cx="144" cy="144"/>
            </a:xfrm>
          </p:grpSpPr>
          <p:sp>
            <p:nvSpPr>
              <p:cNvPr id="83071" name="Line 91"/>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72" name="Line 92"/>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969" name="Group 93"/>
          <p:cNvGrpSpPr>
            <a:grpSpLocks/>
          </p:cNvGrpSpPr>
          <p:nvPr/>
        </p:nvGrpSpPr>
        <p:grpSpPr bwMode="auto">
          <a:xfrm>
            <a:off x="2857500" y="2571750"/>
            <a:ext cx="1428750" cy="171450"/>
            <a:chOff x="1440" y="2064"/>
            <a:chExt cx="1200" cy="192"/>
          </a:xfrm>
        </p:grpSpPr>
        <p:grpSp>
          <p:nvGrpSpPr>
            <p:cNvPr id="83058" name="Group 94"/>
            <p:cNvGrpSpPr>
              <a:grpSpLocks/>
            </p:cNvGrpSpPr>
            <p:nvPr/>
          </p:nvGrpSpPr>
          <p:grpSpPr bwMode="auto">
            <a:xfrm>
              <a:off x="1440" y="2064"/>
              <a:ext cx="672" cy="192"/>
              <a:chOff x="2496" y="2160"/>
              <a:chExt cx="768" cy="144"/>
            </a:xfrm>
          </p:grpSpPr>
          <p:sp>
            <p:nvSpPr>
              <p:cNvPr id="83066" name="Rectangle 95"/>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2</a:t>
                </a:r>
              </a:p>
            </p:txBody>
          </p:sp>
          <p:sp>
            <p:nvSpPr>
              <p:cNvPr id="83067" name="Rectangle 96"/>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68" name="Line 97"/>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59" name="Group 98"/>
            <p:cNvGrpSpPr>
              <a:grpSpLocks/>
            </p:cNvGrpSpPr>
            <p:nvPr/>
          </p:nvGrpSpPr>
          <p:grpSpPr bwMode="auto">
            <a:xfrm>
              <a:off x="2112" y="2064"/>
              <a:ext cx="528" cy="192"/>
              <a:chOff x="2112" y="2064"/>
              <a:chExt cx="528" cy="192"/>
            </a:xfrm>
          </p:grpSpPr>
          <p:grpSp>
            <p:nvGrpSpPr>
              <p:cNvPr id="83060" name="Group 99"/>
              <p:cNvGrpSpPr>
                <a:grpSpLocks/>
              </p:cNvGrpSpPr>
              <p:nvPr/>
            </p:nvGrpSpPr>
            <p:grpSpPr bwMode="auto">
              <a:xfrm>
                <a:off x="2112" y="2064"/>
                <a:ext cx="528" cy="192"/>
                <a:chOff x="2208" y="2112"/>
                <a:chExt cx="528" cy="144"/>
              </a:xfrm>
            </p:grpSpPr>
            <p:sp>
              <p:nvSpPr>
                <p:cNvPr id="83064" name="Rectangle 100"/>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3065" name="Rectangle 101"/>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61" name="Group 102"/>
              <p:cNvGrpSpPr>
                <a:grpSpLocks/>
              </p:cNvGrpSpPr>
              <p:nvPr/>
            </p:nvGrpSpPr>
            <p:grpSpPr bwMode="auto">
              <a:xfrm>
                <a:off x="2448" y="2064"/>
                <a:ext cx="144" cy="144"/>
                <a:chOff x="2448" y="2064"/>
                <a:chExt cx="144" cy="144"/>
              </a:xfrm>
            </p:grpSpPr>
            <p:sp>
              <p:nvSpPr>
                <p:cNvPr id="83062" name="Line 103"/>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63" name="Line 104"/>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2970" name="Group 105"/>
          <p:cNvGrpSpPr>
            <a:grpSpLocks/>
          </p:cNvGrpSpPr>
          <p:nvPr/>
        </p:nvGrpSpPr>
        <p:grpSpPr bwMode="auto">
          <a:xfrm>
            <a:off x="2857500" y="3886200"/>
            <a:ext cx="1428750" cy="171450"/>
            <a:chOff x="1440" y="2064"/>
            <a:chExt cx="1200" cy="192"/>
          </a:xfrm>
        </p:grpSpPr>
        <p:grpSp>
          <p:nvGrpSpPr>
            <p:cNvPr id="83047" name="Group 106"/>
            <p:cNvGrpSpPr>
              <a:grpSpLocks/>
            </p:cNvGrpSpPr>
            <p:nvPr/>
          </p:nvGrpSpPr>
          <p:grpSpPr bwMode="auto">
            <a:xfrm>
              <a:off x="1440" y="2064"/>
              <a:ext cx="672" cy="192"/>
              <a:chOff x="2496" y="2160"/>
              <a:chExt cx="768" cy="144"/>
            </a:xfrm>
          </p:grpSpPr>
          <p:sp>
            <p:nvSpPr>
              <p:cNvPr id="83055" name="Rectangle 10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3056" name="Rectangle 10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57" name="Line 10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48" name="Group 110"/>
            <p:cNvGrpSpPr>
              <a:grpSpLocks/>
            </p:cNvGrpSpPr>
            <p:nvPr/>
          </p:nvGrpSpPr>
          <p:grpSpPr bwMode="auto">
            <a:xfrm>
              <a:off x="2112" y="2064"/>
              <a:ext cx="528" cy="192"/>
              <a:chOff x="2112" y="2064"/>
              <a:chExt cx="528" cy="192"/>
            </a:xfrm>
          </p:grpSpPr>
          <p:grpSp>
            <p:nvGrpSpPr>
              <p:cNvPr id="83049" name="Group 111"/>
              <p:cNvGrpSpPr>
                <a:grpSpLocks/>
              </p:cNvGrpSpPr>
              <p:nvPr/>
            </p:nvGrpSpPr>
            <p:grpSpPr bwMode="auto">
              <a:xfrm>
                <a:off x="2112" y="2064"/>
                <a:ext cx="528" cy="192"/>
                <a:chOff x="2208" y="2112"/>
                <a:chExt cx="528" cy="144"/>
              </a:xfrm>
            </p:grpSpPr>
            <p:sp>
              <p:nvSpPr>
                <p:cNvPr id="83053" name="Rectangle 112"/>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3054" name="Rectangle 113"/>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50" name="Group 114"/>
              <p:cNvGrpSpPr>
                <a:grpSpLocks/>
              </p:cNvGrpSpPr>
              <p:nvPr/>
            </p:nvGrpSpPr>
            <p:grpSpPr bwMode="auto">
              <a:xfrm>
                <a:off x="2448" y="2064"/>
                <a:ext cx="144" cy="144"/>
                <a:chOff x="2448" y="2064"/>
                <a:chExt cx="144" cy="144"/>
              </a:xfrm>
            </p:grpSpPr>
            <p:sp>
              <p:nvSpPr>
                <p:cNvPr id="83051" name="Line 115"/>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52" name="Line 116"/>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grpSp>
        <p:nvGrpSpPr>
          <p:cNvPr id="82971" name="Group 117"/>
          <p:cNvGrpSpPr>
            <a:grpSpLocks/>
          </p:cNvGrpSpPr>
          <p:nvPr/>
        </p:nvGrpSpPr>
        <p:grpSpPr bwMode="auto">
          <a:xfrm>
            <a:off x="2857500" y="4126707"/>
            <a:ext cx="800100" cy="159544"/>
            <a:chOff x="2496" y="2160"/>
            <a:chExt cx="768" cy="144"/>
          </a:xfrm>
        </p:grpSpPr>
        <p:sp>
          <p:nvSpPr>
            <p:cNvPr id="83044" name="Rectangle 118"/>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3</a:t>
              </a:r>
            </a:p>
          </p:txBody>
        </p:sp>
        <p:sp>
          <p:nvSpPr>
            <p:cNvPr id="83045" name="Rectangle 119"/>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46" name="Line 120"/>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2972" name="Group 121"/>
          <p:cNvGrpSpPr>
            <a:grpSpLocks/>
          </p:cNvGrpSpPr>
          <p:nvPr/>
        </p:nvGrpSpPr>
        <p:grpSpPr bwMode="auto">
          <a:xfrm>
            <a:off x="3657600" y="4126707"/>
            <a:ext cx="628650" cy="159544"/>
            <a:chOff x="2112" y="2064"/>
            <a:chExt cx="528" cy="192"/>
          </a:xfrm>
        </p:grpSpPr>
        <p:grpSp>
          <p:nvGrpSpPr>
            <p:cNvPr id="83038" name="Group 122"/>
            <p:cNvGrpSpPr>
              <a:grpSpLocks/>
            </p:cNvGrpSpPr>
            <p:nvPr/>
          </p:nvGrpSpPr>
          <p:grpSpPr bwMode="auto">
            <a:xfrm>
              <a:off x="2112" y="2064"/>
              <a:ext cx="528" cy="192"/>
              <a:chOff x="2208" y="2112"/>
              <a:chExt cx="528" cy="144"/>
            </a:xfrm>
          </p:grpSpPr>
          <p:sp>
            <p:nvSpPr>
              <p:cNvPr id="83042" name="Rectangle 123"/>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8</a:t>
                </a:r>
              </a:p>
            </p:txBody>
          </p:sp>
          <p:sp>
            <p:nvSpPr>
              <p:cNvPr id="83043" name="Rectangle 124"/>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39" name="Group 125"/>
            <p:cNvGrpSpPr>
              <a:grpSpLocks/>
            </p:cNvGrpSpPr>
            <p:nvPr/>
          </p:nvGrpSpPr>
          <p:grpSpPr bwMode="auto">
            <a:xfrm>
              <a:off x="2448" y="2064"/>
              <a:ext cx="144" cy="144"/>
              <a:chOff x="2448" y="2064"/>
              <a:chExt cx="144" cy="144"/>
            </a:xfrm>
          </p:grpSpPr>
          <p:sp>
            <p:nvSpPr>
              <p:cNvPr id="83040" name="Line 126"/>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41" name="Line 127"/>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973" name="Group 128"/>
          <p:cNvGrpSpPr>
            <a:grpSpLocks/>
          </p:cNvGrpSpPr>
          <p:nvPr/>
        </p:nvGrpSpPr>
        <p:grpSpPr bwMode="auto">
          <a:xfrm>
            <a:off x="2857500" y="3040857"/>
            <a:ext cx="2228850" cy="159544"/>
            <a:chOff x="1440" y="2256"/>
            <a:chExt cx="1872" cy="192"/>
          </a:xfrm>
        </p:grpSpPr>
        <p:grpSp>
          <p:nvGrpSpPr>
            <p:cNvPr id="83023" name="Group 129"/>
            <p:cNvGrpSpPr>
              <a:grpSpLocks/>
            </p:cNvGrpSpPr>
            <p:nvPr/>
          </p:nvGrpSpPr>
          <p:grpSpPr bwMode="auto">
            <a:xfrm>
              <a:off x="2784" y="2256"/>
              <a:ext cx="528" cy="192"/>
              <a:chOff x="2112" y="2064"/>
              <a:chExt cx="528" cy="192"/>
            </a:xfrm>
          </p:grpSpPr>
          <p:grpSp>
            <p:nvGrpSpPr>
              <p:cNvPr id="83032" name="Group 130"/>
              <p:cNvGrpSpPr>
                <a:grpSpLocks/>
              </p:cNvGrpSpPr>
              <p:nvPr/>
            </p:nvGrpSpPr>
            <p:grpSpPr bwMode="auto">
              <a:xfrm>
                <a:off x="2112" y="2064"/>
                <a:ext cx="528" cy="192"/>
                <a:chOff x="2208" y="2112"/>
                <a:chExt cx="528" cy="144"/>
              </a:xfrm>
            </p:grpSpPr>
            <p:sp>
              <p:nvSpPr>
                <p:cNvPr id="83036" name="Rectangle 131"/>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3037" name="Rectangle 132"/>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33" name="Group 133"/>
              <p:cNvGrpSpPr>
                <a:grpSpLocks/>
              </p:cNvGrpSpPr>
              <p:nvPr/>
            </p:nvGrpSpPr>
            <p:grpSpPr bwMode="auto">
              <a:xfrm>
                <a:off x="2448" y="2064"/>
                <a:ext cx="144" cy="144"/>
                <a:chOff x="2448" y="2064"/>
                <a:chExt cx="144" cy="144"/>
              </a:xfrm>
            </p:grpSpPr>
            <p:sp>
              <p:nvSpPr>
                <p:cNvPr id="83034" name="Line 134"/>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35" name="Line 135"/>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3024" name="Group 136"/>
            <p:cNvGrpSpPr>
              <a:grpSpLocks/>
            </p:cNvGrpSpPr>
            <p:nvPr/>
          </p:nvGrpSpPr>
          <p:grpSpPr bwMode="auto">
            <a:xfrm>
              <a:off x="1440" y="2256"/>
              <a:ext cx="672" cy="192"/>
              <a:chOff x="2496" y="2160"/>
              <a:chExt cx="768" cy="144"/>
            </a:xfrm>
          </p:grpSpPr>
          <p:sp>
            <p:nvSpPr>
              <p:cNvPr id="83029" name="Rectangle 13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1</a:t>
                </a:r>
              </a:p>
            </p:txBody>
          </p:sp>
          <p:sp>
            <p:nvSpPr>
              <p:cNvPr id="83030" name="Rectangle 13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31" name="Line 13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25" name="Group 140"/>
            <p:cNvGrpSpPr>
              <a:grpSpLocks/>
            </p:cNvGrpSpPr>
            <p:nvPr/>
          </p:nvGrpSpPr>
          <p:grpSpPr bwMode="auto">
            <a:xfrm>
              <a:off x="2112" y="2256"/>
              <a:ext cx="672" cy="192"/>
              <a:chOff x="2496" y="2160"/>
              <a:chExt cx="768" cy="144"/>
            </a:xfrm>
          </p:grpSpPr>
          <p:sp>
            <p:nvSpPr>
              <p:cNvPr id="83026" name="Rectangle 14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3027" name="Rectangle 14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28" name="Line 14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974" name="Group 144"/>
          <p:cNvGrpSpPr>
            <a:grpSpLocks/>
          </p:cNvGrpSpPr>
          <p:nvPr/>
        </p:nvGrpSpPr>
        <p:grpSpPr bwMode="auto">
          <a:xfrm>
            <a:off x="3657600" y="4400550"/>
            <a:ext cx="2228850" cy="171450"/>
            <a:chOff x="1440" y="2256"/>
            <a:chExt cx="1872" cy="192"/>
          </a:xfrm>
        </p:grpSpPr>
        <p:grpSp>
          <p:nvGrpSpPr>
            <p:cNvPr id="83008" name="Group 145"/>
            <p:cNvGrpSpPr>
              <a:grpSpLocks/>
            </p:cNvGrpSpPr>
            <p:nvPr/>
          </p:nvGrpSpPr>
          <p:grpSpPr bwMode="auto">
            <a:xfrm>
              <a:off x="2784" y="2256"/>
              <a:ext cx="528" cy="192"/>
              <a:chOff x="2112" y="2064"/>
              <a:chExt cx="528" cy="192"/>
            </a:xfrm>
          </p:grpSpPr>
          <p:grpSp>
            <p:nvGrpSpPr>
              <p:cNvPr id="83017" name="Group 146"/>
              <p:cNvGrpSpPr>
                <a:grpSpLocks/>
              </p:cNvGrpSpPr>
              <p:nvPr/>
            </p:nvGrpSpPr>
            <p:grpSpPr bwMode="auto">
              <a:xfrm>
                <a:off x="2112" y="2064"/>
                <a:ext cx="528" cy="192"/>
                <a:chOff x="2208" y="2112"/>
                <a:chExt cx="528" cy="144"/>
              </a:xfrm>
            </p:grpSpPr>
            <p:sp>
              <p:nvSpPr>
                <p:cNvPr id="83021" name="Rectangle 147"/>
                <p:cNvSpPr>
                  <a:spLocks noChangeArrowheads="1"/>
                </p:cNvSpPr>
                <p:nvPr/>
              </p:nvSpPr>
              <p:spPr bwMode="auto">
                <a:xfrm>
                  <a:off x="2208" y="2112"/>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7</a:t>
                  </a:r>
                </a:p>
              </p:txBody>
            </p:sp>
            <p:sp>
              <p:nvSpPr>
                <p:cNvPr id="83022" name="Rectangle 148"/>
                <p:cNvSpPr>
                  <a:spLocks noChangeArrowheads="1"/>
                </p:cNvSpPr>
                <p:nvPr/>
              </p:nvSpPr>
              <p:spPr bwMode="auto">
                <a:xfrm>
                  <a:off x="2496" y="2112"/>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grpSp>
          <p:grpSp>
            <p:nvGrpSpPr>
              <p:cNvPr id="83018" name="Group 149"/>
              <p:cNvGrpSpPr>
                <a:grpSpLocks/>
              </p:cNvGrpSpPr>
              <p:nvPr/>
            </p:nvGrpSpPr>
            <p:grpSpPr bwMode="auto">
              <a:xfrm>
                <a:off x="2448" y="2064"/>
                <a:ext cx="144" cy="144"/>
                <a:chOff x="2448" y="2064"/>
                <a:chExt cx="144" cy="144"/>
              </a:xfrm>
            </p:grpSpPr>
            <p:sp>
              <p:nvSpPr>
                <p:cNvPr id="83019" name="Line 150"/>
                <p:cNvSpPr>
                  <a:spLocks noChangeShapeType="1"/>
                </p:cNvSpPr>
                <p:nvPr/>
              </p:nvSpPr>
              <p:spPr bwMode="auto">
                <a:xfrm flipH="1">
                  <a:off x="2448" y="2064"/>
                  <a:ext cx="6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20" name="Line 151"/>
                <p:cNvSpPr>
                  <a:spLocks noChangeShapeType="1"/>
                </p:cNvSpPr>
                <p:nvPr/>
              </p:nvSpPr>
              <p:spPr bwMode="auto">
                <a:xfrm>
                  <a:off x="2512" y="2064"/>
                  <a:ext cx="8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3009" name="Group 152"/>
            <p:cNvGrpSpPr>
              <a:grpSpLocks/>
            </p:cNvGrpSpPr>
            <p:nvPr/>
          </p:nvGrpSpPr>
          <p:grpSpPr bwMode="auto">
            <a:xfrm>
              <a:off x="1440" y="2256"/>
              <a:ext cx="672" cy="192"/>
              <a:chOff x="2496" y="2160"/>
              <a:chExt cx="768" cy="144"/>
            </a:xfrm>
          </p:grpSpPr>
          <p:sp>
            <p:nvSpPr>
              <p:cNvPr id="83014" name="Rectangle 153"/>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5</a:t>
                </a:r>
              </a:p>
            </p:txBody>
          </p:sp>
          <p:sp>
            <p:nvSpPr>
              <p:cNvPr id="83015" name="Rectangle 154"/>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16" name="Line 155"/>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nvGrpSpPr>
            <p:cNvPr id="83010" name="Group 156"/>
            <p:cNvGrpSpPr>
              <a:grpSpLocks/>
            </p:cNvGrpSpPr>
            <p:nvPr/>
          </p:nvGrpSpPr>
          <p:grpSpPr bwMode="auto">
            <a:xfrm>
              <a:off x="2112" y="2256"/>
              <a:ext cx="672" cy="192"/>
              <a:chOff x="2496" y="2160"/>
              <a:chExt cx="768" cy="144"/>
            </a:xfrm>
          </p:grpSpPr>
          <p:sp>
            <p:nvSpPr>
              <p:cNvPr id="83011" name="Rectangle 157"/>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6</a:t>
                </a:r>
              </a:p>
            </p:txBody>
          </p:sp>
          <p:sp>
            <p:nvSpPr>
              <p:cNvPr id="83012" name="Rectangle 158"/>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13" name="Line 159"/>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grpSp>
      <p:grpSp>
        <p:nvGrpSpPr>
          <p:cNvPr id="82975" name="Group 160"/>
          <p:cNvGrpSpPr>
            <a:grpSpLocks/>
          </p:cNvGrpSpPr>
          <p:nvPr/>
        </p:nvGrpSpPr>
        <p:grpSpPr bwMode="auto">
          <a:xfrm>
            <a:off x="2857500" y="4400550"/>
            <a:ext cx="800100" cy="171450"/>
            <a:chOff x="2496" y="2160"/>
            <a:chExt cx="768" cy="144"/>
          </a:xfrm>
        </p:grpSpPr>
        <p:sp>
          <p:nvSpPr>
            <p:cNvPr id="83005" name="Rectangle 161"/>
            <p:cNvSpPr>
              <a:spLocks noChangeArrowheads="1"/>
            </p:cNvSpPr>
            <p:nvPr/>
          </p:nvSpPr>
          <p:spPr bwMode="auto">
            <a:xfrm>
              <a:off x="2496" y="2160"/>
              <a:ext cx="288"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800">
                  <a:latin typeface="+mn-lt"/>
                  <a:ea typeface="宋体" panose="02010600030101010101" pitchFamily="2" charset="-122"/>
                </a:rPr>
                <a:t>4</a:t>
              </a:r>
            </a:p>
          </p:txBody>
        </p:sp>
        <p:sp>
          <p:nvSpPr>
            <p:cNvPr id="83006" name="Rectangle 162"/>
            <p:cNvSpPr>
              <a:spLocks noChangeArrowheads="1"/>
            </p:cNvSpPr>
            <p:nvPr/>
          </p:nvSpPr>
          <p:spPr bwMode="auto">
            <a:xfrm>
              <a:off x="2784" y="2160"/>
              <a:ext cx="240" cy="144"/>
            </a:xfrm>
            <a:prstGeom prst="rect">
              <a:avLst/>
            </a:prstGeom>
            <a:solidFill>
              <a:srgbClr val="CCFFFF"/>
            </a:solidFill>
            <a:ln w="9525">
              <a:solidFill>
                <a:srgbClr val="000000"/>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endParaRPr lang="zh-CN" altLang="en-US" sz="1500">
                <a:latin typeface="+mn-lt"/>
              </a:endParaRPr>
            </a:p>
          </p:txBody>
        </p:sp>
        <p:sp>
          <p:nvSpPr>
            <p:cNvPr id="83007" name="Line 163"/>
            <p:cNvSpPr>
              <a:spLocks noChangeShapeType="1"/>
            </p:cNvSpPr>
            <p:nvPr/>
          </p:nvSpPr>
          <p:spPr bwMode="auto">
            <a:xfrm>
              <a:off x="2928" y="2256"/>
              <a:ext cx="336"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82976" name="Text Box 164"/>
          <p:cNvSpPr txBox="1">
            <a:spLocks noChangeArrowheads="1"/>
          </p:cNvSpPr>
          <p:nvPr/>
        </p:nvSpPr>
        <p:spPr bwMode="auto">
          <a:xfrm>
            <a:off x="6141270" y="2387085"/>
            <a:ext cx="803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rgbClr val="FF0000"/>
                </a:solidFill>
                <a:latin typeface="+mn-lt"/>
                <a:ea typeface="宋体" panose="02010600030101010101" pitchFamily="2" charset="-122"/>
              </a:rPr>
              <a:t>DFS(1)</a:t>
            </a:r>
            <a:endParaRPr lang="en-US" altLang="zh-CN" sz="1800" dirty="0">
              <a:solidFill>
                <a:schemeClr val="tx1"/>
              </a:solidFill>
              <a:latin typeface="+mn-lt"/>
              <a:ea typeface="宋体" panose="02010600030101010101" pitchFamily="2" charset="-122"/>
            </a:endParaRPr>
          </a:p>
        </p:txBody>
      </p:sp>
      <p:sp>
        <p:nvSpPr>
          <p:cNvPr id="82977" name="Text Box 165"/>
          <p:cNvSpPr txBox="1">
            <a:spLocks noChangeArrowheads="1"/>
          </p:cNvSpPr>
          <p:nvPr/>
        </p:nvSpPr>
        <p:spPr bwMode="auto">
          <a:xfrm>
            <a:off x="134705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1</a:t>
            </a:r>
          </a:p>
        </p:txBody>
      </p:sp>
      <p:sp>
        <p:nvSpPr>
          <p:cNvPr id="82978" name="Text Box 166"/>
          <p:cNvSpPr txBox="1">
            <a:spLocks noChangeArrowheads="1"/>
          </p:cNvSpPr>
          <p:nvPr/>
        </p:nvSpPr>
        <p:spPr bwMode="auto">
          <a:xfrm>
            <a:off x="1632807" y="4673547"/>
            <a:ext cx="2824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2</a:t>
            </a:r>
          </a:p>
        </p:txBody>
      </p:sp>
      <p:sp>
        <p:nvSpPr>
          <p:cNvPr id="82979" name="Text Box 167"/>
          <p:cNvSpPr txBox="1">
            <a:spLocks noChangeArrowheads="1"/>
          </p:cNvSpPr>
          <p:nvPr/>
        </p:nvSpPr>
        <p:spPr bwMode="auto">
          <a:xfrm>
            <a:off x="1881187"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4</a:t>
            </a:r>
          </a:p>
        </p:txBody>
      </p:sp>
      <p:sp>
        <p:nvSpPr>
          <p:cNvPr id="82980" name="Text Box 168"/>
          <p:cNvSpPr txBox="1">
            <a:spLocks noChangeArrowheads="1"/>
          </p:cNvSpPr>
          <p:nvPr/>
        </p:nvSpPr>
        <p:spPr bwMode="auto">
          <a:xfrm>
            <a:off x="21717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8</a:t>
            </a:r>
          </a:p>
        </p:txBody>
      </p:sp>
      <p:sp>
        <p:nvSpPr>
          <p:cNvPr id="82981" name="Text Box 169"/>
          <p:cNvSpPr txBox="1">
            <a:spLocks noChangeArrowheads="1"/>
          </p:cNvSpPr>
          <p:nvPr/>
        </p:nvSpPr>
        <p:spPr bwMode="auto">
          <a:xfrm>
            <a:off x="24574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5</a:t>
            </a:r>
          </a:p>
        </p:txBody>
      </p:sp>
      <p:sp>
        <p:nvSpPr>
          <p:cNvPr id="82982" name="Text Box 170"/>
          <p:cNvSpPr txBox="1">
            <a:spLocks noChangeArrowheads="1"/>
          </p:cNvSpPr>
          <p:nvPr/>
        </p:nvSpPr>
        <p:spPr bwMode="auto">
          <a:xfrm>
            <a:off x="26860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6</a:t>
            </a:r>
          </a:p>
        </p:txBody>
      </p:sp>
      <p:sp>
        <p:nvSpPr>
          <p:cNvPr id="82983" name="Text Box 171"/>
          <p:cNvSpPr txBox="1">
            <a:spLocks noChangeArrowheads="1"/>
          </p:cNvSpPr>
          <p:nvPr/>
        </p:nvSpPr>
        <p:spPr bwMode="auto">
          <a:xfrm>
            <a:off x="297180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3</a:t>
            </a:r>
          </a:p>
        </p:txBody>
      </p:sp>
      <p:sp>
        <p:nvSpPr>
          <p:cNvPr id="82984" name="Text Box 172"/>
          <p:cNvSpPr txBox="1">
            <a:spLocks noChangeArrowheads="1"/>
          </p:cNvSpPr>
          <p:nvPr/>
        </p:nvSpPr>
        <p:spPr bwMode="auto">
          <a:xfrm>
            <a:off x="3257550" y="4673547"/>
            <a:ext cx="23336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spcBef>
                <a:spcPct val="50000"/>
              </a:spcBef>
            </a:pPr>
            <a:r>
              <a:rPr lang="zh-CN" altLang="en-US" sz="1500">
                <a:solidFill>
                  <a:schemeClr val="tx1"/>
                </a:solidFill>
                <a:latin typeface="+mn-lt"/>
                <a:ea typeface="宋体" panose="02010600030101010101" pitchFamily="2" charset="-122"/>
              </a:rPr>
              <a:t>7</a:t>
            </a:r>
          </a:p>
        </p:txBody>
      </p:sp>
      <p:grpSp>
        <p:nvGrpSpPr>
          <p:cNvPr id="82985" name="Group 176"/>
          <p:cNvGrpSpPr>
            <a:grpSpLocks/>
          </p:cNvGrpSpPr>
          <p:nvPr/>
        </p:nvGrpSpPr>
        <p:grpSpPr bwMode="auto">
          <a:xfrm>
            <a:off x="6053138" y="342900"/>
            <a:ext cx="1943100" cy="1943100"/>
            <a:chOff x="2784" y="96"/>
            <a:chExt cx="1632" cy="1680"/>
          </a:xfrm>
        </p:grpSpPr>
        <p:sp>
          <p:nvSpPr>
            <p:cNvPr id="82987" name="Oval 177"/>
            <p:cNvSpPr>
              <a:spLocks noChangeArrowheads="1"/>
            </p:cNvSpPr>
            <p:nvPr/>
          </p:nvSpPr>
          <p:spPr bwMode="auto">
            <a:xfrm>
              <a:off x="326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5</a:t>
              </a:r>
              <a:endParaRPr lang="zh-CN" altLang="en-US" sz="1200" u="sng">
                <a:solidFill>
                  <a:schemeClr val="tx1"/>
                </a:solidFill>
                <a:latin typeface="+mn-lt"/>
                <a:ea typeface="宋体" panose="02010600030101010101" pitchFamily="2" charset="-122"/>
              </a:endParaRPr>
            </a:p>
          </p:txBody>
        </p:sp>
        <p:sp>
          <p:nvSpPr>
            <p:cNvPr id="82988" name="Oval 178"/>
            <p:cNvSpPr>
              <a:spLocks noChangeArrowheads="1"/>
            </p:cNvSpPr>
            <p:nvPr/>
          </p:nvSpPr>
          <p:spPr bwMode="auto">
            <a:xfrm>
              <a:off x="374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6</a:t>
              </a:r>
              <a:endParaRPr lang="zh-CN" altLang="en-US" sz="1200" u="sng">
                <a:solidFill>
                  <a:schemeClr val="tx1"/>
                </a:solidFill>
                <a:latin typeface="+mn-lt"/>
                <a:ea typeface="宋体" panose="02010600030101010101" pitchFamily="2" charset="-122"/>
              </a:endParaRPr>
            </a:p>
          </p:txBody>
        </p:sp>
        <p:sp>
          <p:nvSpPr>
            <p:cNvPr id="82989" name="Oval 179"/>
            <p:cNvSpPr>
              <a:spLocks noChangeArrowheads="1"/>
            </p:cNvSpPr>
            <p:nvPr/>
          </p:nvSpPr>
          <p:spPr bwMode="auto">
            <a:xfrm>
              <a:off x="4128"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7</a:t>
              </a:r>
              <a:endParaRPr lang="zh-CN" altLang="en-US" sz="1200" u="sng">
                <a:solidFill>
                  <a:schemeClr val="tx1"/>
                </a:solidFill>
                <a:latin typeface="+mn-lt"/>
                <a:ea typeface="宋体" panose="02010600030101010101" pitchFamily="2" charset="-122"/>
              </a:endParaRPr>
            </a:p>
          </p:txBody>
        </p:sp>
        <p:sp>
          <p:nvSpPr>
            <p:cNvPr id="82990" name="Oval 180"/>
            <p:cNvSpPr>
              <a:spLocks noChangeArrowheads="1"/>
            </p:cNvSpPr>
            <p:nvPr/>
          </p:nvSpPr>
          <p:spPr bwMode="auto">
            <a:xfrm>
              <a:off x="2976"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2</a:t>
              </a:r>
              <a:endParaRPr lang="zh-CN" altLang="en-US" sz="1200" u="sng">
                <a:solidFill>
                  <a:schemeClr val="tx1"/>
                </a:solidFill>
                <a:latin typeface="+mn-lt"/>
                <a:ea typeface="宋体" panose="02010600030101010101" pitchFamily="2" charset="-122"/>
              </a:endParaRPr>
            </a:p>
          </p:txBody>
        </p:sp>
        <p:sp>
          <p:nvSpPr>
            <p:cNvPr id="82991" name="Oval 181"/>
            <p:cNvSpPr>
              <a:spLocks noChangeArrowheads="1"/>
            </p:cNvSpPr>
            <p:nvPr/>
          </p:nvSpPr>
          <p:spPr bwMode="auto">
            <a:xfrm>
              <a:off x="2784" y="912"/>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4</a:t>
              </a:r>
              <a:endParaRPr lang="zh-CN" altLang="en-US" sz="1200" u="sng">
                <a:solidFill>
                  <a:schemeClr val="tx1"/>
                </a:solidFill>
                <a:latin typeface="+mn-lt"/>
                <a:ea typeface="宋体" panose="02010600030101010101" pitchFamily="2" charset="-122"/>
              </a:endParaRPr>
            </a:p>
          </p:txBody>
        </p:sp>
        <p:sp>
          <p:nvSpPr>
            <p:cNvPr id="82992" name="Oval 182"/>
            <p:cNvSpPr>
              <a:spLocks noChangeArrowheads="1"/>
            </p:cNvSpPr>
            <p:nvPr/>
          </p:nvSpPr>
          <p:spPr bwMode="auto">
            <a:xfrm>
              <a:off x="3360" y="9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1</a:t>
              </a:r>
              <a:endParaRPr lang="zh-CN" altLang="en-US" sz="1200" u="sng">
                <a:solidFill>
                  <a:schemeClr val="tx1"/>
                </a:solidFill>
                <a:latin typeface="+mn-lt"/>
                <a:ea typeface="宋体" panose="02010600030101010101" pitchFamily="2" charset="-122"/>
              </a:endParaRPr>
            </a:p>
          </p:txBody>
        </p:sp>
        <p:sp>
          <p:nvSpPr>
            <p:cNvPr id="82993" name="Oval 183"/>
            <p:cNvSpPr>
              <a:spLocks noChangeArrowheads="1"/>
            </p:cNvSpPr>
            <p:nvPr/>
          </p:nvSpPr>
          <p:spPr bwMode="auto">
            <a:xfrm>
              <a:off x="3792" y="480"/>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3</a:t>
              </a:r>
              <a:endParaRPr lang="zh-CN" altLang="en-US" sz="1200" u="sng">
                <a:solidFill>
                  <a:schemeClr val="tx1"/>
                </a:solidFill>
                <a:latin typeface="+mn-lt"/>
                <a:ea typeface="宋体" panose="02010600030101010101" pitchFamily="2" charset="-122"/>
              </a:endParaRPr>
            </a:p>
          </p:txBody>
        </p:sp>
        <p:sp>
          <p:nvSpPr>
            <p:cNvPr id="82994" name="Line 184"/>
            <p:cNvSpPr>
              <a:spLocks noChangeShapeType="1"/>
            </p:cNvSpPr>
            <p:nvPr/>
          </p:nvSpPr>
          <p:spPr bwMode="auto">
            <a:xfrm flipH="1">
              <a:off x="3216"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95" name="Line 185"/>
            <p:cNvSpPr>
              <a:spLocks noChangeShapeType="1"/>
            </p:cNvSpPr>
            <p:nvPr/>
          </p:nvSpPr>
          <p:spPr bwMode="auto">
            <a:xfrm>
              <a:off x="3648" y="28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96" name="Line 186"/>
            <p:cNvSpPr>
              <a:spLocks noChangeShapeType="1"/>
            </p:cNvSpPr>
            <p:nvPr/>
          </p:nvSpPr>
          <p:spPr bwMode="auto">
            <a:xfrm flipH="1">
              <a:off x="2976" y="720"/>
              <a:ext cx="9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97" name="Line 187"/>
            <p:cNvSpPr>
              <a:spLocks noChangeShapeType="1"/>
            </p:cNvSpPr>
            <p:nvPr/>
          </p:nvSpPr>
          <p:spPr bwMode="auto">
            <a:xfrm>
              <a:off x="4080"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98" name="Line 188"/>
            <p:cNvSpPr>
              <a:spLocks noChangeShapeType="1"/>
            </p:cNvSpPr>
            <p:nvPr/>
          </p:nvSpPr>
          <p:spPr bwMode="auto">
            <a:xfrm>
              <a:off x="2976" y="1152"/>
              <a:ext cx="480" cy="4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2999" name="Line 189"/>
            <p:cNvSpPr>
              <a:spLocks noChangeShapeType="1"/>
            </p:cNvSpPr>
            <p:nvPr/>
          </p:nvSpPr>
          <p:spPr bwMode="auto">
            <a:xfrm flipH="1">
              <a:off x="3696" y="1104"/>
              <a:ext cx="528" cy="48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00" name="Oval 190"/>
            <p:cNvSpPr>
              <a:spLocks noChangeArrowheads="1"/>
            </p:cNvSpPr>
            <p:nvPr/>
          </p:nvSpPr>
          <p:spPr bwMode="auto">
            <a:xfrm>
              <a:off x="3408" y="1536"/>
              <a:ext cx="288" cy="240"/>
            </a:xfrm>
            <a:prstGeom prst="ellipse">
              <a:avLst/>
            </a:prstGeom>
            <a:solidFill>
              <a:schemeClr val="accent1"/>
            </a:solidFill>
            <a:ln w="9525">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200">
                  <a:solidFill>
                    <a:schemeClr val="tx1"/>
                  </a:solidFill>
                  <a:latin typeface="+mn-lt"/>
                  <a:ea typeface="宋体" panose="02010600030101010101" pitchFamily="2" charset="-122"/>
                </a:rPr>
                <a:t>8</a:t>
              </a:r>
            </a:p>
          </p:txBody>
        </p:sp>
        <p:sp>
          <p:nvSpPr>
            <p:cNvPr id="83001" name="Line 191"/>
            <p:cNvSpPr>
              <a:spLocks noChangeShapeType="1"/>
            </p:cNvSpPr>
            <p:nvPr/>
          </p:nvSpPr>
          <p:spPr bwMode="auto">
            <a:xfrm flipH="1">
              <a:off x="3888" y="720"/>
              <a:ext cx="48"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02" name="Line 192"/>
            <p:cNvSpPr>
              <a:spLocks noChangeShapeType="1"/>
            </p:cNvSpPr>
            <p:nvPr/>
          </p:nvSpPr>
          <p:spPr bwMode="auto">
            <a:xfrm flipH="1">
              <a:off x="3600" y="1152"/>
              <a:ext cx="240"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03" name="Line 193"/>
            <p:cNvSpPr>
              <a:spLocks noChangeShapeType="1"/>
            </p:cNvSpPr>
            <p:nvPr/>
          </p:nvSpPr>
          <p:spPr bwMode="auto">
            <a:xfrm>
              <a:off x="3456" y="1152"/>
              <a:ext cx="96" cy="3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sp>
          <p:nvSpPr>
            <p:cNvPr id="83004" name="Line 194"/>
            <p:cNvSpPr>
              <a:spLocks noChangeShapeType="1"/>
            </p:cNvSpPr>
            <p:nvPr/>
          </p:nvSpPr>
          <p:spPr bwMode="auto">
            <a:xfrm>
              <a:off x="3216" y="72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latin typeface="+mn-lt"/>
              </a:endParaRPr>
            </a:p>
          </p:txBody>
        </p:sp>
      </p:grpSp>
      <p:sp>
        <p:nvSpPr>
          <p:cNvPr id="174" name="Text Box 3"/>
          <p:cNvSpPr txBox="1">
            <a:spLocks noChangeArrowheads="1"/>
          </p:cNvSpPr>
          <p:nvPr/>
        </p:nvSpPr>
        <p:spPr bwMode="auto">
          <a:xfrm>
            <a:off x="342901" y="2495550"/>
            <a:ext cx="927497"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latin typeface="+mn-lt"/>
                <a:ea typeface="宋体" panose="02010600030101010101" pitchFamily="2" charset="-122"/>
              </a:rPr>
              <a:t>vertices</a:t>
            </a:r>
          </a:p>
        </p:txBody>
      </p:sp>
      <mc:AlternateContent xmlns:mc="http://schemas.openxmlformats.org/markup-compatibility/2006" xmlns:a14="http://schemas.microsoft.com/office/drawing/2010/main">
        <mc:Choice Requires="a14">
          <p:sp>
            <p:nvSpPr>
              <p:cNvPr id="2" name="文本框 1">
                <a:extLst>
                  <a:ext uri="{FF2B5EF4-FFF2-40B4-BE49-F238E27FC236}">
                    <a16:creationId xmlns:a16="http://schemas.microsoft.com/office/drawing/2014/main" id="{4C14624D-A9BF-8579-A0B9-D01D215661C9}"/>
                  </a:ext>
                </a:extLst>
              </p:cNvPr>
              <p:cNvSpPr txBox="1"/>
              <p:nvPr/>
            </p:nvSpPr>
            <p:spPr>
              <a:xfrm>
                <a:off x="244553" y="5913"/>
                <a:ext cx="5721796" cy="2400657"/>
              </a:xfrm>
              <a:prstGeom prst="rect">
                <a:avLst/>
              </a:prstGeom>
              <a:solidFill>
                <a:schemeClr val="accent4"/>
              </a:solidFill>
            </p:spPr>
            <p:txBody>
              <a:bodyPr wrap="square" rtlCol="0">
                <a:spAutoFit/>
              </a:bodyPr>
              <a:lstStyle/>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void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ALGraph</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VElemType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 </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zh-CN" altLang="zh-CN" sz="1600" dirty="0"/>
                  <a:t>以</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t>为初始点的连通分量的深度优先搜索算法如下：</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ArcNode</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*p;</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int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LocateVex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(v);</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cout</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&lt;&lt;v;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访问该顶点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visited[h]=1;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置访问标记为</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1</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for(p=</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firstarc;p;p</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nextarc</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if(visited[p-&gt;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]==0)   //</a:t>
                </a:r>
                <a:r>
                  <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若未访问，递归访问其邻接点</a:t>
                </a: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DFS(</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ag.vertices</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[p-&gt;</a:t>
                </a:r>
                <a:r>
                  <a:rPr lang="en-US" altLang="zh-CN" sz="1600" dirty="0" err="1">
                    <a:latin typeface="Arial Unicode MS" panose="020B0604020202020204" pitchFamily="34" charset="-122"/>
                    <a:ea typeface="Arial Unicode MS" panose="020B0604020202020204" pitchFamily="34" charset="-122"/>
                    <a:cs typeface="Arial Unicode MS" panose="020B0604020202020204" pitchFamily="34" charset="-122"/>
                  </a:rPr>
                  <a:t>adjvex</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].data);</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800"/>
                  </a:lnSpc>
                  <a:spcBef>
                    <a:spcPts val="0"/>
                  </a:spcBef>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endParaRPr lang="zh-CN" altLang="zh-CN"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mc:Choice>
        <mc:Fallback xmlns="">
          <p:sp>
            <p:nvSpPr>
              <p:cNvPr id="2" name="文本框 1">
                <a:extLst>
                  <a:ext uri="{FF2B5EF4-FFF2-40B4-BE49-F238E27FC236}">
                    <a16:creationId xmlns:a16="http://schemas.microsoft.com/office/drawing/2014/main" id="{4C14624D-A9BF-8579-A0B9-D01D215661C9}"/>
                  </a:ext>
                </a:extLst>
              </p:cNvPr>
              <p:cNvSpPr txBox="1">
                <a:spLocks noRot="1" noChangeAspect="1" noMove="1" noResize="1" noEditPoints="1" noAdjustHandles="1" noChangeArrowheads="1" noChangeShapeType="1" noTextEdit="1"/>
              </p:cNvSpPr>
              <p:nvPr/>
            </p:nvSpPr>
            <p:spPr>
              <a:xfrm>
                <a:off x="244553" y="5913"/>
                <a:ext cx="5721796" cy="2400657"/>
              </a:xfrm>
              <a:prstGeom prst="rect">
                <a:avLst/>
              </a:prstGeom>
              <a:blipFill>
                <a:blip r:embed="rId2"/>
                <a:stretch>
                  <a:fillRect l="-532" t="-1269" b="-2284"/>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1848526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568952" cy="3507876"/>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广度优先搜索类似于树的层次遍历方法，其搜索过程如下：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）访问初始顶点</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latin typeface="Times New Roman" panose="02020603050405020304" pitchFamily="18" charset="0"/>
                    <a:cs typeface="Times New Roman" panose="02020603050405020304" pitchFamily="18" charset="0"/>
                  </a:rPr>
                  <a:t>；</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）访问与</a:t>
                </a:r>
                <a14:m>
                  <m:oMath xmlns:m="http://schemas.openxmlformats.org/officeDocument/2006/math">
                    <m:r>
                      <m:rPr>
                        <m:sty m:val="p"/>
                      </m:rPr>
                      <a:rPr lang="en-US" altLang="zh-CN" sz="1600">
                        <a:latin typeface="Cambria Math" panose="02040503050406030204" pitchFamily="18" charset="0"/>
                      </a:rPr>
                      <m:t>v</m:t>
                    </m:r>
                  </m:oMath>
                </a14:m>
                <a:r>
                  <a:rPr lang="zh-CN" altLang="zh-CN" sz="1600" dirty="0">
                    <a:latin typeface="Times New Roman" panose="02020603050405020304" pitchFamily="18" charset="0"/>
                    <a:cs typeface="Times New Roman" panose="02020603050405020304" pitchFamily="18" charset="0"/>
                  </a:rPr>
                  <a:t>相邻的所有未被访问的邻接点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𝑤</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𝑤</m:t>
                        </m:r>
                      </m:e>
                      <m:sub>
                        <m:r>
                          <a:rPr lang="en-US" altLang="zh-CN" sz="1600" i="1">
                            <a:latin typeface="Cambria Math" panose="02040503050406030204" pitchFamily="18" charset="0"/>
                          </a:rPr>
                          <m:t>2</m:t>
                        </m:r>
                      </m:sub>
                    </m:sSub>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𝑤</m:t>
                        </m:r>
                      </m:e>
                      <m:sub>
                        <m:r>
                          <a:rPr lang="en-US" altLang="zh-CN" sz="1600" i="1">
                            <a:latin typeface="Cambria Math" panose="02040503050406030204" pitchFamily="18" charset="0"/>
                          </a:rPr>
                          <m:t>𝑘</m:t>
                        </m:r>
                      </m:sub>
                    </m:sSub>
                  </m:oMath>
                </a14:m>
                <a:r>
                  <a:rPr lang="zh-CN" altLang="zh-CN" sz="1600" dirty="0">
                    <a:latin typeface="Times New Roman" panose="02020603050405020304" pitchFamily="18" charset="0"/>
                    <a:cs typeface="Times New Roman" panose="02020603050405020304" pitchFamily="18" charset="0"/>
                  </a:rPr>
                  <a:t>；</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）依次从这些邻接点出发，访问它们的所有未被访问的邻接点；</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4</a:t>
                </a:r>
                <a:r>
                  <a:rPr lang="zh-CN" altLang="zh-CN" sz="1600" dirty="0">
                    <a:latin typeface="Times New Roman" panose="02020603050405020304" pitchFamily="18" charset="0"/>
                    <a:cs typeface="Times New Roman" panose="02020603050405020304" pitchFamily="18" charset="0"/>
                  </a:rPr>
                  <a:t>）依此类推，直到连通图中所有访问过的顶点的邻接点都被访问；</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以上为连通图的搜索算法，若图为非连通图，则还需增加（</a:t>
                </a:r>
                <a:r>
                  <a:rPr lang="en-US" altLang="zh-CN" sz="1600" dirty="0">
                    <a:latin typeface="Times New Roman" panose="02020603050405020304" pitchFamily="18" charset="0"/>
                    <a:cs typeface="Times New Roman" panose="02020603050405020304" pitchFamily="18" charset="0"/>
                  </a:rPr>
                  <a:t>5</a:t>
                </a:r>
                <a:r>
                  <a:rPr lang="zh-CN" altLang="zh-CN" sz="1600" dirty="0">
                    <a:latin typeface="Times New Roman" panose="02020603050405020304" pitchFamily="18" charset="0"/>
                    <a:cs typeface="Times New Roman" panose="02020603050405020304" pitchFamily="18" charset="0"/>
                  </a:rPr>
                  <a:t>）。</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5</a:t>
                </a:r>
                <a:r>
                  <a:rPr lang="zh-CN" altLang="zh-CN" sz="1600" dirty="0">
                    <a:latin typeface="Times New Roman" panose="02020603050405020304" pitchFamily="18" charset="0"/>
                    <a:cs typeface="Times New Roman" panose="02020603050405020304" pitchFamily="18" charset="0"/>
                  </a:rPr>
                  <a:t>）若图中尚有未被访问过的项点，则另选图中一个未曾访问过的顶点作为初始点，重复上述过程，直到图中所有顶点均被访问为止。</a:t>
                </a:r>
              </a:p>
              <a:p>
                <a:pPr marL="0" indent="0">
                  <a:buNone/>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568952" cy="3507876"/>
              </a:xfrm>
              <a:blipFill>
                <a:blip r:embed="rId2"/>
                <a:stretch>
                  <a:fillRect l="-712"/>
                </a:stretch>
              </a:blipFill>
            </p:spPr>
            <p:txBody>
              <a:bodyPr/>
              <a:lstStyle/>
              <a:p>
                <a:r>
                  <a:rPr lang="zh-CN" altLang="en-US">
                    <a:noFill/>
                  </a:rPr>
                  <a:t> </a:t>
                </a:r>
              </a:p>
            </p:txBody>
          </p:sp>
        </mc:Fallback>
      </mc:AlternateContent>
      <p:sp>
        <p:nvSpPr>
          <p:cNvPr id="4" name="文本框 3"/>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广度优先搜索</a:t>
            </a:r>
          </a:p>
        </p:txBody>
      </p:sp>
    </p:spTree>
    <p:extLst>
      <p:ext uri="{BB962C8B-B14F-4D97-AF65-F5344CB8AC3E}">
        <p14:creationId xmlns:p14="http://schemas.microsoft.com/office/powerpoint/2010/main" val="179330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4896543" cy="2155698"/>
              </a:xfrm>
            </p:spPr>
            <p:txBody>
              <a:bodyPr/>
              <a:lstStyle/>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由于图是一种多对多的网状结构，所以</a:t>
                </a:r>
                <a:r>
                  <a:rPr lang="zh-CN" altLang="en-US" sz="1600" dirty="0">
                    <a:latin typeface="Times New Roman" panose="02020603050405020304" pitchFamily="18" charset="0"/>
                    <a:cs typeface="Times New Roman" panose="02020603050405020304" pitchFamily="18" charset="0"/>
                  </a:rPr>
                  <a:t>广</a:t>
                </a:r>
                <a:r>
                  <a:rPr lang="zh-CN" altLang="zh-CN" sz="1600" dirty="0">
                    <a:latin typeface="Times New Roman" panose="02020603050405020304" pitchFamily="18" charset="0"/>
                    <a:cs typeface="Times New Roman" panose="02020603050405020304" pitchFamily="18" charset="0"/>
                  </a:rPr>
                  <a:t>度优先搜索序列不一定唯一。例如</a:t>
                </a:r>
                <a:r>
                  <a:rPr lang="zh-CN" altLang="en-US" sz="1600" dirty="0">
                    <a:latin typeface="Times New Roman" panose="02020603050405020304" pitchFamily="18" charset="0"/>
                    <a:cs typeface="Times New Roman" panose="02020603050405020304" pitchFamily="18" charset="0"/>
                  </a:rPr>
                  <a:t>图</a:t>
                </a:r>
                <a:r>
                  <a:rPr lang="en-US" altLang="zh-CN" sz="1600" dirty="0">
                    <a:latin typeface="Times New Roman" panose="02020603050405020304" pitchFamily="18" charset="0"/>
                    <a:cs typeface="Times New Roman" panose="02020603050405020304" pitchFamily="18" charset="0"/>
                  </a:rPr>
                  <a:t>(a)</a:t>
                </a:r>
                <a:r>
                  <a:rPr lang="zh-CN" altLang="zh-CN" sz="1600" dirty="0">
                    <a:latin typeface="Times New Roman" panose="02020603050405020304" pitchFamily="18" charset="0"/>
                    <a:cs typeface="Times New Roman" panose="02020603050405020304" pitchFamily="18" charset="0"/>
                  </a:rPr>
                  <a:t>所示的无向图，</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7</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8</m:t>
                        </m:r>
                      </m:sub>
                    </m:sSub>
                  </m:oMath>
                </a14:m>
                <a:r>
                  <a:rPr lang="zh-CN" altLang="zh-CN" sz="1600" dirty="0">
                    <a:latin typeface="Times New Roman" panose="02020603050405020304" pitchFamily="18" charset="0"/>
                    <a:cs typeface="Times New Roman" panose="02020603050405020304" pitchFamily="18" charset="0"/>
                  </a:rPr>
                  <a:t>或</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7</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4</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8</m:t>
                        </m:r>
                      </m:sub>
                    </m:sSub>
                  </m:oMath>
                </a14:m>
                <a:r>
                  <a:rPr lang="zh-CN" altLang="zh-CN" sz="1600" dirty="0">
                    <a:latin typeface="Times New Roman" panose="02020603050405020304" pitchFamily="18" charset="0"/>
                    <a:cs typeface="Times New Roman" panose="02020603050405020304" pitchFamily="18" charset="0"/>
                  </a:rPr>
                  <a:t>等均是从顶点</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oMath>
                </a14:m>
                <a:r>
                  <a:rPr lang="zh-CN" altLang="zh-CN" sz="1600" dirty="0">
                    <a:latin typeface="Times New Roman" panose="02020603050405020304" pitchFamily="18" charset="0"/>
                    <a:cs typeface="Times New Roman" panose="02020603050405020304" pitchFamily="18" charset="0"/>
                  </a:rPr>
                  <a:t>出发的广度优先搜索序列</a:t>
                </a:r>
                <a:r>
                  <a:rPr lang="zh-CN" altLang="en-US" sz="1600" dirty="0">
                    <a:latin typeface="Times New Roman" panose="02020603050405020304" pitchFamily="18" charset="0"/>
                    <a:cs typeface="Times New Roman" panose="02020603050405020304" pitchFamily="18" charset="0"/>
                  </a:rPr>
                  <a:t>。</a:t>
                </a:r>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4896543" cy="2155698"/>
              </a:xfrm>
              <a:blipFill>
                <a:blip r:embed="rId2"/>
                <a:stretch>
                  <a:fillRect l="-996" r="-1121"/>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084168" y="193351"/>
            <a:ext cx="2022793" cy="2492672"/>
          </a:xfrm>
          <a:prstGeom prst="rect">
            <a:avLst/>
          </a:prstGeom>
        </p:spPr>
      </p:pic>
      <mc:AlternateContent xmlns:mc="http://schemas.openxmlformats.org/markup-compatibility/2006">
        <mc:Choice xmlns:a14="http://schemas.microsoft.com/office/drawing/2010/main" Requires="a14">
          <p:sp>
            <p:nvSpPr>
              <p:cNvPr id="5" name="文本框 4"/>
              <p:cNvSpPr txBox="1"/>
              <p:nvPr/>
            </p:nvSpPr>
            <p:spPr>
              <a:xfrm>
                <a:off x="179511" y="2989290"/>
                <a:ext cx="4824536" cy="1585049"/>
              </a:xfrm>
              <a:prstGeom prst="rect">
                <a:avLst/>
              </a:prstGeom>
              <a:noFill/>
            </p:spPr>
            <p:txBody>
              <a:bodyPr wrap="square" rtlCol="0">
                <a:spAutoFit/>
              </a:bodyPr>
              <a:lstStyle/>
              <a:p>
                <a:pPr marL="171450" indent="-171450" algn="just" defTabSz="685800">
                  <a:lnSpc>
                    <a:spcPts val="2600"/>
                  </a:lnSpc>
                  <a:spcBef>
                    <a:spcPts val="0"/>
                  </a:spcBef>
                  <a:buFont typeface="Arial" panose="020B0604020202020204" pitchFamily="34" charset="0"/>
                  <a:buChar char="•"/>
                </a:pPr>
                <a:r>
                  <a:rPr lang="zh-CN" altLang="en-US" sz="1600" dirty="0">
                    <a:latin typeface="Times New Roman" panose="02020603050405020304" pitchFamily="18" charset="0"/>
                    <a:ea typeface="黑体" pitchFamily="49" charset="-122"/>
                    <a:cs typeface="Times New Roman" panose="02020603050405020304" pitchFamily="18" charset="0"/>
                  </a:rPr>
                  <a:t>但一旦图的存储结构确定后（如图</a:t>
                </a:r>
                <a:r>
                  <a:rPr lang="en-US" altLang="zh-CN" sz="1600" dirty="0">
                    <a:latin typeface="Times New Roman" panose="02020603050405020304" pitchFamily="18" charset="0"/>
                    <a:ea typeface="黑体" pitchFamily="49" charset="-122"/>
                    <a:cs typeface="Times New Roman" panose="02020603050405020304" pitchFamily="18" charset="0"/>
                  </a:rPr>
                  <a:t>(b)</a:t>
                </a:r>
                <a:r>
                  <a:rPr lang="zh-CN" altLang="en-US" sz="1600" dirty="0">
                    <a:latin typeface="Times New Roman" panose="02020603050405020304" pitchFamily="18" charset="0"/>
                    <a:ea typeface="黑体" pitchFamily="49" charset="-122"/>
                    <a:cs typeface="Times New Roman" panose="02020603050405020304" pitchFamily="18" charset="0"/>
                  </a:rPr>
                  <a:t>为图</a:t>
                </a:r>
                <a:r>
                  <a:rPr lang="en-US" altLang="zh-CN" sz="1600" dirty="0">
                    <a:latin typeface="Times New Roman" panose="02020603050405020304" pitchFamily="18" charset="0"/>
                    <a:ea typeface="黑体" pitchFamily="49" charset="-122"/>
                    <a:cs typeface="Times New Roman" panose="02020603050405020304" pitchFamily="18" charset="0"/>
                  </a:rPr>
                  <a:t>(a)</a:t>
                </a:r>
                <a:r>
                  <a:rPr lang="zh-CN" altLang="en-US" sz="1600" dirty="0">
                    <a:latin typeface="Times New Roman" panose="02020603050405020304" pitchFamily="18" charset="0"/>
                    <a:ea typeface="黑体" pitchFamily="49" charset="-122"/>
                    <a:cs typeface="Times New Roman" panose="02020603050405020304" pitchFamily="18" charset="0"/>
                  </a:rPr>
                  <a:t>的邻接表存储结构），其搜索序列是唯一的。</a:t>
                </a:r>
                <a:endParaRPr lang="en-US" altLang="zh-CN" sz="1600" dirty="0">
                  <a:latin typeface="Times New Roman" panose="02020603050405020304" pitchFamily="18" charset="0"/>
                  <a:ea typeface="黑体" pitchFamily="49" charset="-122"/>
                  <a:cs typeface="Times New Roman" panose="02020603050405020304" pitchFamily="18" charset="0"/>
                </a:endParaRPr>
              </a:p>
              <a:p>
                <a:pPr algn="just" defTabSz="685800">
                  <a:lnSpc>
                    <a:spcPts val="2600"/>
                  </a:lnSpc>
                  <a:spcBef>
                    <a:spcPts val="0"/>
                  </a:spcBef>
                </a:pPr>
                <a:r>
                  <a:rPr lang="en-US" altLang="zh-CN" sz="1600" dirty="0">
                    <a:latin typeface="Times New Roman" panose="02020603050405020304" pitchFamily="18" charset="0"/>
                    <a:ea typeface="黑体" pitchFamily="49" charset="-122"/>
                    <a:cs typeface="Times New Roman" panose="02020603050405020304" pitchFamily="18" charset="0"/>
                  </a:rPr>
                  <a:t>   </a:t>
                </a:r>
                <a:r>
                  <a:rPr lang="zh-CN" altLang="en-US" sz="1600" dirty="0">
                    <a:latin typeface="Times New Roman" panose="02020603050405020304" pitchFamily="18" charset="0"/>
                    <a:ea typeface="黑体" pitchFamily="49" charset="-122"/>
                    <a:cs typeface="Times New Roman" panose="02020603050405020304" pitchFamily="18" charset="0"/>
                  </a:rPr>
                  <a:t>图</a:t>
                </a:r>
                <a:r>
                  <a:rPr lang="en-US" altLang="zh-CN" sz="1600" dirty="0">
                    <a:latin typeface="Times New Roman" panose="02020603050405020304" pitchFamily="18" charset="0"/>
                    <a:ea typeface="黑体" pitchFamily="49" charset="-122"/>
                    <a:cs typeface="Times New Roman" panose="02020603050405020304" pitchFamily="18" charset="0"/>
                  </a:rPr>
                  <a:t>(a)</a:t>
                </a:r>
                <a:r>
                  <a:rPr lang="zh-CN" altLang="en-US" sz="1600" dirty="0">
                    <a:latin typeface="Times New Roman" panose="02020603050405020304" pitchFamily="18" charset="0"/>
                    <a:ea typeface="黑体" pitchFamily="49" charset="-122"/>
                    <a:cs typeface="Times New Roman" panose="02020603050405020304" pitchFamily="18" charset="0"/>
                  </a:rPr>
                  <a:t>中从</a:t>
                </a:r>
                <a14:m>
                  <m:oMath xmlns:m="http://schemas.openxmlformats.org/officeDocument/2006/math">
                    <m:sSub>
                      <m:sSubPr>
                        <m:ctrlPr>
                          <a:rPr lang="zh-CN" altLang="zh-CN" sz="1600" i="1">
                            <a:latin typeface="Cambria Math" panose="02040503050406030204" pitchFamily="18" charset="0"/>
                            <a:ea typeface="黑体" pitchFamily="49" charset="-122"/>
                            <a:cs typeface="Times New Roman" panose="02020603050405020304" pitchFamily="18" charset="0"/>
                          </a:rPr>
                        </m:ctrlPr>
                      </m:sSubPr>
                      <m:e>
                        <m:r>
                          <a:rPr lang="en-US" altLang="zh-CN" sz="1600">
                            <a:latin typeface="Cambria Math" panose="02040503050406030204" pitchFamily="18" charset="0"/>
                            <a:ea typeface="黑体" pitchFamily="49" charset="-122"/>
                            <a:cs typeface="Times New Roman" panose="02020603050405020304" pitchFamily="18" charset="0"/>
                          </a:rPr>
                          <m:t>𝑣</m:t>
                        </m:r>
                      </m:e>
                      <m:sub>
                        <m:r>
                          <a:rPr lang="en-US" altLang="zh-CN" sz="1600">
                            <a:latin typeface="Cambria Math" panose="02040503050406030204" pitchFamily="18" charset="0"/>
                            <a:ea typeface="黑体" pitchFamily="49" charset="-122"/>
                            <a:cs typeface="Times New Roman" panose="02020603050405020304" pitchFamily="18" charset="0"/>
                          </a:rPr>
                          <m:t>1</m:t>
                        </m:r>
                      </m:sub>
                    </m:sSub>
                  </m:oMath>
                </a14:m>
                <a:r>
                  <a:rPr lang="zh-CN" altLang="en-US" sz="1600" dirty="0">
                    <a:latin typeface="Times New Roman" panose="02020603050405020304" pitchFamily="18" charset="0"/>
                    <a:ea typeface="黑体" pitchFamily="49" charset="-122"/>
                    <a:cs typeface="Times New Roman" panose="02020603050405020304" pitchFamily="18" charset="0"/>
                  </a:rPr>
                  <a:t>出发的广度优先搜索序列为：</a:t>
                </a:r>
                <a:endParaRPr lang="en-US" altLang="zh-CN" sz="1600" dirty="0">
                  <a:latin typeface="Times New Roman" panose="02020603050405020304" pitchFamily="18" charset="0"/>
                  <a:ea typeface="黑体" pitchFamily="49" charset="-122"/>
                  <a:cs typeface="Times New Roman" panose="02020603050405020304" pitchFamily="18" charset="0"/>
                </a:endParaRPr>
              </a:p>
              <a:p>
                <a:pPr algn="just"/>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2</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3</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4</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7</m:t>
                          </m:r>
                        </m:sub>
                      </m:sSub>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b="0" i="1" smtClean="0">
                              <a:latin typeface="Cambria Math" panose="02040503050406030204" pitchFamily="18" charset="0"/>
                            </a:rPr>
                            <m:t>8</m:t>
                          </m:r>
                        </m:sub>
                      </m:sSub>
                    </m:oMath>
                  </m:oMathPara>
                </a14:m>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mc:Choice>
        <mc:Fallback>
          <p:sp>
            <p:nvSpPr>
              <p:cNvPr id="5" name="文本框 4"/>
              <p:cNvSpPr txBox="1">
                <a:spLocks noRot="1" noChangeAspect="1" noMove="1" noResize="1" noEditPoints="1" noAdjustHandles="1" noChangeArrowheads="1" noChangeShapeType="1" noTextEdit="1"/>
              </p:cNvSpPr>
              <p:nvPr/>
            </p:nvSpPr>
            <p:spPr>
              <a:xfrm>
                <a:off x="179511" y="2989290"/>
                <a:ext cx="4824536" cy="1585049"/>
              </a:xfrm>
              <a:prstGeom prst="rect">
                <a:avLst/>
              </a:prstGeom>
              <a:blipFill>
                <a:blip r:embed="rId4"/>
                <a:stretch>
                  <a:fillRect l="-505" r="-631"/>
                </a:stretch>
              </a:blipFill>
            </p:spPr>
            <p:txBody>
              <a:bodyPr/>
              <a:lstStyle/>
              <a:p>
                <a:r>
                  <a:rPr lang="zh-CN" altLang="en-US">
                    <a:noFill/>
                  </a:rPr>
                  <a:t> </a:t>
                </a:r>
              </a:p>
            </p:txBody>
          </p:sp>
        </mc:Fallback>
      </mc:AlternateContent>
      <p:pic>
        <p:nvPicPr>
          <p:cNvPr id="6" name="图片 5"/>
          <p:cNvPicPr>
            <a:picLocks noChangeAspect="1"/>
          </p:cNvPicPr>
          <p:nvPr/>
        </p:nvPicPr>
        <p:blipFill>
          <a:blip r:embed="rId5"/>
          <a:stretch>
            <a:fillRect/>
          </a:stretch>
        </p:blipFill>
        <p:spPr>
          <a:xfrm>
            <a:off x="5868144" y="2710009"/>
            <a:ext cx="2880320" cy="2143613"/>
          </a:xfrm>
          <a:prstGeom prst="rect">
            <a:avLst/>
          </a:prstGeom>
        </p:spPr>
      </p:pic>
      <p:sp>
        <p:nvSpPr>
          <p:cNvPr id="7" name="文本框 6"/>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广度优先搜索示例</a:t>
            </a:r>
          </a:p>
        </p:txBody>
      </p:sp>
    </p:spTree>
    <p:extLst>
      <p:ext uri="{BB962C8B-B14F-4D97-AF65-F5344CB8AC3E}">
        <p14:creationId xmlns:p14="http://schemas.microsoft.com/office/powerpoint/2010/main" val="4045037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ppt_x"/>
                                          </p:val>
                                        </p:tav>
                                        <p:tav tm="100000">
                                          <p:val>
                                            <p:strVal val="#ppt_x"/>
                                          </p:val>
                                        </p:tav>
                                      </p:tavLst>
                                    </p:anim>
                                    <p:anim calcmode="lin" valueType="num">
                                      <p:cBhvr additive="base">
                                        <p:cTn id="2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1000"/>
                                        <p:tgtEl>
                                          <p:spTgt spid="5"/>
                                        </p:tgtEl>
                                      </p:cBhvr>
                                    </p:animEffect>
                                    <p:anim calcmode="lin" valueType="num">
                                      <p:cBhvr>
                                        <p:cTn id="26" dur="1000" fill="hold"/>
                                        <p:tgtEl>
                                          <p:spTgt spid="5"/>
                                        </p:tgtEl>
                                        <p:attrNameLst>
                                          <p:attrName>ppt_x</p:attrName>
                                        </p:attrNameLst>
                                      </p:cBhvr>
                                      <p:tavLst>
                                        <p:tav tm="0">
                                          <p:val>
                                            <p:strVal val="#ppt_x"/>
                                          </p:val>
                                        </p:tav>
                                        <p:tav tm="100000">
                                          <p:val>
                                            <p:strVal val="#ppt_x"/>
                                          </p:val>
                                        </p:tav>
                                      </p:tavLst>
                                    </p:anim>
                                    <p:anim calcmode="lin" valueType="num">
                                      <p:cBhvr>
                                        <p:cTn id="2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a:grpSpLocks/>
          </p:cNvGrpSpPr>
          <p:nvPr/>
        </p:nvGrpSpPr>
        <p:grpSpPr bwMode="auto">
          <a:xfrm>
            <a:off x="592365" y="1367892"/>
            <a:ext cx="2384971" cy="1754708"/>
            <a:chOff x="48" y="1584"/>
            <a:chExt cx="2064" cy="1728"/>
          </a:xfrm>
        </p:grpSpPr>
        <p:sp>
          <p:nvSpPr>
            <p:cNvPr id="5" name="Oval 4"/>
            <p:cNvSpPr>
              <a:spLocks noChangeArrowheads="1"/>
            </p:cNvSpPr>
            <p:nvPr/>
          </p:nvSpPr>
          <p:spPr bwMode="auto">
            <a:xfrm>
              <a:off x="864" y="2016"/>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12</a:t>
              </a:r>
              <a:endParaRPr lang="zh-CN" altLang="en-US" sz="1600" u="sng">
                <a:solidFill>
                  <a:srgbClr val="FFFF66"/>
                </a:solidFill>
              </a:endParaRPr>
            </a:p>
          </p:txBody>
        </p:sp>
        <p:grpSp>
          <p:nvGrpSpPr>
            <p:cNvPr id="6" name="Group 5"/>
            <p:cNvGrpSpPr>
              <a:grpSpLocks/>
            </p:cNvGrpSpPr>
            <p:nvPr/>
          </p:nvGrpSpPr>
          <p:grpSpPr bwMode="auto">
            <a:xfrm>
              <a:off x="48" y="1584"/>
              <a:ext cx="2064" cy="1728"/>
              <a:chOff x="48" y="1584"/>
              <a:chExt cx="2064" cy="1728"/>
            </a:xfrm>
          </p:grpSpPr>
          <p:sp>
            <p:nvSpPr>
              <p:cNvPr id="7" name="Line 6"/>
              <p:cNvSpPr>
                <a:spLocks noChangeShapeType="1"/>
              </p:cNvSpPr>
              <p:nvPr/>
            </p:nvSpPr>
            <p:spPr bwMode="auto">
              <a:xfrm flipV="1">
                <a:off x="1008" y="1824"/>
                <a:ext cx="0" cy="192"/>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 name="Line 7"/>
              <p:cNvSpPr>
                <a:spLocks noChangeShapeType="1"/>
              </p:cNvSpPr>
              <p:nvPr/>
            </p:nvSpPr>
            <p:spPr bwMode="auto">
              <a:xfrm flipH="1" flipV="1">
                <a:off x="1584" y="2688"/>
                <a:ext cx="240"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9" name="Group 8"/>
              <p:cNvGrpSpPr>
                <a:grpSpLocks/>
              </p:cNvGrpSpPr>
              <p:nvPr/>
            </p:nvGrpSpPr>
            <p:grpSpPr bwMode="auto">
              <a:xfrm>
                <a:off x="48" y="1584"/>
                <a:ext cx="2064" cy="1728"/>
                <a:chOff x="48" y="1584"/>
                <a:chExt cx="2064" cy="1728"/>
              </a:xfrm>
            </p:grpSpPr>
            <p:sp>
              <p:nvSpPr>
                <p:cNvPr id="10" name="Line 9"/>
                <p:cNvSpPr>
                  <a:spLocks noChangeShapeType="1"/>
                </p:cNvSpPr>
                <p:nvPr/>
              </p:nvSpPr>
              <p:spPr bwMode="auto">
                <a:xfrm flipH="1" flipV="1">
                  <a:off x="768" y="2784"/>
                  <a:ext cx="0"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1" name="Group 10"/>
                <p:cNvGrpSpPr>
                  <a:grpSpLocks/>
                </p:cNvGrpSpPr>
                <p:nvPr/>
              </p:nvGrpSpPr>
              <p:grpSpPr bwMode="auto">
                <a:xfrm>
                  <a:off x="48" y="1584"/>
                  <a:ext cx="2064" cy="1728"/>
                  <a:chOff x="48" y="1584"/>
                  <a:chExt cx="2064" cy="1728"/>
                </a:xfrm>
              </p:grpSpPr>
              <p:sp>
                <p:nvSpPr>
                  <p:cNvPr id="14" name="Oval 11"/>
                  <p:cNvSpPr>
                    <a:spLocks noChangeArrowheads="1"/>
                  </p:cNvSpPr>
                  <p:nvPr/>
                </p:nvSpPr>
                <p:spPr bwMode="auto">
                  <a:xfrm>
                    <a:off x="864" y="158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1</a:t>
                    </a:r>
                    <a:endParaRPr lang="zh-CN" altLang="en-US" sz="1600" u="sng">
                      <a:solidFill>
                        <a:srgbClr val="FFFF66"/>
                      </a:solidFill>
                    </a:endParaRPr>
                  </a:p>
                </p:txBody>
              </p:sp>
              <p:sp>
                <p:nvSpPr>
                  <p:cNvPr id="15" name="Oval 12"/>
                  <p:cNvSpPr>
                    <a:spLocks noChangeArrowheads="1"/>
                  </p:cNvSpPr>
                  <p:nvPr/>
                </p:nvSpPr>
                <p:spPr bwMode="auto">
                  <a:xfrm>
                    <a:off x="48" y="206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2</a:t>
                    </a:r>
                    <a:endParaRPr lang="zh-CN" altLang="en-US" sz="1600" u="sng">
                      <a:solidFill>
                        <a:srgbClr val="FFFF66"/>
                      </a:solidFill>
                    </a:endParaRPr>
                  </a:p>
                </p:txBody>
              </p:sp>
              <p:sp>
                <p:nvSpPr>
                  <p:cNvPr id="16" name="Oval 13"/>
                  <p:cNvSpPr>
                    <a:spLocks noChangeArrowheads="1"/>
                  </p:cNvSpPr>
                  <p:nvPr/>
                </p:nvSpPr>
                <p:spPr bwMode="auto">
                  <a:xfrm>
                    <a:off x="1776" y="2016"/>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11</a:t>
                    </a:r>
                    <a:endParaRPr lang="zh-CN" altLang="en-US" sz="1600" u="sng">
                      <a:solidFill>
                        <a:srgbClr val="FFFF66"/>
                      </a:solidFill>
                    </a:endParaRPr>
                  </a:p>
                </p:txBody>
              </p:sp>
              <p:sp>
                <p:nvSpPr>
                  <p:cNvPr id="17" name="Line 14"/>
                  <p:cNvSpPr>
                    <a:spLocks noChangeShapeType="1"/>
                  </p:cNvSpPr>
                  <p:nvPr/>
                </p:nvSpPr>
                <p:spPr bwMode="auto">
                  <a:xfrm>
                    <a:off x="1152" y="1776"/>
                    <a:ext cx="672"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 name="Line 15"/>
                  <p:cNvSpPr>
                    <a:spLocks noChangeShapeType="1"/>
                  </p:cNvSpPr>
                  <p:nvPr/>
                </p:nvSpPr>
                <p:spPr bwMode="auto">
                  <a:xfrm flipH="1">
                    <a:off x="288" y="1776"/>
                    <a:ext cx="576" cy="336"/>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 name="Oval 16"/>
                  <p:cNvSpPr>
                    <a:spLocks noChangeArrowheads="1"/>
                  </p:cNvSpPr>
                  <p:nvPr/>
                </p:nvSpPr>
                <p:spPr bwMode="auto">
                  <a:xfrm>
                    <a:off x="48" y="254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3</a:t>
                    </a:r>
                    <a:endParaRPr lang="zh-CN" altLang="en-US" sz="1600" u="sng">
                      <a:solidFill>
                        <a:srgbClr val="FFFF66"/>
                      </a:solidFill>
                    </a:endParaRPr>
                  </a:p>
                </p:txBody>
              </p:sp>
              <p:sp>
                <p:nvSpPr>
                  <p:cNvPr id="20" name="Line 17"/>
                  <p:cNvSpPr>
                    <a:spLocks noChangeShapeType="1"/>
                  </p:cNvSpPr>
                  <p:nvPr/>
                </p:nvSpPr>
                <p:spPr bwMode="auto">
                  <a:xfrm flipH="1" flipV="1">
                    <a:off x="192" y="2304"/>
                    <a:ext cx="0" cy="24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1" name="Oval 18"/>
                  <p:cNvSpPr>
                    <a:spLocks noChangeArrowheads="1"/>
                  </p:cNvSpPr>
                  <p:nvPr/>
                </p:nvSpPr>
                <p:spPr bwMode="auto">
                  <a:xfrm>
                    <a:off x="624" y="254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6</a:t>
                    </a:r>
                    <a:endParaRPr lang="zh-CN" altLang="en-US" sz="1600" u="sng">
                      <a:solidFill>
                        <a:srgbClr val="FFFF66"/>
                      </a:solidFill>
                    </a:endParaRPr>
                  </a:p>
                </p:txBody>
              </p:sp>
              <p:sp>
                <p:nvSpPr>
                  <p:cNvPr id="22" name="Oval 19"/>
                  <p:cNvSpPr>
                    <a:spLocks noChangeArrowheads="1"/>
                  </p:cNvSpPr>
                  <p:nvPr/>
                </p:nvSpPr>
                <p:spPr bwMode="auto">
                  <a:xfrm>
                    <a:off x="1296" y="254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7</a:t>
                    </a:r>
                    <a:endParaRPr lang="zh-CN" altLang="en-US" sz="1600" u="sng">
                      <a:solidFill>
                        <a:srgbClr val="FFFF66"/>
                      </a:solidFill>
                    </a:endParaRPr>
                  </a:p>
                </p:txBody>
              </p:sp>
              <p:sp>
                <p:nvSpPr>
                  <p:cNvPr id="23" name="Oval 20"/>
                  <p:cNvSpPr>
                    <a:spLocks noChangeArrowheads="1"/>
                  </p:cNvSpPr>
                  <p:nvPr/>
                </p:nvSpPr>
                <p:spPr bwMode="auto">
                  <a:xfrm>
                    <a:off x="1824" y="254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10</a:t>
                    </a:r>
                    <a:endParaRPr lang="zh-CN" altLang="en-US" sz="1600" u="sng">
                      <a:solidFill>
                        <a:srgbClr val="FFFF66"/>
                      </a:solidFill>
                    </a:endParaRPr>
                  </a:p>
                </p:txBody>
              </p:sp>
              <p:sp>
                <p:nvSpPr>
                  <p:cNvPr id="24" name="Line 21"/>
                  <p:cNvSpPr>
                    <a:spLocks noChangeShapeType="1"/>
                  </p:cNvSpPr>
                  <p:nvPr/>
                </p:nvSpPr>
                <p:spPr bwMode="auto">
                  <a:xfrm flipH="1" flipV="1">
                    <a:off x="1968" y="2256"/>
                    <a:ext cx="0"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5" name="Line 22"/>
                  <p:cNvSpPr>
                    <a:spLocks noChangeShapeType="1"/>
                  </p:cNvSpPr>
                  <p:nvPr/>
                </p:nvSpPr>
                <p:spPr bwMode="auto">
                  <a:xfrm>
                    <a:off x="288" y="2256"/>
                    <a:ext cx="384" cy="336"/>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 name="Oval 23"/>
                  <p:cNvSpPr>
                    <a:spLocks noChangeArrowheads="1"/>
                  </p:cNvSpPr>
                  <p:nvPr/>
                </p:nvSpPr>
                <p:spPr bwMode="auto">
                  <a:xfrm>
                    <a:off x="48" y="3072"/>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4</a:t>
                    </a:r>
                    <a:endParaRPr lang="zh-CN" altLang="en-US" sz="1600" u="sng">
                      <a:solidFill>
                        <a:srgbClr val="FFFF66"/>
                      </a:solidFill>
                    </a:endParaRPr>
                  </a:p>
                </p:txBody>
              </p:sp>
              <p:sp>
                <p:nvSpPr>
                  <p:cNvPr id="27" name="Line 24"/>
                  <p:cNvSpPr>
                    <a:spLocks noChangeShapeType="1"/>
                  </p:cNvSpPr>
                  <p:nvPr/>
                </p:nvSpPr>
                <p:spPr bwMode="auto">
                  <a:xfrm flipH="1" flipV="1">
                    <a:off x="192" y="2784"/>
                    <a:ext cx="0"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 name="Oval 25"/>
                  <p:cNvSpPr>
                    <a:spLocks noChangeArrowheads="1"/>
                  </p:cNvSpPr>
                  <p:nvPr/>
                </p:nvSpPr>
                <p:spPr bwMode="auto">
                  <a:xfrm>
                    <a:off x="624" y="3072"/>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5</a:t>
                    </a:r>
                    <a:endParaRPr lang="zh-CN" altLang="en-US" sz="1600" u="sng">
                      <a:solidFill>
                        <a:srgbClr val="FFFF66"/>
                      </a:solidFill>
                    </a:endParaRPr>
                  </a:p>
                </p:txBody>
              </p:sp>
              <p:sp>
                <p:nvSpPr>
                  <p:cNvPr id="29" name="Oval 26"/>
                  <p:cNvSpPr>
                    <a:spLocks noChangeArrowheads="1"/>
                  </p:cNvSpPr>
                  <p:nvPr/>
                </p:nvSpPr>
                <p:spPr bwMode="auto">
                  <a:xfrm>
                    <a:off x="1248" y="3072"/>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8</a:t>
                    </a:r>
                    <a:endParaRPr lang="zh-CN" altLang="en-US" sz="1600" u="sng">
                      <a:solidFill>
                        <a:srgbClr val="FFFF66"/>
                      </a:solidFill>
                    </a:endParaRPr>
                  </a:p>
                </p:txBody>
              </p:sp>
              <p:sp>
                <p:nvSpPr>
                  <p:cNvPr id="30" name="Oval 27"/>
                  <p:cNvSpPr>
                    <a:spLocks noChangeArrowheads="1"/>
                  </p:cNvSpPr>
                  <p:nvPr/>
                </p:nvSpPr>
                <p:spPr bwMode="auto">
                  <a:xfrm>
                    <a:off x="1824" y="3072"/>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a:r>
                      <a:rPr lang="zh-CN" altLang="en-US" sz="1600">
                        <a:solidFill>
                          <a:srgbClr val="FFFF66"/>
                        </a:solidFill>
                      </a:rPr>
                      <a:t>9</a:t>
                    </a:r>
                    <a:endParaRPr lang="zh-CN" altLang="en-US" sz="1600" u="sng">
                      <a:solidFill>
                        <a:srgbClr val="FFFF66"/>
                      </a:solidFill>
                    </a:endParaRPr>
                  </a:p>
                </p:txBody>
              </p:sp>
              <p:sp>
                <p:nvSpPr>
                  <p:cNvPr id="31" name="Line 28"/>
                  <p:cNvSpPr>
                    <a:spLocks noChangeShapeType="1"/>
                  </p:cNvSpPr>
                  <p:nvPr/>
                </p:nvSpPr>
                <p:spPr bwMode="auto">
                  <a:xfrm>
                    <a:off x="336" y="2160"/>
                    <a:ext cx="528"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 name="Line 29"/>
                  <p:cNvSpPr>
                    <a:spLocks noChangeShapeType="1"/>
                  </p:cNvSpPr>
                  <p:nvPr/>
                </p:nvSpPr>
                <p:spPr bwMode="auto">
                  <a:xfrm>
                    <a:off x="1152" y="2160"/>
                    <a:ext cx="624"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3" name="Line 30"/>
                  <p:cNvSpPr>
                    <a:spLocks noChangeShapeType="1"/>
                  </p:cNvSpPr>
                  <p:nvPr/>
                </p:nvSpPr>
                <p:spPr bwMode="auto">
                  <a:xfrm flipH="1">
                    <a:off x="1488" y="2208"/>
                    <a:ext cx="336" cy="336"/>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4" name="Line 31"/>
                  <p:cNvSpPr>
                    <a:spLocks noChangeShapeType="1"/>
                  </p:cNvSpPr>
                  <p:nvPr/>
                </p:nvSpPr>
                <p:spPr bwMode="auto">
                  <a:xfrm flipH="1" flipV="1">
                    <a:off x="336" y="2688"/>
                    <a:ext cx="288"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 name="Line 32"/>
                  <p:cNvSpPr>
                    <a:spLocks noChangeShapeType="1"/>
                  </p:cNvSpPr>
                  <p:nvPr/>
                </p:nvSpPr>
                <p:spPr bwMode="auto">
                  <a:xfrm flipH="1" flipV="1">
                    <a:off x="336" y="3168"/>
                    <a:ext cx="288"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6" name="Line 33"/>
                  <p:cNvSpPr>
                    <a:spLocks noChangeShapeType="1"/>
                  </p:cNvSpPr>
                  <p:nvPr/>
                </p:nvSpPr>
                <p:spPr bwMode="auto">
                  <a:xfrm flipH="1" flipV="1">
                    <a:off x="1536" y="3168"/>
                    <a:ext cx="288"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7" name="Line 34"/>
                  <p:cNvSpPr>
                    <a:spLocks noChangeShapeType="1"/>
                  </p:cNvSpPr>
                  <p:nvPr/>
                </p:nvSpPr>
                <p:spPr bwMode="auto">
                  <a:xfrm flipH="1" flipV="1">
                    <a:off x="912" y="3168"/>
                    <a:ext cx="336"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 name="Line 35"/>
                  <p:cNvSpPr>
                    <a:spLocks noChangeShapeType="1"/>
                  </p:cNvSpPr>
                  <p:nvPr/>
                </p:nvSpPr>
                <p:spPr bwMode="auto">
                  <a:xfrm flipH="1" flipV="1">
                    <a:off x="912" y="2688"/>
                    <a:ext cx="384" cy="0"/>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2" name="Line 36"/>
                <p:cNvSpPr>
                  <a:spLocks noChangeShapeType="1"/>
                </p:cNvSpPr>
                <p:nvPr/>
              </p:nvSpPr>
              <p:spPr bwMode="auto">
                <a:xfrm flipH="1" flipV="1">
                  <a:off x="1392" y="2784"/>
                  <a:ext cx="0"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 name="Line 37"/>
                <p:cNvSpPr>
                  <a:spLocks noChangeShapeType="1"/>
                </p:cNvSpPr>
                <p:nvPr/>
              </p:nvSpPr>
              <p:spPr bwMode="auto">
                <a:xfrm flipH="1" flipV="1">
                  <a:off x="1968" y="2784"/>
                  <a:ext cx="0" cy="288"/>
                </a:xfrm>
                <a:prstGeom prst="line">
                  <a:avLst/>
                </a:prstGeom>
                <a:noFill/>
                <a:ln w="19050">
                  <a:solidFill>
                    <a:schemeClr val="tx1"/>
                  </a:solidFill>
                  <a:round/>
                  <a:headEnd type="none" w="sm" len="sm"/>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sp>
        <p:nvSpPr>
          <p:cNvPr id="39" name="Text Box 38"/>
          <p:cNvSpPr txBox="1">
            <a:spLocks noChangeArrowheads="1"/>
          </p:cNvSpPr>
          <p:nvPr/>
        </p:nvSpPr>
        <p:spPr bwMode="auto">
          <a:xfrm>
            <a:off x="4067944" y="775172"/>
            <a:ext cx="346075" cy="466725"/>
          </a:xfrm>
          <a:prstGeom prst="rect">
            <a:avLst/>
          </a:prstGeom>
          <a:solidFill>
            <a:srgbClr val="CCFFFF"/>
          </a:solidFill>
          <a:ln w="9525">
            <a:solidFill>
              <a:srgbClr val="000000"/>
            </a:solidFill>
            <a:miter lim="800000"/>
            <a:headEnd/>
            <a:tailEnd/>
          </a:ln>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2400">
                <a:solidFill>
                  <a:schemeClr val="tx1"/>
                </a:solidFill>
              </a:rPr>
              <a:t>1</a:t>
            </a:r>
          </a:p>
        </p:txBody>
      </p:sp>
      <p:grpSp>
        <p:nvGrpSpPr>
          <p:cNvPr id="40" name="Group 39"/>
          <p:cNvGrpSpPr>
            <a:grpSpLocks/>
          </p:cNvGrpSpPr>
          <p:nvPr/>
        </p:nvGrpSpPr>
        <p:grpSpPr bwMode="auto">
          <a:xfrm>
            <a:off x="4453706" y="737072"/>
            <a:ext cx="2209800" cy="466725"/>
            <a:chOff x="2544" y="2181"/>
            <a:chExt cx="1392" cy="294"/>
          </a:xfrm>
        </p:grpSpPr>
        <p:sp>
          <p:nvSpPr>
            <p:cNvPr id="41" name="Line 40"/>
            <p:cNvSpPr>
              <a:spLocks noChangeShapeType="1"/>
            </p:cNvSpPr>
            <p:nvPr/>
          </p:nvSpPr>
          <p:spPr bwMode="auto">
            <a:xfrm>
              <a:off x="2544" y="2352"/>
              <a:ext cx="384" cy="0"/>
            </a:xfrm>
            <a:prstGeom prst="line">
              <a:avLst/>
            </a:prstGeom>
            <a:noFill/>
            <a:ln w="127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2" name="Text Box 41"/>
            <p:cNvSpPr txBox="1">
              <a:spLocks noChangeArrowheads="1"/>
            </p:cNvSpPr>
            <p:nvPr/>
          </p:nvSpPr>
          <p:spPr bwMode="auto">
            <a:xfrm>
              <a:off x="2928" y="2181"/>
              <a:ext cx="1008" cy="294"/>
            </a:xfrm>
            <a:prstGeom prst="rect">
              <a:avLst/>
            </a:prstGeom>
            <a:solidFill>
              <a:srgbClr val="CCFFFF"/>
            </a:solidFill>
            <a:ln w="9525">
              <a:solidFill>
                <a:srgbClr val="000000"/>
              </a:solidFill>
              <a:miter lim="800000"/>
              <a:headEnd/>
              <a:tailEnd/>
            </a:ln>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2400">
                  <a:solidFill>
                    <a:schemeClr val="tx1"/>
                  </a:solidFill>
                </a:rPr>
                <a:t>2  12  11</a:t>
              </a:r>
            </a:p>
          </p:txBody>
        </p:sp>
      </p:grpSp>
      <p:grpSp>
        <p:nvGrpSpPr>
          <p:cNvPr id="43" name="Group 42"/>
          <p:cNvGrpSpPr>
            <a:grpSpLocks/>
          </p:cNvGrpSpPr>
          <p:nvPr/>
        </p:nvGrpSpPr>
        <p:grpSpPr bwMode="auto">
          <a:xfrm>
            <a:off x="4834706" y="1237134"/>
            <a:ext cx="1752600" cy="842963"/>
            <a:chOff x="2784" y="2496"/>
            <a:chExt cx="1104" cy="531"/>
          </a:xfrm>
        </p:grpSpPr>
        <p:sp>
          <p:nvSpPr>
            <p:cNvPr id="44" name="Line 43"/>
            <p:cNvSpPr>
              <a:spLocks noChangeShapeType="1"/>
            </p:cNvSpPr>
            <p:nvPr/>
          </p:nvSpPr>
          <p:spPr bwMode="auto">
            <a:xfrm>
              <a:off x="3216" y="2496"/>
              <a:ext cx="0" cy="24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5" name="Text Box 44"/>
            <p:cNvSpPr txBox="1">
              <a:spLocks noChangeArrowheads="1"/>
            </p:cNvSpPr>
            <p:nvPr/>
          </p:nvSpPr>
          <p:spPr bwMode="auto">
            <a:xfrm>
              <a:off x="2784" y="2733"/>
              <a:ext cx="1104" cy="294"/>
            </a:xfrm>
            <a:prstGeom prst="rect">
              <a:avLst/>
            </a:prstGeom>
            <a:solidFill>
              <a:srgbClr val="CCFFFF"/>
            </a:solidFill>
            <a:ln w="9525">
              <a:solidFill>
                <a:srgbClr val="000000"/>
              </a:solidFill>
              <a:miter lim="800000"/>
              <a:headEnd/>
              <a:tailEnd/>
            </a:ln>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2400">
                  <a:solidFill>
                    <a:schemeClr val="tx1"/>
                  </a:solidFill>
                </a:rPr>
                <a:t>12  11  3   6</a:t>
              </a:r>
            </a:p>
          </p:txBody>
        </p:sp>
      </p:grpSp>
      <p:grpSp>
        <p:nvGrpSpPr>
          <p:cNvPr id="46" name="Group 45"/>
          <p:cNvGrpSpPr>
            <a:grpSpLocks/>
          </p:cNvGrpSpPr>
          <p:nvPr/>
        </p:nvGrpSpPr>
        <p:grpSpPr bwMode="auto">
          <a:xfrm>
            <a:off x="4758506" y="2075334"/>
            <a:ext cx="1752600" cy="842963"/>
            <a:chOff x="2736" y="3024"/>
            <a:chExt cx="1104" cy="531"/>
          </a:xfrm>
        </p:grpSpPr>
        <p:sp>
          <p:nvSpPr>
            <p:cNvPr id="47" name="Line 46"/>
            <p:cNvSpPr>
              <a:spLocks noChangeShapeType="1"/>
            </p:cNvSpPr>
            <p:nvPr/>
          </p:nvSpPr>
          <p:spPr bwMode="auto">
            <a:xfrm>
              <a:off x="3216" y="3024"/>
              <a:ext cx="0" cy="24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 name="Text Box 47"/>
            <p:cNvSpPr txBox="1">
              <a:spLocks noChangeArrowheads="1"/>
            </p:cNvSpPr>
            <p:nvPr/>
          </p:nvSpPr>
          <p:spPr bwMode="auto">
            <a:xfrm>
              <a:off x="2736" y="3261"/>
              <a:ext cx="1104" cy="294"/>
            </a:xfrm>
            <a:prstGeom prst="rect">
              <a:avLst/>
            </a:prstGeom>
            <a:solidFill>
              <a:srgbClr val="CCFFFF"/>
            </a:solidFill>
            <a:ln w="9525">
              <a:solidFill>
                <a:srgbClr val="000000"/>
              </a:solidFill>
              <a:miter lim="800000"/>
              <a:headEnd/>
              <a:tailEnd/>
            </a:ln>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2400">
                  <a:solidFill>
                    <a:schemeClr val="tx1"/>
                  </a:solidFill>
                </a:rPr>
                <a:t> 11  3   6</a:t>
              </a:r>
            </a:p>
          </p:txBody>
        </p:sp>
      </p:grpSp>
      <p:grpSp>
        <p:nvGrpSpPr>
          <p:cNvPr id="49" name="Group 48"/>
          <p:cNvGrpSpPr>
            <a:grpSpLocks/>
          </p:cNvGrpSpPr>
          <p:nvPr/>
        </p:nvGrpSpPr>
        <p:grpSpPr bwMode="auto">
          <a:xfrm>
            <a:off x="4834706" y="2837334"/>
            <a:ext cx="1752600" cy="842963"/>
            <a:chOff x="2784" y="3504"/>
            <a:chExt cx="1104" cy="531"/>
          </a:xfrm>
        </p:grpSpPr>
        <p:sp>
          <p:nvSpPr>
            <p:cNvPr id="50" name="Line 49"/>
            <p:cNvSpPr>
              <a:spLocks noChangeShapeType="1"/>
            </p:cNvSpPr>
            <p:nvPr/>
          </p:nvSpPr>
          <p:spPr bwMode="auto">
            <a:xfrm>
              <a:off x="3168" y="3504"/>
              <a:ext cx="0" cy="24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1" name="Text Box 50"/>
            <p:cNvSpPr txBox="1">
              <a:spLocks noChangeArrowheads="1"/>
            </p:cNvSpPr>
            <p:nvPr/>
          </p:nvSpPr>
          <p:spPr bwMode="auto">
            <a:xfrm>
              <a:off x="2784" y="3741"/>
              <a:ext cx="1104" cy="294"/>
            </a:xfrm>
            <a:prstGeom prst="rect">
              <a:avLst/>
            </a:prstGeom>
            <a:solidFill>
              <a:srgbClr val="CCFFFF"/>
            </a:solidFill>
            <a:ln w="9525">
              <a:solidFill>
                <a:srgbClr val="000000"/>
              </a:solidFill>
              <a:miter lim="800000"/>
              <a:headEnd/>
              <a:tailEnd/>
            </a:ln>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2400">
                  <a:solidFill>
                    <a:schemeClr val="tx1"/>
                  </a:solidFill>
                </a:rPr>
                <a:t>  3   6   7  10</a:t>
              </a:r>
            </a:p>
          </p:txBody>
        </p:sp>
      </p:grpSp>
      <p:grpSp>
        <p:nvGrpSpPr>
          <p:cNvPr id="52" name="Group 51"/>
          <p:cNvGrpSpPr>
            <a:grpSpLocks/>
          </p:cNvGrpSpPr>
          <p:nvPr/>
        </p:nvGrpSpPr>
        <p:grpSpPr bwMode="auto">
          <a:xfrm>
            <a:off x="6587306" y="627534"/>
            <a:ext cx="1941513" cy="2819400"/>
            <a:chOff x="3888" y="2112"/>
            <a:chExt cx="1223" cy="1776"/>
          </a:xfrm>
        </p:grpSpPr>
        <p:sp>
          <p:nvSpPr>
            <p:cNvPr id="53" name="Line 52"/>
            <p:cNvSpPr>
              <a:spLocks noChangeShapeType="1"/>
            </p:cNvSpPr>
            <p:nvPr/>
          </p:nvSpPr>
          <p:spPr bwMode="auto">
            <a:xfrm>
              <a:off x="3888" y="3888"/>
              <a:ext cx="14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4" name="Line 53"/>
            <p:cNvSpPr>
              <a:spLocks noChangeShapeType="1"/>
            </p:cNvSpPr>
            <p:nvPr/>
          </p:nvSpPr>
          <p:spPr bwMode="auto">
            <a:xfrm flipV="1">
              <a:off x="4032" y="2112"/>
              <a:ext cx="0" cy="17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5" name="Line 54"/>
            <p:cNvSpPr>
              <a:spLocks noChangeShapeType="1"/>
            </p:cNvSpPr>
            <p:nvPr/>
          </p:nvSpPr>
          <p:spPr bwMode="auto">
            <a:xfrm>
              <a:off x="4032" y="2112"/>
              <a:ext cx="62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6" name="Line 55"/>
            <p:cNvSpPr>
              <a:spLocks noChangeShapeType="1"/>
            </p:cNvSpPr>
            <p:nvPr/>
          </p:nvSpPr>
          <p:spPr bwMode="auto">
            <a:xfrm>
              <a:off x="4656" y="2112"/>
              <a:ext cx="0" cy="19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7" name="Text Box 56"/>
            <p:cNvSpPr txBox="1">
              <a:spLocks noChangeArrowheads="1"/>
            </p:cNvSpPr>
            <p:nvPr/>
          </p:nvSpPr>
          <p:spPr bwMode="auto">
            <a:xfrm>
              <a:off x="4317" y="2301"/>
              <a:ext cx="794" cy="294"/>
            </a:xfrm>
            <a:prstGeom prst="rect">
              <a:avLst/>
            </a:prstGeom>
            <a:solidFill>
              <a:srgbClr val="CCFFFF"/>
            </a:solidFill>
            <a:ln w="9525">
              <a:solidFill>
                <a:schemeClr val="tx1"/>
              </a:solidFill>
              <a:miter lim="800000"/>
              <a:headEnd/>
              <a:tailEnd/>
            </a:ln>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2400">
                  <a:solidFill>
                    <a:schemeClr val="tx1"/>
                  </a:solidFill>
                </a:rPr>
                <a:t>6 7  10 4</a:t>
              </a:r>
            </a:p>
          </p:txBody>
        </p:sp>
      </p:grpSp>
      <p:grpSp>
        <p:nvGrpSpPr>
          <p:cNvPr id="58" name="Group 57"/>
          <p:cNvGrpSpPr>
            <a:grpSpLocks/>
          </p:cNvGrpSpPr>
          <p:nvPr/>
        </p:nvGrpSpPr>
        <p:grpSpPr bwMode="auto">
          <a:xfrm>
            <a:off x="7344544" y="1389534"/>
            <a:ext cx="1260475" cy="842963"/>
            <a:chOff x="4365" y="2592"/>
            <a:chExt cx="794" cy="531"/>
          </a:xfrm>
        </p:grpSpPr>
        <p:sp>
          <p:nvSpPr>
            <p:cNvPr id="59" name="Line 58"/>
            <p:cNvSpPr>
              <a:spLocks noChangeShapeType="1"/>
            </p:cNvSpPr>
            <p:nvPr/>
          </p:nvSpPr>
          <p:spPr bwMode="auto">
            <a:xfrm>
              <a:off x="4704" y="2592"/>
              <a:ext cx="0" cy="24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0" name="Text Box 59"/>
            <p:cNvSpPr txBox="1">
              <a:spLocks noChangeArrowheads="1"/>
            </p:cNvSpPr>
            <p:nvPr/>
          </p:nvSpPr>
          <p:spPr bwMode="auto">
            <a:xfrm>
              <a:off x="4365" y="2829"/>
              <a:ext cx="794" cy="294"/>
            </a:xfrm>
            <a:prstGeom prst="rect">
              <a:avLst/>
            </a:prstGeom>
            <a:solidFill>
              <a:srgbClr val="CCFFFF"/>
            </a:solidFill>
            <a:ln w="9525">
              <a:solidFill>
                <a:srgbClr val="000000"/>
              </a:solidFill>
              <a:miter lim="800000"/>
              <a:headEnd/>
              <a:tailEnd/>
            </a:ln>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2400">
                  <a:solidFill>
                    <a:schemeClr val="tx1"/>
                  </a:solidFill>
                </a:rPr>
                <a:t>7  10 4 5</a:t>
              </a:r>
            </a:p>
          </p:txBody>
        </p:sp>
      </p:grpSp>
      <p:grpSp>
        <p:nvGrpSpPr>
          <p:cNvPr id="61" name="Group 60"/>
          <p:cNvGrpSpPr>
            <a:grpSpLocks/>
          </p:cNvGrpSpPr>
          <p:nvPr/>
        </p:nvGrpSpPr>
        <p:grpSpPr bwMode="auto">
          <a:xfrm>
            <a:off x="7420744" y="2227734"/>
            <a:ext cx="1260475" cy="766763"/>
            <a:chOff x="4413" y="3120"/>
            <a:chExt cx="794" cy="483"/>
          </a:xfrm>
        </p:grpSpPr>
        <p:sp>
          <p:nvSpPr>
            <p:cNvPr id="62" name="Text Box 61"/>
            <p:cNvSpPr txBox="1">
              <a:spLocks noChangeArrowheads="1"/>
            </p:cNvSpPr>
            <p:nvPr/>
          </p:nvSpPr>
          <p:spPr bwMode="auto">
            <a:xfrm>
              <a:off x="4413" y="3309"/>
              <a:ext cx="794" cy="294"/>
            </a:xfrm>
            <a:prstGeom prst="rect">
              <a:avLst/>
            </a:prstGeom>
            <a:solidFill>
              <a:srgbClr val="CCFFFF"/>
            </a:solidFill>
            <a:ln w="9525">
              <a:solidFill>
                <a:srgbClr val="000000"/>
              </a:solidFill>
              <a:miter lim="800000"/>
              <a:headEnd/>
              <a:tailEnd/>
            </a:ln>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2400">
                  <a:solidFill>
                    <a:schemeClr val="tx1"/>
                  </a:solidFill>
                </a:rPr>
                <a:t> 10 4 5 8</a:t>
              </a:r>
            </a:p>
          </p:txBody>
        </p:sp>
        <p:sp>
          <p:nvSpPr>
            <p:cNvPr id="63" name="Line 62"/>
            <p:cNvSpPr>
              <a:spLocks noChangeShapeType="1"/>
            </p:cNvSpPr>
            <p:nvPr/>
          </p:nvSpPr>
          <p:spPr bwMode="auto">
            <a:xfrm>
              <a:off x="4704" y="3120"/>
              <a:ext cx="0" cy="19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64" name="Group 63"/>
          <p:cNvGrpSpPr>
            <a:grpSpLocks/>
          </p:cNvGrpSpPr>
          <p:nvPr/>
        </p:nvGrpSpPr>
        <p:grpSpPr bwMode="auto">
          <a:xfrm>
            <a:off x="7425506" y="2989734"/>
            <a:ext cx="1250950" cy="690563"/>
            <a:chOff x="4416" y="3600"/>
            <a:chExt cx="788" cy="435"/>
          </a:xfrm>
        </p:grpSpPr>
        <p:sp>
          <p:nvSpPr>
            <p:cNvPr id="65" name="Text Box 64"/>
            <p:cNvSpPr txBox="1">
              <a:spLocks noChangeArrowheads="1"/>
            </p:cNvSpPr>
            <p:nvPr/>
          </p:nvSpPr>
          <p:spPr bwMode="auto">
            <a:xfrm>
              <a:off x="4416" y="3741"/>
              <a:ext cx="788" cy="294"/>
            </a:xfrm>
            <a:prstGeom prst="rect">
              <a:avLst/>
            </a:prstGeom>
            <a:solidFill>
              <a:srgbClr val="CCFFFF"/>
            </a:solidFill>
            <a:ln w="9525">
              <a:solidFill>
                <a:srgbClr val="000000"/>
              </a:solidFill>
              <a:miter lim="800000"/>
              <a:headEnd/>
              <a:tailEnd/>
            </a:ln>
          </p:spPr>
          <p:txBody>
            <a:bodyPr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2400">
                  <a:solidFill>
                    <a:schemeClr val="tx1"/>
                  </a:solidFill>
                </a:rPr>
                <a:t>4 5 8  9</a:t>
              </a:r>
            </a:p>
          </p:txBody>
        </p:sp>
        <p:sp>
          <p:nvSpPr>
            <p:cNvPr id="66" name="Line 65"/>
            <p:cNvSpPr>
              <a:spLocks noChangeShapeType="1"/>
            </p:cNvSpPr>
            <p:nvPr/>
          </p:nvSpPr>
          <p:spPr bwMode="auto">
            <a:xfrm>
              <a:off x="4704" y="3600"/>
              <a:ext cx="0" cy="1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67" name="Line 66"/>
          <p:cNvSpPr>
            <a:spLocks noChangeShapeType="1"/>
          </p:cNvSpPr>
          <p:nvPr/>
        </p:nvSpPr>
        <p:spPr bwMode="auto">
          <a:xfrm>
            <a:off x="7654106" y="3294534"/>
            <a:ext cx="76200" cy="3810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8" name="Line 67"/>
          <p:cNvSpPr>
            <a:spLocks noChangeShapeType="1"/>
          </p:cNvSpPr>
          <p:nvPr/>
        </p:nvSpPr>
        <p:spPr bwMode="auto">
          <a:xfrm>
            <a:off x="8035106" y="3218334"/>
            <a:ext cx="76200" cy="3810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9" name="Line 68"/>
          <p:cNvSpPr>
            <a:spLocks noChangeShapeType="1"/>
          </p:cNvSpPr>
          <p:nvPr/>
        </p:nvSpPr>
        <p:spPr bwMode="auto">
          <a:xfrm>
            <a:off x="7806506" y="3218334"/>
            <a:ext cx="76200" cy="3810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0" name="Line 69"/>
          <p:cNvSpPr>
            <a:spLocks noChangeShapeType="1"/>
          </p:cNvSpPr>
          <p:nvPr/>
        </p:nvSpPr>
        <p:spPr bwMode="auto">
          <a:xfrm>
            <a:off x="8416106" y="3294534"/>
            <a:ext cx="76200" cy="3810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1" name="文本框 70"/>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广度优先搜索示例</a:t>
            </a:r>
          </a:p>
        </p:txBody>
      </p:sp>
    </p:spTree>
    <p:extLst>
      <p:ext uri="{BB962C8B-B14F-4D97-AF65-F5344CB8AC3E}">
        <p14:creationId xmlns:p14="http://schemas.microsoft.com/office/powerpoint/2010/main" val="36300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4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4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4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499"/>
                                          </p:stCondLst>
                                        </p:cTn>
                                        <p:tgtEl>
                                          <p:spTgt spid="4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499"/>
                                          </p:stCondLst>
                                        </p:cTn>
                                        <p:tgtEl>
                                          <p:spTgt spid="5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499"/>
                                          </p:stCondLst>
                                        </p:cTn>
                                        <p:tgtEl>
                                          <p:spTgt spid="5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499"/>
                                          </p:stCondLst>
                                        </p:cTn>
                                        <p:tgtEl>
                                          <p:spTgt spid="6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499"/>
                                          </p:stCondLst>
                                        </p:cTn>
                                        <p:tgtEl>
                                          <p:spTgt spid="6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499"/>
                                          </p:stCondLst>
                                        </p:cTn>
                                        <p:tgtEl>
                                          <p:spTgt spid="6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499"/>
                                          </p:stCondLst>
                                        </p:cTn>
                                        <p:tgtEl>
                                          <p:spTgt spid="6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499"/>
                                          </p:stCondLst>
                                        </p:cTn>
                                        <p:tgtEl>
                                          <p:spTgt spid="68"/>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499"/>
                                          </p:stCondLst>
                                        </p:cTn>
                                        <p:tgtEl>
                                          <p:spTgt spid="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autoUpdateAnimBg="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232673" y="843558"/>
            <a:ext cx="7137400" cy="3507876"/>
          </a:xfrm>
        </p:spPr>
        <p:txBody>
          <a:bodyPr/>
          <a:lstStyle/>
          <a:p>
            <a:pPr marL="0" indent="0">
              <a:lnSpc>
                <a:spcPct val="100000"/>
              </a:lnSpc>
              <a:spcBef>
                <a:spcPts val="0"/>
              </a:spcBef>
              <a:buNone/>
            </a:pP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visited[</a:t>
            </a:r>
            <a:r>
              <a:rPr lang="en-US" altLang="zh-CN" sz="1600" dirty="0" err="1">
                <a:latin typeface="Times New Roman" panose="02020603050405020304" pitchFamily="18" charset="0"/>
                <a:cs typeface="Times New Roman" panose="02020603050405020304" pitchFamily="18" charset="0"/>
              </a:rPr>
              <a:t>MaxVex</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void BFS(</a:t>
            </a:r>
            <a:r>
              <a:rPr lang="en-US" altLang="zh-CN" sz="1600" dirty="0" err="1">
                <a:latin typeface="Times New Roman" panose="02020603050405020304" pitchFamily="18" charset="0"/>
                <a:cs typeface="Times New Roman" panose="02020603050405020304" pitchFamily="18" charset="0"/>
              </a:rPr>
              <a:t>VElemType</a:t>
            </a:r>
            <a:r>
              <a:rPr lang="en-US" altLang="zh-CN" sz="1600" dirty="0">
                <a:latin typeface="Times New Roman" panose="02020603050405020304" pitchFamily="18" charset="0"/>
                <a:cs typeface="Times New Roman" panose="02020603050405020304" pitchFamily="18" charset="0"/>
              </a:rPr>
              <a:t> v){   //</a:t>
            </a:r>
            <a:r>
              <a:rPr lang="zh-CN" altLang="zh-CN" sz="1600" dirty="0">
                <a:latin typeface="Times New Roman" panose="02020603050405020304" pitchFamily="18" charset="0"/>
                <a:cs typeface="Times New Roman" panose="02020603050405020304" pitchFamily="18" charset="0"/>
              </a:rPr>
              <a:t>以</a:t>
            </a:r>
            <a:r>
              <a:rPr lang="en-US" altLang="zh-CN" sz="1600" dirty="0">
                <a:latin typeface="Times New Roman" panose="02020603050405020304" pitchFamily="18" charset="0"/>
                <a:cs typeface="Times New Roman" panose="02020603050405020304" pitchFamily="18" charset="0"/>
              </a:rPr>
              <a:t>v</a:t>
            </a:r>
            <a:r>
              <a:rPr lang="zh-CN" altLang="zh-CN" sz="1600" dirty="0">
                <a:latin typeface="Times New Roman" panose="02020603050405020304" pitchFamily="18" charset="0"/>
                <a:cs typeface="Times New Roman" panose="02020603050405020304" pitchFamily="18" charset="0"/>
              </a:rPr>
              <a:t>为初始点的连通分量的广度优先搜索</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h=</a:t>
            </a:r>
            <a:r>
              <a:rPr lang="en-US" altLang="zh-CN" sz="1600" dirty="0" err="1">
                <a:latin typeface="Times New Roman" panose="02020603050405020304" pitchFamily="18" charset="0"/>
                <a:cs typeface="Times New Roman" panose="02020603050405020304" pitchFamily="18" charset="0"/>
              </a:rPr>
              <a:t>LocateVex</a:t>
            </a:r>
            <a:r>
              <a:rPr lang="en-US" altLang="zh-CN" sz="1600" dirty="0">
                <a:latin typeface="Times New Roman" panose="02020603050405020304" pitchFamily="18" charset="0"/>
                <a:cs typeface="Times New Roman" panose="02020603050405020304" pitchFamily="18" charset="0"/>
              </a:rPr>
              <a:t>(v);</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ArcNode</a:t>
            </a:r>
            <a:r>
              <a:rPr lang="en-US" altLang="zh-CN" sz="1600" dirty="0">
                <a:latin typeface="Times New Roman" panose="02020603050405020304" pitchFamily="18" charset="0"/>
                <a:cs typeface="Times New Roman" panose="02020603050405020304" pitchFamily="18" charset="0"/>
              </a:rPr>
              <a:t> *p;</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LinkQueue</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lq</a:t>
            </a: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调用构造函数，初始化空队列</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lq.EnQueue</a:t>
            </a:r>
            <a:r>
              <a:rPr lang="en-US" altLang="zh-CN" sz="1600" dirty="0">
                <a:latin typeface="Times New Roman" panose="02020603050405020304" pitchFamily="18" charset="0"/>
                <a:cs typeface="Times New Roman" panose="02020603050405020304" pitchFamily="18" charset="0"/>
              </a:rPr>
              <a:t>(h);</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visited[h]=1;</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while(!</a:t>
            </a:r>
            <a:r>
              <a:rPr lang="en-US" altLang="zh-CN" sz="1600" dirty="0" err="1">
                <a:latin typeface="Times New Roman" panose="02020603050405020304" pitchFamily="18" charset="0"/>
                <a:cs typeface="Times New Roman" panose="02020603050405020304" pitchFamily="18" charset="0"/>
              </a:rPr>
              <a:t>lq.EmptyQueue</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lq.DeQueue</a:t>
            </a:r>
            <a:r>
              <a:rPr lang="en-US" altLang="zh-CN" sz="1600" dirty="0">
                <a:latin typeface="Times New Roman" panose="02020603050405020304" pitchFamily="18" charset="0"/>
                <a:cs typeface="Times New Roman" panose="02020603050405020304" pitchFamily="18" charset="0"/>
              </a:rPr>
              <a:t>(h);</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cout</a:t>
            </a:r>
            <a:r>
              <a:rPr lang="en-US" altLang="zh-CN" sz="1600" dirty="0">
                <a:latin typeface="Times New Roman" panose="02020603050405020304" pitchFamily="18" charset="0"/>
                <a:cs typeface="Times New Roman" panose="02020603050405020304" pitchFamily="18" charset="0"/>
              </a:rPr>
              <a:t>&lt;&lt;</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[h].data;</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for(p=</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[h].</a:t>
            </a:r>
            <a:r>
              <a:rPr lang="en-US" altLang="zh-CN" sz="1600" dirty="0" err="1">
                <a:latin typeface="Times New Roman" panose="02020603050405020304" pitchFamily="18" charset="0"/>
                <a:cs typeface="Times New Roman" panose="02020603050405020304" pitchFamily="18" charset="0"/>
              </a:rPr>
              <a:t>firstarc;p;p</a:t>
            </a:r>
            <a:r>
              <a:rPr lang="en-US" altLang="zh-CN" sz="1600" dirty="0">
                <a:latin typeface="Times New Roman" panose="02020603050405020304" pitchFamily="18" charset="0"/>
                <a:cs typeface="Times New Roman" panose="02020603050405020304" pitchFamily="18" charset="0"/>
              </a:rPr>
              <a:t>=p-&gt;</a:t>
            </a:r>
            <a:r>
              <a:rPr lang="en-US" altLang="zh-CN" sz="1600" dirty="0" err="1">
                <a:latin typeface="Times New Roman" panose="02020603050405020304" pitchFamily="18" charset="0"/>
                <a:cs typeface="Times New Roman" panose="02020603050405020304" pitchFamily="18" charset="0"/>
              </a:rPr>
              <a:t>nextarc</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if(!visited[p-&gt;</a:t>
            </a:r>
            <a:r>
              <a:rPr lang="en-US" altLang="zh-CN" sz="1600" dirty="0" err="1">
                <a:latin typeface="Times New Roman" panose="02020603050405020304" pitchFamily="18" charset="0"/>
                <a:cs typeface="Times New Roman" panose="02020603050405020304" pitchFamily="18" charset="0"/>
              </a:rPr>
              <a:t>adjvex</a:t>
            </a: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未被访问的邻接点依次入队</a:t>
            </a: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lq.EnQueue</a:t>
            </a:r>
            <a:r>
              <a:rPr lang="en-US" altLang="zh-CN" sz="1600" dirty="0">
                <a:latin typeface="Times New Roman" panose="02020603050405020304" pitchFamily="18" charset="0"/>
                <a:cs typeface="Times New Roman" panose="02020603050405020304" pitchFamily="18" charset="0"/>
              </a:rPr>
              <a:t>(p-&gt;</a:t>
            </a:r>
            <a:r>
              <a:rPr lang="en-US" altLang="zh-CN" sz="1600" dirty="0" err="1">
                <a:latin typeface="Times New Roman" panose="02020603050405020304" pitchFamily="18" charset="0"/>
                <a:cs typeface="Times New Roman" panose="02020603050405020304" pitchFamily="18" charset="0"/>
              </a:rPr>
              <a:t>adjvex</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visited[p-&gt;</a:t>
            </a:r>
            <a:r>
              <a:rPr lang="en-US" altLang="zh-CN" sz="1600" dirty="0" err="1">
                <a:latin typeface="Times New Roman" panose="02020603050405020304" pitchFamily="18" charset="0"/>
                <a:cs typeface="Times New Roman" panose="02020603050405020304" pitchFamily="18" charset="0"/>
              </a:rPr>
              <a:t>adjvex</a:t>
            </a:r>
            <a:r>
              <a:rPr lang="en-US" altLang="zh-CN" sz="1600" dirty="0">
                <a:latin typeface="Times New Roman" panose="02020603050405020304" pitchFamily="18" charset="0"/>
                <a:cs typeface="Times New Roman" panose="02020603050405020304" pitchFamily="18" charset="0"/>
              </a:rPr>
              <a:t>]=1;</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  </a:t>
            </a:r>
            <a:endParaRPr lang="zh-CN" altLang="zh-CN" sz="1600" dirty="0">
              <a:latin typeface="Times New Roman" panose="02020603050405020304" pitchFamily="18" charset="0"/>
              <a:cs typeface="Times New Roman" panose="02020603050405020304" pitchFamily="18" charset="0"/>
            </a:endParaRPr>
          </a:p>
          <a:p>
            <a:pPr marL="0" indent="0">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pPr marL="0" indent="0">
              <a:lnSpc>
                <a:spcPts val="2100"/>
              </a:lnSpc>
              <a:spcBef>
                <a:spcPts val="0"/>
              </a:spcBef>
              <a:buNone/>
            </a:pPr>
            <a:endParaRPr lang="zh-CN" altLang="en-US" sz="16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4283968" y="1443334"/>
            <a:ext cx="4752528" cy="2308324"/>
          </a:xfrm>
          <a:prstGeom prst="rect">
            <a:avLst/>
          </a:prstGeom>
          <a:solidFill>
            <a:schemeClr val="accent2"/>
          </a:solidFill>
        </p:spPr>
        <p:txBody>
          <a:bodyPr wrap="square" rtlCol="0">
            <a:spAutoFit/>
          </a:bodyPr>
          <a:lstStyle/>
          <a:p>
            <a:r>
              <a:rPr lang="en-US" altLang="zh-CN" sz="1600" dirty="0"/>
              <a:t>void </a:t>
            </a:r>
            <a:r>
              <a:rPr lang="en-US" altLang="zh-CN" sz="1600" dirty="0" err="1"/>
              <a:t>ALGraph</a:t>
            </a:r>
            <a:r>
              <a:rPr lang="en-US" altLang="zh-CN" sz="1600" dirty="0"/>
              <a:t>::</a:t>
            </a:r>
            <a:r>
              <a:rPr lang="en-US" altLang="zh-CN" sz="1600" dirty="0" err="1"/>
              <a:t>BFSTraverse</a:t>
            </a:r>
            <a:r>
              <a:rPr lang="en-US" altLang="zh-CN" sz="1600" dirty="0"/>
              <a:t>(){      </a:t>
            </a:r>
          </a:p>
          <a:p>
            <a:r>
              <a:rPr lang="en-US" altLang="zh-CN" sz="1600" dirty="0"/>
              <a:t>   //</a:t>
            </a:r>
            <a:r>
              <a:rPr lang="zh-CN" altLang="zh-CN" sz="1600" dirty="0"/>
              <a:t>对图作广度优先搜索</a:t>
            </a:r>
          </a:p>
          <a:p>
            <a:r>
              <a:rPr lang="en-US" altLang="zh-CN" sz="1600" dirty="0"/>
              <a:t>   </a:t>
            </a:r>
            <a:r>
              <a:rPr lang="en-US" altLang="zh-CN" sz="1600" dirty="0" err="1"/>
              <a:t>int</a:t>
            </a:r>
            <a:r>
              <a:rPr lang="en-US" altLang="zh-CN" sz="1600" dirty="0"/>
              <a:t> </a:t>
            </a:r>
            <a:r>
              <a:rPr lang="en-US" altLang="zh-CN" sz="1600" dirty="0" err="1"/>
              <a:t>i</a:t>
            </a:r>
            <a:r>
              <a:rPr lang="en-US" altLang="zh-CN" sz="1600" dirty="0"/>
              <a:t>;</a:t>
            </a:r>
            <a:endParaRPr lang="zh-CN" altLang="zh-CN" sz="1600" dirty="0"/>
          </a:p>
          <a:p>
            <a:r>
              <a:rPr lang="en-US" altLang="zh-CN" sz="1600" dirty="0"/>
              <a:t>   for(</a:t>
            </a:r>
            <a:r>
              <a:rPr lang="en-US" altLang="zh-CN" sz="1600" dirty="0" err="1"/>
              <a:t>i</a:t>
            </a:r>
            <a:r>
              <a:rPr lang="en-US" altLang="zh-CN" sz="1600" dirty="0"/>
              <a:t>=0;i&lt;</a:t>
            </a:r>
            <a:r>
              <a:rPr lang="en-US" altLang="zh-CN" sz="1600" dirty="0" err="1"/>
              <a:t>ag.vexnum;i</a:t>
            </a:r>
            <a:r>
              <a:rPr lang="en-US" altLang="zh-CN" sz="1600" dirty="0"/>
              <a:t>++)</a:t>
            </a:r>
            <a:endParaRPr lang="zh-CN" altLang="zh-CN" sz="1600" dirty="0"/>
          </a:p>
          <a:p>
            <a:r>
              <a:rPr lang="en-US" altLang="zh-CN" sz="1600" dirty="0"/>
              <a:t>      visited[</a:t>
            </a:r>
            <a:r>
              <a:rPr lang="en-US" altLang="zh-CN" sz="1600" dirty="0" err="1"/>
              <a:t>i</a:t>
            </a:r>
            <a:r>
              <a:rPr lang="en-US" altLang="zh-CN" sz="1600" dirty="0"/>
              <a:t>]=0;        //</a:t>
            </a:r>
            <a:r>
              <a:rPr lang="zh-CN" altLang="zh-CN" sz="1600" dirty="0"/>
              <a:t>访问标志数组初始化</a:t>
            </a:r>
          </a:p>
          <a:p>
            <a:r>
              <a:rPr lang="en-US" altLang="zh-CN" sz="1600" dirty="0"/>
              <a:t>   for(</a:t>
            </a:r>
            <a:r>
              <a:rPr lang="en-US" altLang="zh-CN" sz="1600" dirty="0" err="1"/>
              <a:t>i</a:t>
            </a:r>
            <a:r>
              <a:rPr lang="en-US" altLang="zh-CN" sz="1600" dirty="0"/>
              <a:t>=0;i&lt;</a:t>
            </a:r>
            <a:r>
              <a:rPr lang="en-US" altLang="zh-CN" sz="1600" dirty="0" err="1"/>
              <a:t>ag.vexnum;i</a:t>
            </a:r>
            <a:r>
              <a:rPr lang="en-US" altLang="zh-CN" sz="1600" dirty="0"/>
              <a:t>++)</a:t>
            </a:r>
            <a:endParaRPr lang="zh-CN" altLang="zh-CN" sz="1600" dirty="0"/>
          </a:p>
          <a:p>
            <a:r>
              <a:rPr lang="en-US" altLang="zh-CN" sz="1600" dirty="0"/>
              <a:t>     if(!visited[</a:t>
            </a:r>
            <a:r>
              <a:rPr lang="en-US" altLang="zh-CN" sz="1600" dirty="0" err="1"/>
              <a:t>i</a:t>
            </a:r>
            <a:r>
              <a:rPr lang="en-US" altLang="zh-CN" sz="1600" dirty="0"/>
              <a:t>])   //</a:t>
            </a:r>
            <a:r>
              <a:rPr lang="zh-CN" altLang="zh-CN" sz="1600" dirty="0"/>
              <a:t>对尚未访问的顶点调用</a:t>
            </a:r>
            <a:r>
              <a:rPr lang="en-US" altLang="zh-CN" sz="1600" dirty="0"/>
              <a:t>DFS</a:t>
            </a:r>
            <a:endParaRPr lang="zh-CN" altLang="zh-CN" sz="1600" dirty="0"/>
          </a:p>
          <a:p>
            <a:r>
              <a:rPr lang="en-US" altLang="zh-CN" sz="1600" dirty="0"/>
              <a:t>        BFS(</a:t>
            </a:r>
            <a:r>
              <a:rPr lang="en-US" altLang="zh-CN" sz="1600" dirty="0" err="1"/>
              <a:t>ag.vertices</a:t>
            </a:r>
            <a:r>
              <a:rPr lang="en-US" altLang="zh-CN" sz="1600" dirty="0"/>
              <a:t>[</a:t>
            </a:r>
            <a:r>
              <a:rPr lang="en-US" altLang="zh-CN" sz="1600" dirty="0" err="1"/>
              <a:t>i</a:t>
            </a:r>
            <a:r>
              <a:rPr lang="en-US" altLang="zh-CN" sz="1600" dirty="0"/>
              <a:t>].data);</a:t>
            </a:r>
            <a:endParaRPr lang="zh-CN" altLang="zh-CN" sz="1600" dirty="0"/>
          </a:p>
          <a:p>
            <a:r>
              <a:rPr lang="en-US" altLang="zh-CN" sz="1600" dirty="0"/>
              <a:t>}</a:t>
            </a:r>
          </a:p>
        </p:txBody>
      </p:sp>
      <p:sp>
        <p:nvSpPr>
          <p:cNvPr id="5" name="文本框 4"/>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广度优先搜索算法</a:t>
            </a:r>
          </a:p>
        </p:txBody>
      </p:sp>
    </p:spTree>
    <p:extLst>
      <p:ext uri="{BB962C8B-B14F-4D97-AF65-F5344CB8AC3E}">
        <p14:creationId xmlns:p14="http://schemas.microsoft.com/office/powerpoint/2010/main" val="335471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
                                            <p:txEl>
                                              <p:pRg st="9" end="9"/>
                                            </p:txEl>
                                          </p:spTgt>
                                        </p:tgtEl>
                                        <p:attrNameLst>
                                          <p:attrName>style.visibility</p:attrName>
                                        </p:attrNameLst>
                                      </p:cBhvr>
                                      <p:to>
                                        <p:strVal val="visible"/>
                                      </p:to>
                                    </p:set>
                                    <p:anim calcmode="lin" valueType="num">
                                      <p:cBhvr additive="base">
                                        <p:cTn id="61" dur="500" fill="hold"/>
                                        <p:tgtEl>
                                          <p:spTgt spid="3">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xEl>
                                              <p:pRg st="10" end="10"/>
                                            </p:txEl>
                                          </p:spTgt>
                                        </p:tgtEl>
                                        <p:attrNameLst>
                                          <p:attrName>style.visibility</p:attrName>
                                        </p:attrNameLst>
                                      </p:cBhvr>
                                      <p:to>
                                        <p:strVal val="visible"/>
                                      </p:to>
                                    </p:set>
                                    <p:anim calcmode="lin" valueType="num">
                                      <p:cBhvr additive="base">
                                        <p:cTn id="67"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
                                            <p:txEl>
                                              <p:pRg st="11" end="11"/>
                                            </p:txEl>
                                          </p:spTgt>
                                        </p:tgtEl>
                                        <p:attrNameLst>
                                          <p:attrName>style.visibility</p:attrName>
                                        </p:attrNameLst>
                                      </p:cBhvr>
                                      <p:to>
                                        <p:strVal val="visible"/>
                                      </p:to>
                                    </p:set>
                                    <p:anim calcmode="lin" valueType="num">
                                      <p:cBhvr additive="base">
                                        <p:cTn id="73"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
                                            <p:txEl>
                                              <p:pRg st="12" end="12"/>
                                            </p:txEl>
                                          </p:spTgt>
                                        </p:tgtEl>
                                        <p:attrNameLst>
                                          <p:attrName>style.visibility</p:attrName>
                                        </p:attrNameLst>
                                      </p:cBhvr>
                                      <p:to>
                                        <p:strVal val="visible"/>
                                      </p:to>
                                    </p:set>
                                    <p:anim calcmode="lin" valueType="num">
                                      <p:cBhvr additive="base">
                                        <p:cTn id="79" dur="500" fill="hold"/>
                                        <p:tgtEl>
                                          <p:spTgt spid="3">
                                            <p:txEl>
                                              <p:pRg st="12" end="1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3">
                                            <p:txEl>
                                              <p:pRg st="13" end="13"/>
                                            </p:txEl>
                                          </p:spTgt>
                                        </p:tgtEl>
                                        <p:attrNameLst>
                                          <p:attrName>style.visibility</p:attrName>
                                        </p:attrNameLst>
                                      </p:cBhvr>
                                      <p:to>
                                        <p:strVal val="visible"/>
                                      </p:to>
                                    </p:set>
                                    <p:anim calcmode="lin" valueType="num">
                                      <p:cBhvr additive="base">
                                        <p:cTn id="85" dur="500" fill="hold"/>
                                        <p:tgtEl>
                                          <p:spTgt spid="3">
                                            <p:txEl>
                                              <p:pRg st="13" end="13"/>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3">
                                            <p:txEl>
                                              <p:pRg st="13" end="13"/>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
                                            <p:txEl>
                                              <p:pRg st="14" end="14"/>
                                            </p:txEl>
                                          </p:spTgt>
                                        </p:tgtEl>
                                        <p:attrNameLst>
                                          <p:attrName>style.visibility</p:attrName>
                                        </p:attrNameLst>
                                      </p:cBhvr>
                                      <p:to>
                                        <p:strVal val="visible"/>
                                      </p:to>
                                    </p:set>
                                    <p:anim calcmode="lin" valueType="num">
                                      <p:cBhvr additive="base">
                                        <p:cTn id="91" dur="500" fill="hold"/>
                                        <p:tgtEl>
                                          <p:spTgt spid="3">
                                            <p:txEl>
                                              <p:pRg st="14" end="14"/>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
                                            <p:txEl>
                                              <p:pRg st="14" end="14"/>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
                                            <p:txEl>
                                              <p:pRg st="15" end="15"/>
                                            </p:txEl>
                                          </p:spTgt>
                                        </p:tgtEl>
                                        <p:attrNameLst>
                                          <p:attrName>style.visibility</p:attrName>
                                        </p:attrNameLst>
                                      </p:cBhvr>
                                      <p:to>
                                        <p:strVal val="visible"/>
                                      </p:to>
                                    </p:set>
                                    <p:anim calcmode="lin" valueType="num">
                                      <p:cBhvr additive="base">
                                        <p:cTn id="97" dur="500" fill="hold"/>
                                        <p:tgtEl>
                                          <p:spTgt spid="3">
                                            <p:txEl>
                                              <p:pRg st="15" end="15"/>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3">
                                            <p:txEl>
                                              <p:pRg st="15" end="15"/>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3">
                                            <p:txEl>
                                              <p:pRg st="16" end="16"/>
                                            </p:txEl>
                                          </p:spTgt>
                                        </p:tgtEl>
                                        <p:attrNameLst>
                                          <p:attrName>style.visibility</p:attrName>
                                        </p:attrNameLst>
                                      </p:cBhvr>
                                      <p:to>
                                        <p:strVal val="visible"/>
                                      </p:to>
                                    </p:set>
                                    <p:anim calcmode="lin" valueType="num">
                                      <p:cBhvr additive="base">
                                        <p:cTn id="103" dur="500" fill="hold"/>
                                        <p:tgtEl>
                                          <p:spTgt spid="3">
                                            <p:txEl>
                                              <p:pRg st="16" end="16"/>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3">
                                            <p:txEl>
                                              <p:pRg st="16" end="16"/>
                                            </p:txEl>
                                          </p:spTgt>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4"/>
                                        </p:tgtEl>
                                        <p:attrNameLst>
                                          <p:attrName>style.visibility</p:attrName>
                                        </p:attrNameLst>
                                      </p:cBhvr>
                                      <p:to>
                                        <p:strVal val="visible"/>
                                      </p:to>
                                    </p:set>
                                    <p:anim calcmode="lin" valueType="num">
                                      <p:cBhvr additive="base">
                                        <p:cTn id="109" dur="500" fill="hold"/>
                                        <p:tgtEl>
                                          <p:spTgt spid="4"/>
                                        </p:tgtEl>
                                        <p:attrNameLst>
                                          <p:attrName>ppt_x</p:attrName>
                                        </p:attrNameLst>
                                      </p:cBhvr>
                                      <p:tavLst>
                                        <p:tav tm="0">
                                          <p:val>
                                            <p:strVal val="#ppt_x"/>
                                          </p:val>
                                        </p:tav>
                                        <p:tav tm="100000">
                                          <p:val>
                                            <p:strVal val="#ppt_x"/>
                                          </p:val>
                                        </p:tav>
                                      </p:tavLst>
                                    </p:anim>
                                    <p:anim calcmode="lin" valueType="num">
                                      <p:cBhvr additive="base">
                                        <p:cTn id="11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4">
                                            <p:txEl>
                                              <p:pRg st="0" end="0"/>
                                            </p:txEl>
                                          </p:spTgt>
                                        </p:tgtEl>
                                        <p:attrNameLst>
                                          <p:attrName>style.visibility</p:attrName>
                                        </p:attrNameLst>
                                      </p:cBhvr>
                                      <p:to>
                                        <p:strVal val="visible"/>
                                      </p:to>
                                    </p:set>
                                    <p:anim calcmode="lin" valueType="num">
                                      <p:cBhvr additive="base">
                                        <p:cTn id="115"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4">
                                            <p:txEl>
                                              <p:pRg st="0" end="0"/>
                                            </p:txEl>
                                          </p:spTgt>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4">
                                            <p:txEl>
                                              <p:pRg st="1" end="1"/>
                                            </p:txEl>
                                          </p:spTgt>
                                        </p:tgtEl>
                                        <p:attrNameLst>
                                          <p:attrName>style.visibility</p:attrName>
                                        </p:attrNameLst>
                                      </p:cBhvr>
                                      <p:to>
                                        <p:strVal val="visible"/>
                                      </p:to>
                                    </p:set>
                                    <p:anim calcmode="lin" valueType="num">
                                      <p:cBhvr additive="base">
                                        <p:cTn id="119"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4">
                                            <p:txEl>
                                              <p:pRg st="2" end="2"/>
                                            </p:txEl>
                                          </p:spTgt>
                                        </p:tgtEl>
                                        <p:attrNameLst>
                                          <p:attrName>style.visibility</p:attrName>
                                        </p:attrNameLst>
                                      </p:cBhvr>
                                      <p:to>
                                        <p:strVal val="visible"/>
                                      </p:to>
                                    </p:set>
                                    <p:anim calcmode="lin" valueType="num">
                                      <p:cBhvr additive="base">
                                        <p:cTn id="125"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nodeType="clickEffect">
                                  <p:stCondLst>
                                    <p:cond delay="0"/>
                                  </p:stCondLst>
                                  <p:childTnLst>
                                    <p:set>
                                      <p:cBhvr>
                                        <p:cTn id="130" dur="1" fill="hold">
                                          <p:stCondLst>
                                            <p:cond delay="0"/>
                                          </p:stCondLst>
                                        </p:cTn>
                                        <p:tgtEl>
                                          <p:spTgt spid="4">
                                            <p:txEl>
                                              <p:pRg st="3" end="3"/>
                                            </p:txEl>
                                          </p:spTgt>
                                        </p:tgtEl>
                                        <p:attrNameLst>
                                          <p:attrName>style.visibility</p:attrName>
                                        </p:attrNameLst>
                                      </p:cBhvr>
                                      <p:to>
                                        <p:strVal val="visible"/>
                                      </p:to>
                                    </p:set>
                                    <p:anim calcmode="lin" valueType="num">
                                      <p:cBhvr additive="base">
                                        <p:cTn id="131"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132" dur="500" fill="hold"/>
                                        <p:tgtEl>
                                          <p:spTgt spid="4">
                                            <p:txEl>
                                              <p:pRg st="3" end="3"/>
                                            </p:txEl>
                                          </p:spTgt>
                                        </p:tgtEl>
                                        <p:attrNameLst>
                                          <p:attrName>ppt_y</p:attrName>
                                        </p:attrNameLst>
                                      </p:cBhvr>
                                      <p:tavLst>
                                        <p:tav tm="0">
                                          <p:val>
                                            <p:strVal val="1+#ppt_h/2"/>
                                          </p:val>
                                        </p:tav>
                                        <p:tav tm="100000">
                                          <p:val>
                                            <p:strVal val="#ppt_y"/>
                                          </p:val>
                                        </p:tav>
                                      </p:tavLst>
                                    </p:anim>
                                  </p:childTnLst>
                                </p:cTn>
                              </p:par>
                              <p:par>
                                <p:cTn id="133" presetID="2" presetClass="entr" presetSubtype="4" fill="hold" nodeType="withEffect">
                                  <p:stCondLst>
                                    <p:cond delay="0"/>
                                  </p:stCondLst>
                                  <p:childTnLst>
                                    <p:set>
                                      <p:cBhvr>
                                        <p:cTn id="134" dur="1" fill="hold">
                                          <p:stCondLst>
                                            <p:cond delay="0"/>
                                          </p:stCondLst>
                                        </p:cTn>
                                        <p:tgtEl>
                                          <p:spTgt spid="4">
                                            <p:txEl>
                                              <p:pRg st="4" end="4"/>
                                            </p:txEl>
                                          </p:spTgt>
                                        </p:tgtEl>
                                        <p:attrNameLst>
                                          <p:attrName>style.visibility</p:attrName>
                                        </p:attrNameLst>
                                      </p:cBhvr>
                                      <p:to>
                                        <p:strVal val="visible"/>
                                      </p:to>
                                    </p:set>
                                    <p:anim calcmode="lin" valueType="num">
                                      <p:cBhvr additive="base">
                                        <p:cTn id="135"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136"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4">
                                            <p:txEl>
                                              <p:pRg st="5" end="5"/>
                                            </p:txEl>
                                          </p:spTgt>
                                        </p:tgtEl>
                                        <p:attrNameLst>
                                          <p:attrName>style.visibility</p:attrName>
                                        </p:attrNameLst>
                                      </p:cBhvr>
                                      <p:to>
                                        <p:strVal val="visible"/>
                                      </p:to>
                                    </p:set>
                                    <p:anim calcmode="lin" valueType="num">
                                      <p:cBhvr additive="base">
                                        <p:cTn id="141"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142"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nodeType="clickEffect">
                                  <p:stCondLst>
                                    <p:cond delay="0"/>
                                  </p:stCondLst>
                                  <p:childTnLst>
                                    <p:set>
                                      <p:cBhvr>
                                        <p:cTn id="146" dur="1" fill="hold">
                                          <p:stCondLst>
                                            <p:cond delay="0"/>
                                          </p:stCondLst>
                                        </p:cTn>
                                        <p:tgtEl>
                                          <p:spTgt spid="4">
                                            <p:txEl>
                                              <p:pRg st="6" end="6"/>
                                            </p:txEl>
                                          </p:spTgt>
                                        </p:tgtEl>
                                        <p:attrNameLst>
                                          <p:attrName>style.visibility</p:attrName>
                                        </p:attrNameLst>
                                      </p:cBhvr>
                                      <p:to>
                                        <p:strVal val="visible"/>
                                      </p:to>
                                    </p:set>
                                    <p:anim calcmode="lin" valueType="num">
                                      <p:cBhvr additive="base">
                                        <p:cTn id="147"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148" dur="500" fill="hold"/>
                                        <p:tgtEl>
                                          <p:spTgt spid="4">
                                            <p:txEl>
                                              <p:pRg st="6" end="6"/>
                                            </p:txEl>
                                          </p:spTgt>
                                        </p:tgtEl>
                                        <p:attrNameLst>
                                          <p:attrName>ppt_y</p:attrName>
                                        </p:attrNameLst>
                                      </p:cBhvr>
                                      <p:tavLst>
                                        <p:tav tm="0">
                                          <p:val>
                                            <p:strVal val="1+#ppt_h/2"/>
                                          </p:val>
                                        </p:tav>
                                        <p:tav tm="100000">
                                          <p:val>
                                            <p:strVal val="#ppt_y"/>
                                          </p:val>
                                        </p:tav>
                                      </p:tavLst>
                                    </p:anim>
                                  </p:childTnLst>
                                </p:cTn>
                              </p:par>
                              <p:par>
                                <p:cTn id="149" presetID="2" presetClass="entr" presetSubtype="4" fill="hold" nodeType="withEffect">
                                  <p:stCondLst>
                                    <p:cond delay="0"/>
                                  </p:stCondLst>
                                  <p:childTnLst>
                                    <p:set>
                                      <p:cBhvr>
                                        <p:cTn id="150" dur="1" fill="hold">
                                          <p:stCondLst>
                                            <p:cond delay="0"/>
                                          </p:stCondLst>
                                        </p:cTn>
                                        <p:tgtEl>
                                          <p:spTgt spid="4">
                                            <p:txEl>
                                              <p:pRg st="7" end="7"/>
                                            </p:txEl>
                                          </p:spTgt>
                                        </p:tgtEl>
                                        <p:attrNameLst>
                                          <p:attrName>style.visibility</p:attrName>
                                        </p:attrNameLst>
                                      </p:cBhvr>
                                      <p:to>
                                        <p:strVal val="visible"/>
                                      </p:to>
                                    </p:set>
                                    <p:anim calcmode="lin" valueType="num">
                                      <p:cBhvr additive="base">
                                        <p:cTn id="151"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152" dur="500" fill="hold"/>
                                        <p:tgtEl>
                                          <p:spTgt spid="4">
                                            <p:txEl>
                                              <p:pRg st="7" end="7"/>
                                            </p:txEl>
                                          </p:spTgt>
                                        </p:tgtEl>
                                        <p:attrNameLst>
                                          <p:attrName>ppt_y</p:attrName>
                                        </p:attrNameLst>
                                      </p:cBhvr>
                                      <p:tavLst>
                                        <p:tav tm="0">
                                          <p:val>
                                            <p:strVal val="1+#ppt_h/2"/>
                                          </p:val>
                                        </p:tav>
                                        <p:tav tm="100000">
                                          <p:val>
                                            <p:strVal val="#ppt_y"/>
                                          </p:val>
                                        </p:tav>
                                      </p:tavLst>
                                    </p:anim>
                                  </p:childTnLst>
                                </p:cTn>
                              </p:par>
                              <p:par>
                                <p:cTn id="153" presetID="2" presetClass="entr" presetSubtype="4" fill="hold" nodeType="withEffect">
                                  <p:stCondLst>
                                    <p:cond delay="0"/>
                                  </p:stCondLst>
                                  <p:childTnLst>
                                    <p:set>
                                      <p:cBhvr>
                                        <p:cTn id="154" dur="1" fill="hold">
                                          <p:stCondLst>
                                            <p:cond delay="0"/>
                                          </p:stCondLst>
                                        </p:cTn>
                                        <p:tgtEl>
                                          <p:spTgt spid="4">
                                            <p:txEl>
                                              <p:pRg st="8" end="8"/>
                                            </p:txEl>
                                          </p:spTgt>
                                        </p:tgtEl>
                                        <p:attrNameLst>
                                          <p:attrName>style.visibility</p:attrName>
                                        </p:attrNameLst>
                                      </p:cBhvr>
                                      <p:to>
                                        <p:strVal val="visible"/>
                                      </p:to>
                                    </p:set>
                                    <p:anim calcmode="lin" valueType="num">
                                      <p:cBhvr additive="base">
                                        <p:cTn id="155"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156" dur="500" fill="hold"/>
                                        <p:tgtEl>
                                          <p:spTgt spid="4">
                                            <p:txEl>
                                              <p:pRg st="8" end="8"/>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95871" y="645829"/>
                <a:ext cx="8952257" cy="1003570"/>
              </a:xfrm>
            </p:spPr>
            <p:txBody>
              <a:bodyPr/>
              <a:lstStyle/>
              <a:p>
                <a:pPr marL="0" indent="0">
                  <a:spcBef>
                    <a:spcPts val="0"/>
                  </a:spcBef>
                  <a:buNone/>
                </a:pPr>
                <a:r>
                  <a:rPr lang="zh-CN" altLang="zh-CN" sz="1600" dirty="0">
                    <a:solidFill>
                      <a:srgbClr val="FF0000"/>
                    </a:solidFill>
                    <a:latin typeface="Times New Roman" panose="02020603050405020304" pitchFamily="18" charset="0"/>
                    <a:cs typeface="Times New Roman" panose="02020603050405020304" pitchFamily="18" charset="0"/>
                  </a:rPr>
                  <a:t>例</a:t>
                </a:r>
                <a:r>
                  <a:rPr lang="en-US" altLang="zh-CN" sz="1600" dirty="0">
                    <a:solidFill>
                      <a:srgbClr val="FF0000"/>
                    </a:solidFill>
                    <a:latin typeface="Times New Roman" panose="02020603050405020304" pitchFamily="18" charset="0"/>
                    <a:cs typeface="Times New Roman" panose="02020603050405020304" pitchFamily="18" charset="0"/>
                  </a:rPr>
                  <a:t>1</a:t>
                </a:r>
                <a:r>
                  <a:rPr lang="zh-CN" altLang="en-US" sz="1600" dirty="0">
                    <a:solidFill>
                      <a:srgbClr val="FF0000"/>
                    </a:solidFill>
                    <a:latin typeface="Times New Roman" panose="02020603050405020304" pitchFamily="18" charset="0"/>
                    <a:cs typeface="Times New Roman" panose="02020603050405020304" pitchFamily="18" charset="0"/>
                  </a:rPr>
                  <a:t>：</a:t>
                </a:r>
                <a:r>
                  <a:rPr lang="zh-CN" altLang="zh-CN" sz="1600" dirty="0">
                    <a:solidFill>
                      <a:srgbClr val="FF0000"/>
                    </a:solidFill>
                    <a:latin typeface="Times New Roman" panose="02020603050405020304" pitchFamily="18" charset="0"/>
                    <a:cs typeface="Times New Roman" panose="02020603050405020304" pitchFamily="18" charset="0"/>
                  </a:rPr>
                  <a:t>设图</a:t>
                </a:r>
                <a14:m>
                  <m:oMath xmlns:m="http://schemas.openxmlformats.org/officeDocument/2006/math">
                    <m:r>
                      <m:rPr>
                        <m:sty m:val="p"/>
                      </m:rPr>
                      <a:rPr lang="en-US" altLang="zh-CN" sz="1600">
                        <a:solidFill>
                          <a:srgbClr val="FF0000"/>
                        </a:solidFill>
                        <a:latin typeface="Cambria Math" panose="02040503050406030204" pitchFamily="18" charset="0"/>
                      </a:rPr>
                      <m:t>G</m:t>
                    </m:r>
                  </m:oMath>
                </a14:m>
                <a:r>
                  <a:rPr lang="zh-CN" altLang="zh-CN" sz="1600" dirty="0">
                    <a:solidFill>
                      <a:srgbClr val="FF0000"/>
                    </a:solidFill>
                    <a:latin typeface="Times New Roman" panose="02020603050405020304" pitchFamily="18" charset="0"/>
                    <a:cs typeface="Times New Roman" panose="02020603050405020304" pitchFamily="18" charset="0"/>
                  </a:rPr>
                  <a:t>采用邻接表存储结构，设计一个算法，判断无向图</a:t>
                </a:r>
                <a14:m>
                  <m:oMath xmlns:m="http://schemas.openxmlformats.org/officeDocument/2006/math">
                    <m:r>
                      <m:rPr>
                        <m:sty m:val="p"/>
                      </m:rPr>
                      <a:rPr lang="en-US" altLang="zh-CN" sz="1600">
                        <a:solidFill>
                          <a:srgbClr val="FF0000"/>
                        </a:solidFill>
                        <a:latin typeface="Cambria Math" panose="02040503050406030204" pitchFamily="18" charset="0"/>
                      </a:rPr>
                      <m:t>G</m:t>
                    </m:r>
                  </m:oMath>
                </a14:m>
                <a:r>
                  <a:rPr lang="zh-CN" altLang="zh-CN" sz="1600" dirty="0">
                    <a:solidFill>
                      <a:srgbClr val="FF0000"/>
                    </a:solidFill>
                    <a:latin typeface="Times New Roman" panose="02020603050405020304" pitchFamily="18" charset="0"/>
                    <a:cs typeface="Times New Roman" panose="02020603050405020304" pitchFamily="18" charset="0"/>
                  </a:rPr>
                  <a:t>的连通性。若连通返回</a:t>
                </a:r>
                <a:r>
                  <a:rPr lang="en-US" altLang="zh-CN" sz="1600" dirty="0">
                    <a:solidFill>
                      <a:srgbClr val="FF0000"/>
                    </a:solidFill>
                    <a:latin typeface="Times New Roman" panose="02020603050405020304" pitchFamily="18" charset="0"/>
                    <a:cs typeface="Times New Roman" panose="02020603050405020304" pitchFamily="18" charset="0"/>
                  </a:rPr>
                  <a:t>1</a:t>
                </a:r>
                <a:r>
                  <a:rPr lang="zh-CN" altLang="zh-CN" sz="1600" dirty="0">
                    <a:solidFill>
                      <a:srgbClr val="FF0000"/>
                    </a:solidFill>
                    <a:latin typeface="Times New Roman" panose="02020603050405020304" pitchFamily="18" charset="0"/>
                    <a:cs typeface="Times New Roman" panose="02020603050405020304" pitchFamily="18" charset="0"/>
                  </a:rPr>
                  <a:t>，否则返回连通分量的个数。</a:t>
                </a:r>
              </a:p>
              <a:p>
                <a:pPr marL="0" indent="0">
                  <a:buNone/>
                </a:pPr>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95871" y="645829"/>
                <a:ext cx="8952257" cy="1003570"/>
              </a:xfrm>
              <a:blipFill>
                <a:blip r:embed="rId2"/>
                <a:stretch>
                  <a:fillRect l="-681" r="-409"/>
                </a:stretch>
              </a:blipFill>
            </p:spPr>
            <p:txBody>
              <a:bodyPr/>
              <a:lstStyle/>
              <a:p>
                <a:r>
                  <a:rPr lang="zh-CN" altLang="en-US">
                    <a:noFill/>
                  </a:rPr>
                  <a:t> </a:t>
                </a:r>
              </a:p>
            </p:txBody>
          </p:sp>
        </mc:Fallback>
      </mc:AlternateContent>
      <p:sp>
        <p:nvSpPr>
          <p:cNvPr id="4" name="文本框 3"/>
          <p:cNvSpPr txBox="1"/>
          <p:nvPr/>
        </p:nvSpPr>
        <p:spPr>
          <a:xfrm>
            <a:off x="107504" y="1779662"/>
            <a:ext cx="4536504" cy="2831544"/>
          </a:xfrm>
          <a:prstGeom prst="rect">
            <a:avLst/>
          </a:prstGeom>
          <a:noFill/>
        </p:spPr>
        <p:txBody>
          <a:bodyPr wrap="square" rtlCol="0">
            <a:spAutoFit/>
          </a:bodyPr>
          <a:lstStyle/>
          <a:p>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visited[</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MaxVex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void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ALGraph</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::DFS(</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VElemType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ArcNode</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*p;</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int</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LocateVex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(v);</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visited[h]=1;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置访问标记为</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1</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for(p=</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[h].</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firstarc;p;p</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=p-&gt;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nextarc</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if(visited[p-&gt;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]==0)  </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若</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p-&gt;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adjvex</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顶点未访问，递归访问其邻接点</a:t>
            </a: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DFS(</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ag.vertices</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[p-&gt;</a:t>
            </a:r>
            <a:r>
              <a:rPr lang="en-US" altLang="zh-CN" sz="1600" dirty="0" err="1">
                <a:latin typeface="Times New Roman" panose="02020603050405020304" pitchFamily="18" charset="0"/>
                <a:ea typeface="黑体" panose="02010609060101010101" pitchFamily="49" charset="-122"/>
                <a:cs typeface="Times New Roman" panose="02020603050405020304" pitchFamily="18" charset="0"/>
              </a:rPr>
              <a:t>adjvex</a:t>
            </a:r>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].data);</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endParaRPr lang="zh-CN" altLang="en-US"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文本框 4"/>
          <p:cNvSpPr txBox="1"/>
          <p:nvPr/>
        </p:nvSpPr>
        <p:spPr>
          <a:xfrm>
            <a:off x="4668289" y="1413964"/>
            <a:ext cx="4283968" cy="3539430"/>
          </a:xfrm>
          <a:prstGeom prst="rect">
            <a:avLst/>
          </a:prstGeom>
          <a:solidFill>
            <a:schemeClr val="accent2"/>
          </a:solidFill>
        </p:spPr>
        <p:txBody>
          <a:bodyPr wrap="square" rtlCol="0">
            <a:spAutoFit/>
          </a:bodyPr>
          <a:lstStyle/>
          <a:p>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ALGraph</a:t>
            </a:r>
            <a:r>
              <a:rPr lang="en-US" altLang="zh-CN" sz="1600" dirty="0">
                <a:latin typeface="Times New Roman" panose="02020603050405020304" pitchFamily="18" charset="0"/>
                <a:cs typeface="Times New Roman" panose="02020603050405020304" pitchFamily="18" charset="0"/>
              </a:rPr>
              <a:t>::Connected(){</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int</a:t>
            </a:r>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i,num</a:t>
            </a:r>
            <a:r>
              <a:rPr lang="en-US" altLang="zh-CN" sz="1600" dirty="0">
                <a:latin typeface="Times New Roman" panose="02020603050405020304" pitchFamily="18" charset="0"/>
                <a:cs typeface="Times New Roman" panose="02020603050405020304" pitchFamily="18" charset="0"/>
              </a:rPr>
              <a:t>=0;</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for(</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=0;i&lt;</a:t>
            </a:r>
            <a:r>
              <a:rPr lang="en-US" altLang="zh-CN" sz="1600" dirty="0" err="1">
                <a:latin typeface="Times New Roman" panose="02020603050405020304" pitchFamily="18" charset="0"/>
                <a:cs typeface="Times New Roman" panose="02020603050405020304" pitchFamily="18" charset="0"/>
              </a:rPr>
              <a:t>ag.vexnum;i</a:t>
            </a:r>
            <a:r>
              <a:rPr lang="en-US" altLang="zh-CN" sz="1600" dirty="0">
                <a:latin typeface="Times New Roman" panose="02020603050405020304" pitchFamily="18" charset="0"/>
                <a:cs typeface="Times New Roman" panose="02020603050405020304" pitchFamily="18" charset="0"/>
              </a:rPr>
              <a:t>++)</a:t>
            </a:r>
          </a:p>
          <a:p>
            <a:r>
              <a:rPr lang="en-US" altLang="zh-CN" sz="1600" dirty="0">
                <a:latin typeface="Times New Roman" panose="02020603050405020304" pitchFamily="18" charset="0"/>
                <a:cs typeface="Times New Roman" panose="02020603050405020304" pitchFamily="18" charset="0"/>
              </a:rPr>
              <a:t>      //ag</a:t>
            </a:r>
            <a:r>
              <a:rPr lang="zh-CN" altLang="zh-CN" sz="1600" dirty="0">
                <a:latin typeface="Times New Roman" panose="02020603050405020304" pitchFamily="18" charset="0"/>
                <a:cs typeface="Times New Roman" panose="02020603050405020304" pitchFamily="18" charset="0"/>
              </a:rPr>
              <a:t>为图邻接表类定义中的私有成员</a:t>
            </a:r>
          </a:p>
          <a:p>
            <a:r>
              <a:rPr lang="en-US" altLang="zh-CN" sz="1600" dirty="0">
                <a:latin typeface="Times New Roman" panose="02020603050405020304" pitchFamily="18" charset="0"/>
                <a:cs typeface="Times New Roman" panose="02020603050405020304" pitchFamily="18" charset="0"/>
              </a:rPr>
              <a:t>     visited[</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]=0;</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for(</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=0;i&lt;</a:t>
            </a:r>
            <a:r>
              <a:rPr lang="en-US" altLang="zh-CN" sz="1600" dirty="0" err="1">
                <a:latin typeface="Times New Roman" panose="02020603050405020304" pitchFamily="18" charset="0"/>
                <a:cs typeface="Times New Roman" panose="02020603050405020304" pitchFamily="18" charset="0"/>
              </a:rPr>
              <a:t>ag.vexnum;i</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if(!visited[</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DFS(</a:t>
            </a:r>
            <a:r>
              <a:rPr lang="en-US" altLang="zh-CN" sz="1600" dirty="0" err="1">
                <a:latin typeface="Times New Roman" panose="02020603050405020304" pitchFamily="18" charset="0"/>
                <a:cs typeface="Times New Roman" panose="02020603050405020304" pitchFamily="18" charset="0"/>
              </a:rPr>
              <a:t>ag.vertices</a:t>
            </a:r>
            <a:r>
              <a:rPr lang="en-US" altLang="zh-CN" sz="1600" dirty="0">
                <a:latin typeface="Times New Roman" panose="02020603050405020304" pitchFamily="18" charset="0"/>
                <a:cs typeface="Times New Roman" panose="02020603050405020304" pitchFamily="18" charset="0"/>
              </a:rPr>
              <a:t>[</a:t>
            </a:r>
            <a:r>
              <a:rPr lang="en-US" altLang="zh-CN" sz="1600" dirty="0" err="1">
                <a:latin typeface="Times New Roman" panose="02020603050405020304" pitchFamily="18" charset="0"/>
                <a:cs typeface="Times New Roman" panose="02020603050405020304" pitchFamily="18" charset="0"/>
              </a:rPr>
              <a:t>i</a:t>
            </a:r>
            <a:r>
              <a:rPr lang="en-US" altLang="zh-CN" sz="1600" dirty="0">
                <a:latin typeface="Times New Roman" panose="02020603050405020304" pitchFamily="18" charset="0"/>
                <a:cs typeface="Times New Roman" panose="02020603050405020304" pitchFamily="18" charset="0"/>
              </a:rPr>
              <a:t>].data</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深度优先遍历</a:t>
            </a:r>
          </a:p>
          <a:p>
            <a:r>
              <a:rPr lang="en-US" altLang="zh-CN" sz="1600" dirty="0">
                <a:latin typeface="Times New Roman" panose="02020603050405020304" pitchFamily="18" charset="0"/>
                <a:cs typeface="Times New Roman" panose="02020603050405020304" pitchFamily="18" charset="0"/>
              </a:rPr>
              <a:t>        </a:t>
            </a:r>
            <a:r>
              <a:rPr lang="en-US" altLang="zh-CN" sz="1600" dirty="0" err="1">
                <a:latin typeface="Times New Roman" panose="02020603050405020304" pitchFamily="18" charset="0"/>
                <a:cs typeface="Times New Roman" panose="02020603050405020304" pitchFamily="18" charset="0"/>
              </a:rPr>
              <a:t>num</a:t>
            </a:r>
            <a:r>
              <a:rPr lang="en-US" altLang="zh-CN" sz="1600" dirty="0">
                <a:latin typeface="Times New Roman" panose="02020603050405020304" pitchFamily="18" charset="0"/>
                <a:cs typeface="Times New Roman" panose="02020603050405020304" pitchFamily="18" charset="0"/>
              </a:rPr>
              <a:t>++;   </a:t>
            </a:r>
            <a:r>
              <a:rPr lang="en-US" altLang="zh-CN" sz="1400" dirty="0">
                <a:latin typeface="Times New Roman" panose="02020603050405020304" pitchFamily="18" charset="0"/>
                <a:cs typeface="Times New Roman" panose="02020603050405020304" pitchFamily="18" charset="0"/>
              </a:rPr>
              <a:t>//</a:t>
            </a:r>
            <a:r>
              <a:rPr lang="zh-CN" altLang="zh-CN" sz="1400" dirty="0">
                <a:latin typeface="Times New Roman" panose="02020603050405020304" pitchFamily="18" charset="0"/>
                <a:cs typeface="Times New Roman" panose="02020603050405020304" pitchFamily="18" charset="0"/>
              </a:rPr>
              <a:t>计算调用深度遍历算法的次数</a:t>
            </a:r>
          </a:p>
          <a:p>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a:t>
            </a:r>
            <a:endParaRPr lang="zh-CN" altLang="zh-CN" sz="1600" dirty="0">
              <a:latin typeface="Times New Roman" panose="02020603050405020304" pitchFamily="18" charset="0"/>
              <a:cs typeface="Times New Roman" panose="02020603050405020304" pitchFamily="18" charset="0"/>
            </a:endParaRPr>
          </a:p>
          <a:p>
            <a:r>
              <a:rPr lang="en-US" altLang="zh-CN" sz="1600" dirty="0">
                <a:latin typeface="Times New Roman" panose="02020603050405020304" pitchFamily="18" charset="0"/>
                <a:cs typeface="Times New Roman" panose="02020603050405020304" pitchFamily="18" charset="0"/>
              </a:rPr>
              <a:t>   return </a:t>
            </a:r>
            <a:r>
              <a:rPr lang="en-US" altLang="zh-CN" sz="1600" dirty="0" err="1">
                <a:latin typeface="Times New Roman" panose="02020603050405020304" pitchFamily="18" charset="0"/>
                <a:cs typeface="Times New Roman" panose="02020603050405020304" pitchFamily="18" charset="0"/>
              </a:rPr>
              <a:t>num</a:t>
            </a:r>
            <a:r>
              <a:rPr lang="en-US" altLang="zh-CN" sz="1400" dirty="0">
                <a:latin typeface="Times New Roman" panose="02020603050405020304" pitchFamily="18" charset="0"/>
                <a:cs typeface="Times New Roman" panose="02020603050405020304" pitchFamily="18" charset="0"/>
              </a:rPr>
              <a:t>;           //</a:t>
            </a:r>
            <a:r>
              <a:rPr lang="zh-CN" altLang="zh-CN" sz="1400" dirty="0">
                <a:latin typeface="Times New Roman" panose="02020603050405020304" pitchFamily="18" charset="0"/>
                <a:cs typeface="Times New Roman" panose="02020603050405020304" pitchFamily="18" charset="0"/>
              </a:rPr>
              <a:t>返回连通分量的个数</a:t>
            </a:r>
          </a:p>
          <a:p>
            <a:r>
              <a:rPr lang="en-US" altLang="zh-CN" sz="1600" dirty="0">
                <a:latin typeface="Times New Roman" panose="02020603050405020304" pitchFamily="18" charset="0"/>
                <a:cs typeface="Times New Roman" panose="02020603050405020304" pitchFamily="18" charset="0"/>
              </a:rPr>
              <a:t>}</a:t>
            </a:r>
            <a:endParaRPr lang="zh-CN" altLang="zh-CN" sz="1600" dirty="0">
              <a:latin typeface="Times New Roman" panose="02020603050405020304" pitchFamily="18" charset="0"/>
              <a:cs typeface="Times New Roman" panose="02020603050405020304" pitchFamily="18" charset="0"/>
            </a:endParaRPr>
          </a:p>
          <a:p>
            <a:endParaRPr lang="zh-CN" altLang="en-US" sz="1600" dirty="0">
              <a:latin typeface="Times New Roman" panose="02020603050405020304" pitchFamily="18" charset="0"/>
              <a:cs typeface="Times New Roman" panose="02020603050405020304" pitchFamily="18" charset="0"/>
            </a:endParaRPr>
          </a:p>
        </p:txBody>
      </p:sp>
      <p:sp>
        <p:nvSpPr>
          <p:cNvPr id="6" name="文本框 5"/>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例题</a:t>
            </a:r>
          </a:p>
        </p:txBody>
      </p:sp>
    </p:spTree>
    <p:extLst>
      <p:ext uri="{BB962C8B-B14F-4D97-AF65-F5344CB8AC3E}">
        <p14:creationId xmlns:p14="http://schemas.microsoft.com/office/powerpoint/2010/main" val="1539548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 calcmode="lin" valueType="num">
                                      <p:cBhvr additive="base">
                                        <p:cTn id="13"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xEl>
                                              <p:pRg st="1" end="1"/>
                                            </p:txEl>
                                          </p:spTgt>
                                        </p:tgtEl>
                                        <p:attrNameLst>
                                          <p:attrName>style.visibility</p:attrName>
                                        </p:attrNameLst>
                                      </p:cBhvr>
                                      <p:to>
                                        <p:strVal val="visible"/>
                                      </p:to>
                                    </p:set>
                                    <p:anim calcmode="lin" valueType="num">
                                      <p:cBhvr additive="base">
                                        <p:cTn id="19"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2" end="2"/>
                                            </p:txEl>
                                          </p:spTgt>
                                        </p:tgtEl>
                                        <p:attrNameLst>
                                          <p:attrName>style.visibility</p:attrName>
                                        </p:attrNameLst>
                                      </p:cBhvr>
                                      <p:to>
                                        <p:strVal val="visible"/>
                                      </p:to>
                                    </p:set>
                                    <p:anim calcmode="lin" valueType="num">
                                      <p:cBhvr additive="base">
                                        <p:cTn id="25"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xEl>
                                              <p:pRg st="3" end="3"/>
                                            </p:txEl>
                                          </p:spTgt>
                                        </p:tgtEl>
                                        <p:attrNameLst>
                                          <p:attrName>style.visibility</p:attrName>
                                        </p:attrNameLst>
                                      </p:cBhvr>
                                      <p:to>
                                        <p:strVal val="visible"/>
                                      </p:to>
                                    </p:set>
                                    <p:anim calcmode="lin" valueType="num">
                                      <p:cBhvr additive="base">
                                        <p:cTn id="31"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
                                            <p:txEl>
                                              <p:pRg st="4" end="4"/>
                                            </p:txEl>
                                          </p:spTgt>
                                        </p:tgtEl>
                                        <p:attrNameLst>
                                          <p:attrName>style.visibility</p:attrName>
                                        </p:attrNameLst>
                                      </p:cBhvr>
                                      <p:to>
                                        <p:strVal val="visible"/>
                                      </p:to>
                                    </p:set>
                                    <p:anim calcmode="lin" valueType="num">
                                      <p:cBhvr additive="base">
                                        <p:cTn id="37"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
                                            <p:txEl>
                                              <p:pRg st="5" end="5"/>
                                            </p:txEl>
                                          </p:spTgt>
                                        </p:tgtEl>
                                        <p:attrNameLst>
                                          <p:attrName>style.visibility</p:attrName>
                                        </p:attrNameLst>
                                      </p:cBhvr>
                                      <p:to>
                                        <p:strVal val="visible"/>
                                      </p:to>
                                    </p:set>
                                    <p:anim calcmode="lin" valueType="num">
                                      <p:cBhvr additive="base">
                                        <p:cTn id="43"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4">
                                            <p:txEl>
                                              <p:pRg st="6" end="6"/>
                                            </p:txEl>
                                          </p:spTgt>
                                        </p:tgtEl>
                                        <p:attrNameLst>
                                          <p:attrName>style.visibility</p:attrName>
                                        </p:attrNameLst>
                                      </p:cBhvr>
                                      <p:to>
                                        <p:strVal val="visible"/>
                                      </p:to>
                                    </p:set>
                                    <p:anim calcmode="lin" valueType="num">
                                      <p:cBhvr additive="base">
                                        <p:cTn id="49"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4">
                                            <p:txEl>
                                              <p:pRg st="6" end="6"/>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4">
                                            <p:txEl>
                                              <p:pRg st="7" end="7"/>
                                            </p:txEl>
                                          </p:spTgt>
                                        </p:tgtEl>
                                        <p:attrNameLst>
                                          <p:attrName>style.visibility</p:attrName>
                                        </p:attrNameLst>
                                      </p:cBhvr>
                                      <p:to>
                                        <p:strVal val="visible"/>
                                      </p:to>
                                    </p:set>
                                    <p:anim calcmode="lin" valueType="num">
                                      <p:cBhvr additive="base">
                                        <p:cTn id="53"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
                                            <p:txEl>
                                              <p:pRg st="7" end="7"/>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
                                            <p:txEl>
                                              <p:pRg st="8" end="8"/>
                                            </p:txEl>
                                          </p:spTgt>
                                        </p:tgtEl>
                                        <p:attrNameLst>
                                          <p:attrName>style.visibility</p:attrName>
                                        </p:attrNameLst>
                                      </p:cBhvr>
                                      <p:to>
                                        <p:strVal val="visible"/>
                                      </p:to>
                                    </p:set>
                                    <p:anim calcmode="lin" valueType="num">
                                      <p:cBhvr additive="base">
                                        <p:cTn id="57"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4">
                                            <p:txEl>
                                              <p:pRg st="8" end="8"/>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4">
                                            <p:txEl>
                                              <p:pRg st="9" end="9"/>
                                            </p:txEl>
                                          </p:spTgt>
                                        </p:tgtEl>
                                        <p:attrNameLst>
                                          <p:attrName>style.visibility</p:attrName>
                                        </p:attrNameLst>
                                      </p:cBhvr>
                                      <p:to>
                                        <p:strVal val="visible"/>
                                      </p:to>
                                    </p:set>
                                    <p:anim calcmode="lin" valueType="num">
                                      <p:cBhvr additive="base">
                                        <p:cTn id="61" dur="500" fill="hold"/>
                                        <p:tgtEl>
                                          <p:spTgt spid="4">
                                            <p:txEl>
                                              <p:pRg st="9" end="9"/>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ppt_x"/>
                                          </p:val>
                                        </p:tav>
                                        <p:tav tm="100000">
                                          <p:val>
                                            <p:strVal val="#ppt_x"/>
                                          </p:val>
                                        </p:tav>
                                      </p:tavLst>
                                    </p:anim>
                                    <p:anim calcmode="lin" valueType="num">
                                      <p:cBhvr additive="base">
                                        <p:cTn id="6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nodeType="clickEffect">
                                  <p:stCondLst>
                                    <p:cond delay="0"/>
                                  </p:stCondLst>
                                  <p:childTnLst>
                                    <p:set>
                                      <p:cBhvr>
                                        <p:cTn id="72" dur="1" fill="hold">
                                          <p:stCondLst>
                                            <p:cond delay="0"/>
                                          </p:stCondLst>
                                        </p:cTn>
                                        <p:tgtEl>
                                          <p:spTgt spid="5">
                                            <p:txEl>
                                              <p:pRg st="0" end="0"/>
                                            </p:txEl>
                                          </p:spTgt>
                                        </p:tgtEl>
                                        <p:attrNameLst>
                                          <p:attrName>style.visibility</p:attrName>
                                        </p:attrNameLst>
                                      </p:cBhvr>
                                      <p:to>
                                        <p:strVal val="visible"/>
                                      </p:to>
                                    </p:set>
                                    <p:animEffect transition="in" filter="fade">
                                      <p:cBhvr>
                                        <p:cTn id="73" dur="1000"/>
                                        <p:tgtEl>
                                          <p:spTgt spid="5">
                                            <p:txEl>
                                              <p:pRg st="0" end="0"/>
                                            </p:txEl>
                                          </p:spTgt>
                                        </p:tgtEl>
                                      </p:cBhvr>
                                    </p:animEffect>
                                    <p:anim calcmode="lin" valueType="num">
                                      <p:cBhvr>
                                        <p:cTn id="74"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75"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76" fill="hold">
                      <p:stCondLst>
                        <p:cond delay="indefinite"/>
                      </p:stCondLst>
                      <p:childTnLst>
                        <p:par>
                          <p:cTn id="77" fill="hold">
                            <p:stCondLst>
                              <p:cond delay="0"/>
                            </p:stCondLst>
                            <p:childTnLst>
                              <p:par>
                                <p:cTn id="78" presetID="2" presetClass="entr" presetSubtype="4" fill="hold" nodeType="clickEffect">
                                  <p:stCondLst>
                                    <p:cond delay="0"/>
                                  </p:stCondLst>
                                  <p:childTnLst>
                                    <p:set>
                                      <p:cBhvr>
                                        <p:cTn id="79" dur="1" fill="hold">
                                          <p:stCondLst>
                                            <p:cond delay="0"/>
                                          </p:stCondLst>
                                        </p:cTn>
                                        <p:tgtEl>
                                          <p:spTgt spid="5">
                                            <p:txEl>
                                              <p:pRg st="1" end="1"/>
                                            </p:txEl>
                                          </p:spTgt>
                                        </p:tgtEl>
                                        <p:attrNameLst>
                                          <p:attrName>style.visibility</p:attrName>
                                        </p:attrNameLst>
                                      </p:cBhvr>
                                      <p:to>
                                        <p:strVal val="visible"/>
                                      </p:to>
                                    </p:set>
                                    <p:anim calcmode="lin" valueType="num">
                                      <p:cBhvr additive="base">
                                        <p:cTn id="80"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81"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2" presetClass="entr" presetSubtype="4" fill="hold" nodeType="clickEffect">
                                  <p:stCondLst>
                                    <p:cond delay="0"/>
                                  </p:stCondLst>
                                  <p:childTnLst>
                                    <p:set>
                                      <p:cBhvr>
                                        <p:cTn id="85" dur="1" fill="hold">
                                          <p:stCondLst>
                                            <p:cond delay="0"/>
                                          </p:stCondLst>
                                        </p:cTn>
                                        <p:tgtEl>
                                          <p:spTgt spid="5">
                                            <p:txEl>
                                              <p:pRg st="2" end="2"/>
                                            </p:txEl>
                                          </p:spTgt>
                                        </p:tgtEl>
                                        <p:attrNameLst>
                                          <p:attrName>style.visibility</p:attrName>
                                        </p:attrNameLst>
                                      </p:cBhvr>
                                      <p:to>
                                        <p:strVal val="visible"/>
                                      </p:to>
                                    </p:set>
                                    <p:anim calcmode="lin" valueType="num">
                                      <p:cBhvr additive="base">
                                        <p:cTn id="86"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87" dur="500" fill="hold"/>
                                        <p:tgtEl>
                                          <p:spTgt spid="5">
                                            <p:txEl>
                                              <p:pRg st="2" end="2"/>
                                            </p:txEl>
                                          </p:spTgt>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0"/>
                                  </p:stCondLst>
                                  <p:childTnLst>
                                    <p:set>
                                      <p:cBhvr>
                                        <p:cTn id="89" dur="1" fill="hold">
                                          <p:stCondLst>
                                            <p:cond delay="0"/>
                                          </p:stCondLst>
                                        </p:cTn>
                                        <p:tgtEl>
                                          <p:spTgt spid="5">
                                            <p:txEl>
                                              <p:pRg st="3" end="3"/>
                                            </p:txEl>
                                          </p:spTgt>
                                        </p:tgtEl>
                                        <p:attrNameLst>
                                          <p:attrName>style.visibility</p:attrName>
                                        </p:attrNameLst>
                                      </p:cBhvr>
                                      <p:to>
                                        <p:strVal val="visible"/>
                                      </p:to>
                                    </p:set>
                                    <p:anim calcmode="lin" valueType="num">
                                      <p:cBhvr additive="base">
                                        <p:cTn id="90"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91" dur="500" fill="hold"/>
                                        <p:tgtEl>
                                          <p:spTgt spid="5">
                                            <p:txEl>
                                              <p:pRg st="3" end="3"/>
                                            </p:txEl>
                                          </p:spTgt>
                                        </p:tgtEl>
                                        <p:attrNameLst>
                                          <p:attrName>ppt_y</p:attrName>
                                        </p:attrNameLst>
                                      </p:cBhvr>
                                      <p:tavLst>
                                        <p:tav tm="0">
                                          <p:val>
                                            <p:strVal val="1+#ppt_h/2"/>
                                          </p:val>
                                        </p:tav>
                                        <p:tav tm="100000">
                                          <p:val>
                                            <p:strVal val="#ppt_y"/>
                                          </p:val>
                                        </p:tav>
                                      </p:tavLst>
                                    </p:anim>
                                  </p:childTnLst>
                                </p:cTn>
                              </p:par>
                              <p:par>
                                <p:cTn id="92" presetID="2" presetClass="entr" presetSubtype="4" fill="hold" nodeType="withEffect">
                                  <p:stCondLst>
                                    <p:cond delay="0"/>
                                  </p:stCondLst>
                                  <p:childTnLst>
                                    <p:set>
                                      <p:cBhvr>
                                        <p:cTn id="93" dur="1" fill="hold">
                                          <p:stCondLst>
                                            <p:cond delay="0"/>
                                          </p:stCondLst>
                                        </p:cTn>
                                        <p:tgtEl>
                                          <p:spTgt spid="5">
                                            <p:txEl>
                                              <p:pRg st="4" end="4"/>
                                            </p:txEl>
                                          </p:spTgt>
                                        </p:tgtEl>
                                        <p:attrNameLst>
                                          <p:attrName>style.visibility</p:attrName>
                                        </p:attrNameLst>
                                      </p:cBhvr>
                                      <p:to>
                                        <p:strVal val="visible"/>
                                      </p:to>
                                    </p:set>
                                    <p:anim calcmode="lin" valueType="num">
                                      <p:cBhvr additive="base">
                                        <p:cTn id="94"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95"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2" presetClass="entr" presetSubtype="4" fill="hold" nodeType="clickEffect">
                                  <p:stCondLst>
                                    <p:cond delay="0"/>
                                  </p:stCondLst>
                                  <p:childTnLst>
                                    <p:set>
                                      <p:cBhvr>
                                        <p:cTn id="99" dur="1" fill="hold">
                                          <p:stCondLst>
                                            <p:cond delay="0"/>
                                          </p:stCondLst>
                                        </p:cTn>
                                        <p:tgtEl>
                                          <p:spTgt spid="5">
                                            <p:txEl>
                                              <p:pRg st="5" end="5"/>
                                            </p:txEl>
                                          </p:spTgt>
                                        </p:tgtEl>
                                        <p:attrNameLst>
                                          <p:attrName>style.visibility</p:attrName>
                                        </p:attrNameLst>
                                      </p:cBhvr>
                                      <p:to>
                                        <p:strVal val="visible"/>
                                      </p:to>
                                    </p:set>
                                    <p:anim calcmode="lin" valueType="num">
                                      <p:cBhvr additive="base">
                                        <p:cTn id="100"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101"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2" fill="hold">
                      <p:stCondLst>
                        <p:cond delay="indefinite"/>
                      </p:stCondLst>
                      <p:childTnLst>
                        <p:par>
                          <p:cTn id="103" fill="hold">
                            <p:stCondLst>
                              <p:cond delay="0"/>
                            </p:stCondLst>
                            <p:childTnLst>
                              <p:par>
                                <p:cTn id="104" presetID="2" presetClass="entr" presetSubtype="4" fill="hold" nodeType="clickEffect">
                                  <p:stCondLst>
                                    <p:cond delay="0"/>
                                  </p:stCondLst>
                                  <p:childTnLst>
                                    <p:set>
                                      <p:cBhvr>
                                        <p:cTn id="105" dur="1" fill="hold">
                                          <p:stCondLst>
                                            <p:cond delay="0"/>
                                          </p:stCondLst>
                                        </p:cTn>
                                        <p:tgtEl>
                                          <p:spTgt spid="5">
                                            <p:txEl>
                                              <p:pRg st="6" end="6"/>
                                            </p:txEl>
                                          </p:spTgt>
                                        </p:tgtEl>
                                        <p:attrNameLst>
                                          <p:attrName>style.visibility</p:attrName>
                                        </p:attrNameLst>
                                      </p:cBhvr>
                                      <p:to>
                                        <p:strVal val="visible"/>
                                      </p:to>
                                    </p:set>
                                    <p:anim calcmode="lin" valueType="num">
                                      <p:cBhvr additive="base">
                                        <p:cTn id="106"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107" dur="500" fill="hold"/>
                                        <p:tgtEl>
                                          <p:spTgt spid="5">
                                            <p:txEl>
                                              <p:pRg st="6" end="6"/>
                                            </p:txEl>
                                          </p:spTgt>
                                        </p:tgtEl>
                                        <p:attrNameLst>
                                          <p:attrName>ppt_y</p:attrName>
                                        </p:attrNameLst>
                                      </p:cBhvr>
                                      <p:tavLst>
                                        <p:tav tm="0">
                                          <p:val>
                                            <p:strVal val="1+#ppt_h/2"/>
                                          </p:val>
                                        </p:tav>
                                        <p:tav tm="100000">
                                          <p:val>
                                            <p:strVal val="#ppt_y"/>
                                          </p:val>
                                        </p:tav>
                                      </p:tavLst>
                                    </p:anim>
                                  </p:childTnLst>
                                </p:cTn>
                              </p:par>
                              <p:par>
                                <p:cTn id="108" presetID="2" presetClass="entr" presetSubtype="4" fill="hold" nodeType="withEffect">
                                  <p:stCondLst>
                                    <p:cond delay="0"/>
                                  </p:stCondLst>
                                  <p:childTnLst>
                                    <p:set>
                                      <p:cBhvr>
                                        <p:cTn id="109" dur="1" fill="hold">
                                          <p:stCondLst>
                                            <p:cond delay="0"/>
                                          </p:stCondLst>
                                        </p:cTn>
                                        <p:tgtEl>
                                          <p:spTgt spid="5">
                                            <p:txEl>
                                              <p:pRg st="7" end="7"/>
                                            </p:txEl>
                                          </p:spTgt>
                                        </p:tgtEl>
                                        <p:attrNameLst>
                                          <p:attrName>style.visibility</p:attrName>
                                        </p:attrNameLst>
                                      </p:cBhvr>
                                      <p:to>
                                        <p:strVal val="visible"/>
                                      </p:to>
                                    </p:set>
                                    <p:anim calcmode="lin" valueType="num">
                                      <p:cBhvr additive="base">
                                        <p:cTn id="110" dur="500" fill="hold"/>
                                        <p:tgtEl>
                                          <p:spTgt spid="5">
                                            <p:txEl>
                                              <p:pRg st="7" end="7"/>
                                            </p:txEl>
                                          </p:spTgt>
                                        </p:tgtEl>
                                        <p:attrNameLst>
                                          <p:attrName>ppt_x</p:attrName>
                                        </p:attrNameLst>
                                      </p:cBhvr>
                                      <p:tavLst>
                                        <p:tav tm="0">
                                          <p:val>
                                            <p:strVal val="#ppt_x"/>
                                          </p:val>
                                        </p:tav>
                                        <p:tav tm="100000">
                                          <p:val>
                                            <p:strVal val="#ppt_x"/>
                                          </p:val>
                                        </p:tav>
                                      </p:tavLst>
                                    </p:anim>
                                    <p:anim calcmode="lin" valueType="num">
                                      <p:cBhvr additive="base">
                                        <p:cTn id="111" dur="500" fill="hold"/>
                                        <p:tgtEl>
                                          <p:spTgt spid="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2" presetClass="entr" presetSubtype="4" fill="hold" nodeType="clickEffect">
                                  <p:stCondLst>
                                    <p:cond delay="0"/>
                                  </p:stCondLst>
                                  <p:childTnLst>
                                    <p:set>
                                      <p:cBhvr>
                                        <p:cTn id="115" dur="1" fill="hold">
                                          <p:stCondLst>
                                            <p:cond delay="0"/>
                                          </p:stCondLst>
                                        </p:cTn>
                                        <p:tgtEl>
                                          <p:spTgt spid="5">
                                            <p:txEl>
                                              <p:pRg st="8" end="8"/>
                                            </p:txEl>
                                          </p:spTgt>
                                        </p:tgtEl>
                                        <p:attrNameLst>
                                          <p:attrName>style.visibility</p:attrName>
                                        </p:attrNameLst>
                                      </p:cBhvr>
                                      <p:to>
                                        <p:strVal val="visible"/>
                                      </p:to>
                                    </p:set>
                                    <p:anim calcmode="lin" valueType="num">
                                      <p:cBhvr additive="base">
                                        <p:cTn id="116" dur="500" fill="hold"/>
                                        <p:tgtEl>
                                          <p:spTgt spid="5">
                                            <p:txEl>
                                              <p:pRg st="8" end="8"/>
                                            </p:txEl>
                                          </p:spTgt>
                                        </p:tgtEl>
                                        <p:attrNameLst>
                                          <p:attrName>ppt_x</p:attrName>
                                        </p:attrNameLst>
                                      </p:cBhvr>
                                      <p:tavLst>
                                        <p:tav tm="0">
                                          <p:val>
                                            <p:strVal val="#ppt_x"/>
                                          </p:val>
                                        </p:tav>
                                        <p:tav tm="100000">
                                          <p:val>
                                            <p:strVal val="#ppt_x"/>
                                          </p:val>
                                        </p:tav>
                                      </p:tavLst>
                                    </p:anim>
                                    <p:anim calcmode="lin" valueType="num">
                                      <p:cBhvr additive="base">
                                        <p:cTn id="117" dur="500" fill="hold"/>
                                        <p:tgtEl>
                                          <p:spTgt spid="5">
                                            <p:txEl>
                                              <p:pRg st="8" end="8"/>
                                            </p:txEl>
                                          </p:spTgt>
                                        </p:tgtEl>
                                        <p:attrNameLst>
                                          <p:attrName>ppt_y</p:attrName>
                                        </p:attrNameLst>
                                      </p:cBhvr>
                                      <p:tavLst>
                                        <p:tav tm="0">
                                          <p:val>
                                            <p:strVal val="1+#ppt_h/2"/>
                                          </p:val>
                                        </p:tav>
                                        <p:tav tm="100000">
                                          <p:val>
                                            <p:strVal val="#ppt_y"/>
                                          </p:val>
                                        </p:tav>
                                      </p:tavLst>
                                    </p:anim>
                                  </p:childTnLst>
                                </p:cTn>
                              </p:par>
                              <p:par>
                                <p:cTn id="118" presetID="2" presetClass="entr" presetSubtype="4" fill="hold" nodeType="withEffect">
                                  <p:stCondLst>
                                    <p:cond delay="0"/>
                                  </p:stCondLst>
                                  <p:childTnLst>
                                    <p:set>
                                      <p:cBhvr>
                                        <p:cTn id="119" dur="1" fill="hold">
                                          <p:stCondLst>
                                            <p:cond delay="0"/>
                                          </p:stCondLst>
                                        </p:cTn>
                                        <p:tgtEl>
                                          <p:spTgt spid="5">
                                            <p:txEl>
                                              <p:pRg st="9" end="9"/>
                                            </p:txEl>
                                          </p:spTgt>
                                        </p:tgtEl>
                                        <p:attrNameLst>
                                          <p:attrName>style.visibility</p:attrName>
                                        </p:attrNameLst>
                                      </p:cBhvr>
                                      <p:to>
                                        <p:strVal val="visible"/>
                                      </p:to>
                                    </p:set>
                                    <p:anim calcmode="lin" valueType="num">
                                      <p:cBhvr additive="base">
                                        <p:cTn id="120" dur="500" fill="hold"/>
                                        <p:tgtEl>
                                          <p:spTgt spid="5">
                                            <p:txEl>
                                              <p:pRg st="9" end="9"/>
                                            </p:txEl>
                                          </p:spTgt>
                                        </p:tgtEl>
                                        <p:attrNameLst>
                                          <p:attrName>ppt_x</p:attrName>
                                        </p:attrNameLst>
                                      </p:cBhvr>
                                      <p:tavLst>
                                        <p:tav tm="0">
                                          <p:val>
                                            <p:strVal val="#ppt_x"/>
                                          </p:val>
                                        </p:tav>
                                        <p:tav tm="100000">
                                          <p:val>
                                            <p:strVal val="#ppt_x"/>
                                          </p:val>
                                        </p:tav>
                                      </p:tavLst>
                                    </p:anim>
                                    <p:anim calcmode="lin" valueType="num">
                                      <p:cBhvr additive="base">
                                        <p:cTn id="121" dur="500" fill="hold"/>
                                        <p:tgtEl>
                                          <p:spTgt spid="5">
                                            <p:txEl>
                                              <p:pRg st="9" end="9"/>
                                            </p:txEl>
                                          </p:spTgt>
                                        </p:tgtEl>
                                        <p:attrNameLst>
                                          <p:attrName>ppt_y</p:attrName>
                                        </p:attrNameLst>
                                      </p:cBhvr>
                                      <p:tavLst>
                                        <p:tav tm="0">
                                          <p:val>
                                            <p:strVal val="1+#ppt_h/2"/>
                                          </p:val>
                                        </p:tav>
                                        <p:tav tm="100000">
                                          <p:val>
                                            <p:strVal val="#ppt_y"/>
                                          </p:val>
                                        </p:tav>
                                      </p:tavLst>
                                    </p:anim>
                                  </p:childTnLst>
                                </p:cTn>
                              </p:par>
                              <p:par>
                                <p:cTn id="122" presetID="2" presetClass="entr" presetSubtype="4" fill="hold" nodeType="withEffect">
                                  <p:stCondLst>
                                    <p:cond delay="0"/>
                                  </p:stCondLst>
                                  <p:childTnLst>
                                    <p:set>
                                      <p:cBhvr>
                                        <p:cTn id="123" dur="1" fill="hold">
                                          <p:stCondLst>
                                            <p:cond delay="0"/>
                                          </p:stCondLst>
                                        </p:cTn>
                                        <p:tgtEl>
                                          <p:spTgt spid="5">
                                            <p:txEl>
                                              <p:pRg st="10" end="10"/>
                                            </p:txEl>
                                          </p:spTgt>
                                        </p:tgtEl>
                                        <p:attrNameLst>
                                          <p:attrName>style.visibility</p:attrName>
                                        </p:attrNameLst>
                                      </p:cBhvr>
                                      <p:to>
                                        <p:strVal val="visible"/>
                                      </p:to>
                                    </p:set>
                                    <p:anim calcmode="lin" valueType="num">
                                      <p:cBhvr additive="base">
                                        <p:cTn id="124" dur="500" fill="hold"/>
                                        <p:tgtEl>
                                          <p:spTgt spid="5">
                                            <p:txEl>
                                              <p:pRg st="10" end="10"/>
                                            </p:txEl>
                                          </p:spTgt>
                                        </p:tgtEl>
                                        <p:attrNameLst>
                                          <p:attrName>ppt_x</p:attrName>
                                        </p:attrNameLst>
                                      </p:cBhvr>
                                      <p:tavLst>
                                        <p:tav tm="0">
                                          <p:val>
                                            <p:strVal val="#ppt_x"/>
                                          </p:val>
                                        </p:tav>
                                        <p:tav tm="100000">
                                          <p:val>
                                            <p:strVal val="#ppt_x"/>
                                          </p:val>
                                        </p:tav>
                                      </p:tavLst>
                                    </p:anim>
                                    <p:anim calcmode="lin" valueType="num">
                                      <p:cBhvr additive="base">
                                        <p:cTn id="125" dur="500" fill="hold"/>
                                        <p:tgtEl>
                                          <p:spTgt spid="5">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126" fill="hold">
                      <p:stCondLst>
                        <p:cond delay="indefinite"/>
                      </p:stCondLst>
                      <p:childTnLst>
                        <p:par>
                          <p:cTn id="127" fill="hold">
                            <p:stCondLst>
                              <p:cond delay="0"/>
                            </p:stCondLst>
                            <p:childTnLst>
                              <p:par>
                                <p:cTn id="128" presetID="2" presetClass="entr" presetSubtype="4" fill="hold" nodeType="clickEffect">
                                  <p:stCondLst>
                                    <p:cond delay="0"/>
                                  </p:stCondLst>
                                  <p:childTnLst>
                                    <p:set>
                                      <p:cBhvr>
                                        <p:cTn id="129" dur="1" fill="hold">
                                          <p:stCondLst>
                                            <p:cond delay="0"/>
                                          </p:stCondLst>
                                        </p:cTn>
                                        <p:tgtEl>
                                          <p:spTgt spid="5">
                                            <p:txEl>
                                              <p:pRg st="11" end="11"/>
                                            </p:txEl>
                                          </p:spTgt>
                                        </p:tgtEl>
                                        <p:attrNameLst>
                                          <p:attrName>style.visibility</p:attrName>
                                        </p:attrNameLst>
                                      </p:cBhvr>
                                      <p:to>
                                        <p:strVal val="visible"/>
                                      </p:to>
                                    </p:set>
                                    <p:anim calcmode="lin" valueType="num">
                                      <p:cBhvr additive="base">
                                        <p:cTn id="130" dur="500" fill="hold"/>
                                        <p:tgtEl>
                                          <p:spTgt spid="5">
                                            <p:txEl>
                                              <p:pRg st="11" end="11"/>
                                            </p:txEl>
                                          </p:spTgt>
                                        </p:tgtEl>
                                        <p:attrNameLst>
                                          <p:attrName>ppt_x</p:attrName>
                                        </p:attrNameLst>
                                      </p:cBhvr>
                                      <p:tavLst>
                                        <p:tav tm="0">
                                          <p:val>
                                            <p:strVal val="#ppt_x"/>
                                          </p:val>
                                        </p:tav>
                                        <p:tav tm="100000">
                                          <p:val>
                                            <p:strVal val="#ppt_x"/>
                                          </p:val>
                                        </p:tav>
                                      </p:tavLst>
                                    </p:anim>
                                    <p:anim calcmode="lin" valueType="num">
                                      <p:cBhvr additive="base">
                                        <p:cTn id="131" dur="500" fill="hold"/>
                                        <p:tgtEl>
                                          <p:spTgt spid="5">
                                            <p:txEl>
                                              <p:pRg st="11" end="11"/>
                                            </p:txEl>
                                          </p:spTgt>
                                        </p:tgtEl>
                                        <p:attrNameLst>
                                          <p:attrName>ppt_y</p:attrName>
                                        </p:attrNameLst>
                                      </p:cBhvr>
                                      <p:tavLst>
                                        <p:tav tm="0">
                                          <p:val>
                                            <p:strVal val="1+#ppt_h/2"/>
                                          </p:val>
                                        </p:tav>
                                        <p:tav tm="100000">
                                          <p:val>
                                            <p:strVal val="#ppt_y"/>
                                          </p:val>
                                        </p:tav>
                                      </p:tavLst>
                                    </p:anim>
                                  </p:childTnLst>
                                </p:cTn>
                              </p:par>
                              <p:par>
                                <p:cTn id="132" presetID="2" presetClass="entr" presetSubtype="4" fill="hold" nodeType="withEffect">
                                  <p:stCondLst>
                                    <p:cond delay="0"/>
                                  </p:stCondLst>
                                  <p:childTnLst>
                                    <p:set>
                                      <p:cBhvr>
                                        <p:cTn id="133" dur="1" fill="hold">
                                          <p:stCondLst>
                                            <p:cond delay="0"/>
                                          </p:stCondLst>
                                        </p:cTn>
                                        <p:tgtEl>
                                          <p:spTgt spid="5">
                                            <p:txEl>
                                              <p:pRg st="12" end="12"/>
                                            </p:txEl>
                                          </p:spTgt>
                                        </p:tgtEl>
                                        <p:attrNameLst>
                                          <p:attrName>style.visibility</p:attrName>
                                        </p:attrNameLst>
                                      </p:cBhvr>
                                      <p:to>
                                        <p:strVal val="visible"/>
                                      </p:to>
                                    </p:set>
                                    <p:anim calcmode="lin" valueType="num">
                                      <p:cBhvr additive="base">
                                        <p:cTn id="134" dur="500" fill="hold"/>
                                        <p:tgtEl>
                                          <p:spTgt spid="5">
                                            <p:txEl>
                                              <p:pRg st="12" end="12"/>
                                            </p:txEl>
                                          </p:spTgt>
                                        </p:tgtEl>
                                        <p:attrNameLst>
                                          <p:attrName>ppt_x</p:attrName>
                                        </p:attrNameLst>
                                      </p:cBhvr>
                                      <p:tavLst>
                                        <p:tav tm="0">
                                          <p:val>
                                            <p:strVal val="#ppt_x"/>
                                          </p:val>
                                        </p:tav>
                                        <p:tav tm="100000">
                                          <p:val>
                                            <p:strVal val="#ppt_x"/>
                                          </p:val>
                                        </p:tav>
                                      </p:tavLst>
                                    </p:anim>
                                    <p:anim calcmode="lin" valueType="num">
                                      <p:cBhvr additive="base">
                                        <p:cTn id="135" dur="500" fill="hold"/>
                                        <p:tgtEl>
                                          <p:spTgt spid="5">
                                            <p:txEl>
                                              <p:pRg st="12" end="1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18247" y="843558"/>
                <a:ext cx="9036496" cy="931562"/>
              </a:xfrm>
            </p:spPr>
            <p:txBody>
              <a:bodyPr/>
              <a:lstStyle/>
              <a:p>
                <a:r>
                  <a:rPr lang="zh-CN" altLang="zh-CN" sz="1800" dirty="0">
                    <a:solidFill>
                      <a:srgbClr val="FF0000"/>
                    </a:solidFill>
                  </a:rPr>
                  <a:t>例</a:t>
                </a:r>
                <a:r>
                  <a:rPr lang="en-US" altLang="zh-CN" sz="1800" dirty="0">
                    <a:solidFill>
                      <a:srgbClr val="FF0000"/>
                    </a:solidFill>
                  </a:rPr>
                  <a:t>2</a:t>
                </a:r>
                <a:r>
                  <a:rPr lang="zh-CN" altLang="en-US" sz="1800" dirty="0">
                    <a:solidFill>
                      <a:srgbClr val="FF0000"/>
                    </a:solidFill>
                  </a:rPr>
                  <a:t>：</a:t>
                </a:r>
                <a:r>
                  <a:rPr lang="zh-CN" altLang="zh-CN" sz="1800" dirty="0">
                    <a:solidFill>
                      <a:srgbClr val="FF0000"/>
                    </a:solidFill>
                  </a:rPr>
                  <a:t>设图</a:t>
                </a:r>
                <a14:m>
                  <m:oMath xmlns:m="http://schemas.openxmlformats.org/officeDocument/2006/math">
                    <m:r>
                      <m:rPr>
                        <m:sty m:val="p"/>
                      </m:rPr>
                      <a:rPr lang="en-US" altLang="zh-CN" sz="1800">
                        <a:solidFill>
                          <a:srgbClr val="FF0000"/>
                        </a:solidFill>
                        <a:latin typeface="Cambria Math" panose="02040503050406030204" pitchFamily="18" charset="0"/>
                      </a:rPr>
                      <m:t>G</m:t>
                    </m:r>
                  </m:oMath>
                </a14:m>
                <a:r>
                  <a:rPr lang="zh-CN" altLang="zh-CN" sz="1800" dirty="0">
                    <a:solidFill>
                      <a:srgbClr val="FF0000"/>
                    </a:solidFill>
                  </a:rPr>
                  <a:t>采用邻接表存储结构，设计一个算法实现连通图</a:t>
                </a:r>
                <a14:m>
                  <m:oMath xmlns:m="http://schemas.openxmlformats.org/officeDocument/2006/math">
                    <m:r>
                      <m:rPr>
                        <m:sty m:val="p"/>
                      </m:rPr>
                      <a:rPr lang="en-US" altLang="zh-CN" sz="1800">
                        <a:solidFill>
                          <a:srgbClr val="FF0000"/>
                        </a:solidFill>
                        <a:latin typeface="Cambria Math" panose="02040503050406030204" pitchFamily="18" charset="0"/>
                      </a:rPr>
                      <m:t>G</m:t>
                    </m:r>
                  </m:oMath>
                </a14:m>
                <a:r>
                  <a:rPr lang="zh-CN" altLang="zh-CN" sz="1800" dirty="0">
                    <a:solidFill>
                      <a:srgbClr val="FF0000"/>
                    </a:solidFill>
                  </a:rPr>
                  <a:t>的深度优先搜索的非递归算法。</a:t>
                </a: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18247" y="843558"/>
                <a:ext cx="9036496" cy="931562"/>
              </a:xfrm>
              <a:blipFill rotWithShape="0">
                <a:blip r:embed="rId2"/>
                <a:stretch>
                  <a:fillRect l="-674" b="-654"/>
                </a:stretch>
              </a:blipFill>
            </p:spPr>
            <p:txBody>
              <a:bodyPr/>
              <a:lstStyle/>
              <a:p>
                <a:r>
                  <a:rPr lang="zh-CN" altLang="en-US">
                    <a:noFill/>
                  </a:rPr>
                  <a:t> </a:t>
                </a:r>
              </a:p>
            </p:txBody>
          </p:sp>
        </mc:Fallback>
      </mc:AlternateContent>
      <p:sp>
        <p:nvSpPr>
          <p:cNvPr id="4" name="文本框 3"/>
          <p:cNvSpPr txBox="1"/>
          <p:nvPr/>
        </p:nvSpPr>
        <p:spPr>
          <a:xfrm>
            <a:off x="118247" y="1635646"/>
            <a:ext cx="4741785" cy="3139321"/>
          </a:xfrm>
          <a:prstGeom prst="rect">
            <a:avLst/>
          </a:prstGeom>
          <a:noFill/>
        </p:spPr>
        <p:txBody>
          <a:bodyPr wrap="square" rtlCol="0">
            <a:spAutoFit/>
          </a:bodyPr>
          <a:lstStyle/>
          <a:p>
            <a:r>
              <a:rPr lang="en-US" altLang="zh-CN" dirty="0" err="1"/>
              <a:t>int</a:t>
            </a:r>
            <a:r>
              <a:rPr lang="en-US" altLang="zh-CN" dirty="0"/>
              <a:t> visited[</a:t>
            </a:r>
            <a:r>
              <a:rPr lang="en-US" altLang="zh-CN" dirty="0" err="1"/>
              <a:t>MaxVex</a:t>
            </a:r>
            <a:r>
              <a:rPr lang="en-US" altLang="zh-CN" dirty="0"/>
              <a:t>];</a:t>
            </a:r>
            <a:endParaRPr lang="zh-CN" altLang="zh-CN" dirty="0"/>
          </a:p>
          <a:p>
            <a:r>
              <a:rPr lang="en-US" altLang="zh-CN" dirty="0"/>
              <a:t>void DFSTraverse1(</a:t>
            </a:r>
            <a:r>
              <a:rPr lang="en-US" altLang="zh-CN" dirty="0" err="1"/>
              <a:t>VElemType</a:t>
            </a:r>
            <a:r>
              <a:rPr lang="en-US" altLang="zh-CN" dirty="0"/>
              <a:t> v){ </a:t>
            </a:r>
            <a:endParaRPr lang="zh-CN" altLang="zh-CN" dirty="0"/>
          </a:p>
          <a:p>
            <a:r>
              <a:rPr lang="en-US" altLang="zh-CN" dirty="0"/>
              <a:t>   </a:t>
            </a:r>
            <a:r>
              <a:rPr lang="en-US" altLang="zh-CN" dirty="0" err="1"/>
              <a:t>LinkStack</a:t>
            </a:r>
            <a:r>
              <a:rPr lang="en-US" altLang="zh-CN" dirty="0"/>
              <a:t> ls</a:t>
            </a:r>
            <a:r>
              <a:rPr lang="en-US" altLang="zh-CN" sz="1400" dirty="0"/>
              <a:t>;   //</a:t>
            </a:r>
            <a:r>
              <a:rPr lang="zh-CN" altLang="zh-CN" sz="1400" dirty="0"/>
              <a:t>定义一个链栈对象，建立空栈</a:t>
            </a:r>
          </a:p>
          <a:p>
            <a:r>
              <a:rPr lang="en-US" altLang="zh-CN" dirty="0"/>
              <a:t>   </a:t>
            </a:r>
            <a:r>
              <a:rPr lang="en-US" altLang="zh-CN" dirty="0" err="1"/>
              <a:t>ArcNode</a:t>
            </a:r>
            <a:r>
              <a:rPr lang="en-US" altLang="zh-CN" dirty="0"/>
              <a:t> *p;</a:t>
            </a:r>
            <a:endParaRPr lang="zh-CN" altLang="zh-CN" dirty="0"/>
          </a:p>
          <a:p>
            <a:r>
              <a:rPr lang="en-US" altLang="zh-CN" dirty="0"/>
              <a:t>   for(</a:t>
            </a:r>
            <a:r>
              <a:rPr lang="en-US" altLang="zh-CN" dirty="0" err="1"/>
              <a:t>int</a:t>
            </a:r>
            <a:r>
              <a:rPr lang="en-US" altLang="zh-CN" dirty="0"/>
              <a:t> </a:t>
            </a:r>
            <a:r>
              <a:rPr lang="en-US" altLang="zh-CN" dirty="0" err="1"/>
              <a:t>i</a:t>
            </a:r>
            <a:r>
              <a:rPr lang="en-US" altLang="zh-CN" dirty="0"/>
              <a:t>=0;i&lt;</a:t>
            </a:r>
            <a:r>
              <a:rPr lang="en-US" altLang="zh-CN" dirty="0" err="1"/>
              <a:t>ag.vexnum;i</a:t>
            </a:r>
            <a:r>
              <a:rPr lang="en-US" altLang="zh-CN" dirty="0"/>
              <a:t>++)</a:t>
            </a:r>
            <a:endParaRPr lang="zh-CN" altLang="zh-CN" dirty="0"/>
          </a:p>
          <a:p>
            <a:r>
              <a:rPr lang="en-US" altLang="zh-CN" dirty="0"/>
              <a:t>     visited[</a:t>
            </a:r>
            <a:r>
              <a:rPr lang="en-US" altLang="zh-CN" dirty="0" err="1"/>
              <a:t>i</a:t>
            </a:r>
            <a:r>
              <a:rPr lang="en-US" altLang="zh-CN" dirty="0"/>
              <a:t>]=0;</a:t>
            </a:r>
            <a:endParaRPr lang="zh-CN" altLang="zh-CN" dirty="0"/>
          </a:p>
          <a:p>
            <a:r>
              <a:rPr lang="en-US" altLang="zh-CN" dirty="0"/>
              <a:t>   </a:t>
            </a:r>
            <a:r>
              <a:rPr lang="en-US" altLang="zh-CN" dirty="0" err="1"/>
              <a:t>int</a:t>
            </a:r>
            <a:r>
              <a:rPr lang="en-US" altLang="zh-CN" dirty="0"/>
              <a:t> h=</a:t>
            </a:r>
            <a:r>
              <a:rPr lang="en-US" altLang="zh-CN" dirty="0" err="1"/>
              <a:t>LocateVex</a:t>
            </a:r>
            <a:r>
              <a:rPr lang="en-US" altLang="zh-CN" dirty="0"/>
              <a:t>(v);  </a:t>
            </a:r>
            <a:r>
              <a:rPr lang="en-US" altLang="zh-CN" sz="1200" dirty="0"/>
              <a:t>//</a:t>
            </a:r>
            <a:r>
              <a:rPr lang="zh-CN" altLang="zh-CN" sz="1200" dirty="0"/>
              <a:t>计算</a:t>
            </a:r>
            <a:r>
              <a:rPr lang="en-US" altLang="zh-CN" sz="1200" dirty="0"/>
              <a:t>v</a:t>
            </a:r>
            <a:r>
              <a:rPr lang="zh-CN" altLang="zh-CN" sz="1200" dirty="0"/>
              <a:t>在顶点数组表中的下标</a:t>
            </a:r>
          </a:p>
          <a:p>
            <a:r>
              <a:rPr lang="en-US" altLang="zh-CN" dirty="0"/>
              <a:t>   </a:t>
            </a:r>
            <a:r>
              <a:rPr lang="en-US" altLang="zh-CN" dirty="0" err="1"/>
              <a:t>ls.Push</a:t>
            </a:r>
            <a:r>
              <a:rPr lang="en-US" altLang="zh-CN" dirty="0"/>
              <a:t>(h);</a:t>
            </a:r>
            <a:endParaRPr lang="zh-CN" altLang="zh-CN" dirty="0"/>
          </a:p>
          <a:p>
            <a:r>
              <a:rPr lang="en-US" altLang="zh-CN" dirty="0"/>
              <a:t>   </a:t>
            </a:r>
            <a:r>
              <a:rPr lang="en-US" altLang="zh-CN" dirty="0" err="1"/>
              <a:t>cout</a:t>
            </a:r>
            <a:r>
              <a:rPr lang="en-US" altLang="zh-CN" dirty="0"/>
              <a:t>&lt;&lt;v;                   </a:t>
            </a:r>
            <a:r>
              <a:rPr lang="en-US" altLang="zh-CN" sz="1200" dirty="0"/>
              <a:t>//</a:t>
            </a:r>
            <a:r>
              <a:rPr lang="zh-CN" altLang="zh-CN" sz="1200" dirty="0"/>
              <a:t>输出顶点</a:t>
            </a:r>
          </a:p>
          <a:p>
            <a:r>
              <a:rPr lang="en-US" altLang="zh-CN" dirty="0"/>
              <a:t>   visited[h]=1;              </a:t>
            </a:r>
            <a:r>
              <a:rPr lang="en-US" altLang="zh-CN" sz="1200" dirty="0"/>
              <a:t>//</a:t>
            </a:r>
            <a:r>
              <a:rPr lang="zh-CN" altLang="zh-CN" sz="1200" dirty="0"/>
              <a:t>置访问标志为</a:t>
            </a:r>
            <a:r>
              <a:rPr lang="en-US" altLang="zh-CN" sz="1200" dirty="0"/>
              <a:t>1</a:t>
            </a:r>
            <a:endParaRPr lang="zh-CN" altLang="zh-CN" sz="1200" dirty="0"/>
          </a:p>
          <a:p>
            <a:r>
              <a:rPr lang="en-US" altLang="zh-CN" dirty="0"/>
              <a:t>   </a:t>
            </a:r>
            <a:endParaRPr lang="zh-CN" altLang="en-US" dirty="0"/>
          </a:p>
        </p:txBody>
      </p:sp>
      <p:sp>
        <p:nvSpPr>
          <p:cNvPr id="5" name="文本框 4"/>
          <p:cNvSpPr txBox="1"/>
          <p:nvPr/>
        </p:nvSpPr>
        <p:spPr>
          <a:xfrm>
            <a:off x="3779912" y="843558"/>
            <a:ext cx="5184575" cy="3693319"/>
          </a:xfrm>
          <a:prstGeom prst="rect">
            <a:avLst/>
          </a:prstGeom>
          <a:solidFill>
            <a:schemeClr val="accent2"/>
          </a:solidFill>
        </p:spPr>
        <p:txBody>
          <a:bodyPr wrap="square" rtlCol="0">
            <a:spAutoFit/>
          </a:bodyPr>
          <a:lstStyle/>
          <a:p>
            <a:r>
              <a:rPr lang="en-US" altLang="zh-CN" dirty="0"/>
              <a:t>    while(!</a:t>
            </a:r>
            <a:r>
              <a:rPr lang="en-US" altLang="zh-CN" dirty="0" err="1"/>
              <a:t>ls.EmptyStack</a:t>
            </a:r>
            <a:r>
              <a:rPr lang="en-US" altLang="zh-CN" dirty="0"/>
              <a:t>()){</a:t>
            </a:r>
            <a:endParaRPr lang="zh-CN" altLang="zh-CN" dirty="0"/>
          </a:p>
          <a:p>
            <a:r>
              <a:rPr lang="en-US" altLang="zh-CN" dirty="0"/>
              <a:t>        h=</a:t>
            </a:r>
            <a:r>
              <a:rPr lang="en-US" altLang="zh-CN" dirty="0" err="1"/>
              <a:t>ls.GetTop</a:t>
            </a:r>
            <a:r>
              <a:rPr lang="en-US" altLang="zh-CN" dirty="0"/>
              <a:t>();</a:t>
            </a:r>
            <a:endParaRPr lang="zh-CN" altLang="zh-CN" dirty="0"/>
          </a:p>
          <a:p>
            <a:r>
              <a:rPr lang="en-US" altLang="zh-CN" dirty="0"/>
              <a:t>        p=</a:t>
            </a:r>
            <a:r>
              <a:rPr lang="en-US" altLang="zh-CN" dirty="0" err="1"/>
              <a:t>ag.vertices</a:t>
            </a:r>
            <a:r>
              <a:rPr lang="en-US" altLang="zh-CN" dirty="0"/>
              <a:t>[h].</a:t>
            </a:r>
            <a:r>
              <a:rPr lang="en-US" altLang="zh-CN" dirty="0" err="1"/>
              <a:t>firstarc</a:t>
            </a:r>
            <a:r>
              <a:rPr lang="en-US" altLang="zh-CN" dirty="0"/>
              <a:t>;    </a:t>
            </a:r>
          </a:p>
          <a:p>
            <a:r>
              <a:rPr lang="en-US" altLang="zh-CN" dirty="0"/>
              <a:t>       </a:t>
            </a:r>
            <a:r>
              <a:rPr lang="en-US" altLang="zh-CN" sz="1200" dirty="0"/>
              <a:t>//</a:t>
            </a:r>
            <a:r>
              <a:rPr lang="zh-CN" altLang="zh-CN" sz="1200" dirty="0"/>
              <a:t>指向下标为</a:t>
            </a:r>
            <a:r>
              <a:rPr lang="en-US" altLang="zh-CN" sz="1200" dirty="0"/>
              <a:t>h</a:t>
            </a:r>
            <a:r>
              <a:rPr lang="zh-CN" altLang="zh-CN" sz="1200" dirty="0"/>
              <a:t>的顶点的第一个邻接点</a:t>
            </a:r>
          </a:p>
          <a:p>
            <a:r>
              <a:rPr lang="en-US" altLang="zh-CN" dirty="0"/>
              <a:t>        while(p&amp;&amp;visited[p-&gt;</a:t>
            </a:r>
            <a:r>
              <a:rPr lang="en-US" altLang="zh-CN" dirty="0" err="1"/>
              <a:t>adjvex</a:t>
            </a:r>
            <a:r>
              <a:rPr lang="en-US" altLang="zh-CN" dirty="0"/>
              <a:t>])  </a:t>
            </a:r>
            <a:r>
              <a:rPr lang="en-US" altLang="zh-CN" sz="1200" dirty="0"/>
              <a:t>//</a:t>
            </a:r>
            <a:r>
              <a:rPr lang="zh-CN" altLang="zh-CN" sz="1200" dirty="0"/>
              <a:t>查找未访问的邻接点</a:t>
            </a:r>
          </a:p>
          <a:p>
            <a:r>
              <a:rPr lang="en-US" altLang="zh-CN" dirty="0"/>
              <a:t>            p=p-&gt;</a:t>
            </a:r>
            <a:r>
              <a:rPr lang="en-US" altLang="zh-CN" dirty="0" err="1"/>
              <a:t>nextarc</a:t>
            </a:r>
            <a:r>
              <a:rPr lang="en-US" altLang="zh-CN" dirty="0"/>
              <a:t>;</a:t>
            </a:r>
            <a:endParaRPr lang="zh-CN" altLang="zh-CN" dirty="0"/>
          </a:p>
          <a:p>
            <a:r>
              <a:rPr lang="en-US" altLang="zh-CN" dirty="0"/>
              <a:t>        if(p){</a:t>
            </a:r>
            <a:r>
              <a:rPr lang="en-US" altLang="zh-CN" dirty="0" err="1"/>
              <a:t>cout</a:t>
            </a:r>
            <a:r>
              <a:rPr lang="en-US" altLang="zh-CN" dirty="0"/>
              <a:t>&lt;&lt;</a:t>
            </a:r>
            <a:r>
              <a:rPr lang="en-US" altLang="zh-CN" dirty="0" err="1"/>
              <a:t>ag.vertices</a:t>
            </a:r>
            <a:r>
              <a:rPr lang="en-US" altLang="zh-CN" dirty="0"/>
              <a:t>[p-&gt;</a:t>
            </a:r>
            <a:r>
              <a:rPr lang="en-US" altLang="zh-CN" dirty="0" err="1"/>
              <a:t>adjvex</a:t>
            </a:r>
            <a:r>
              <a:rPr lang="en-US" altLang="zh-CN" dirty="0"/>
              <a:t>].data;</a:t>
            </a:r>
            <a:endParaRPr lang="zh-CN" altLang="zh-CN" dirty="0"/>
          </a:p>
          <a:p>
            <a:r>
              <a:rPr lang="en-US" altLang="zh-CN" dirty="0"/>
              <a:t>             </a:t>
            </a:r>
            <a:r>
              <a:rPr lang="en-US" altLang="zh-CN" dirty="0" err="1"/>
              <a:t>ls.Push</a:t>
            </a:r>
            <a:r>
              <a:rPr lang="en-US" altLang="zh-CN" dirty="0"/>
              <a:t>(p-&gt;</a:t>
            </a:r>
            <a:r>
              <a:rPr lang="en-US" altLang="zh-CN" dirty="0" err="1"/>
              <a:t>adjvex</a:t>
            </a:r>
            <a:r>
              <a:rPr lang="en-US" altLang="zh-CN" dirty="0"/>
              <a:t>);</a:t>
            </a:r>
            <a:endParaRPr lang="zh-CN" altLang="zh-CN" dirty="0"/>
          </a:p>
          <a:p>
            <a:r>
              <a:rPr lang="en-US" altLang="zh-CN" dirty="0"/>
              <a:t>             visited[p-&gt;</a:t>
            </a:r>
            <a:r>
              <a:rPr lang="en-US" altLang="zh-CN" dirty="0" err="1"/>
              <a:t>adjvex</a:t>
            </a:r>
            <a:r>
              <a:rPr lang="en-US" altLang="zh-CN" dirty="0"/>
              <a:t>]=1;</a:t>
            </a:r>
            <a:endParaRPr lang="zh-CN" altLang="zh-CN" dirty="0"/>
          </a:p>
          <a:p>
            <a:r>
              <a:rPr lang="en-US" altLang="zh-CN" dirty="0"/>
              <a:t>        }</a:t>
            </a:r>
            <a:endParaRPr lang="zh-CN" altLang="zh-CN" dirty="0"/>
          </a:p>
          <a:p>
            <a:r>
              <a:rPr lang="en-US" altLang="zh-CN" dirty="0"/>
              <a:t>        else </a:t>
            </a:r>
            <a:r>
              <a:rPr lang="en-US" altLang="zh-CN" dirty="0" err="1"/>
              <a:t>ls.Pop</a:t>
            </a:r>
            <a:r>
              <a:rPr lang="en-US" altLang="zh-CN" dirty="0"/>
              <a:t>(h);</a:t>
            </a:r>
            <a:endParaRPr lang="zh-CN" altLang="zh-CN" dirty="0"/>
          </a:p>
          <a:p>
            <a:r>
              <a:rPr lang="en-US" altLang="zh-CN" dirty="0"/>
              <a:t>     }</a:t>
            </a:r>
          </a:p>
          <a:p>
            <a:r>
              <a:rPr lang="zh-CN" altLang="en-US" dirty="0"/>
              <a:t>｝</a:t>
            </a:r>
            <a:endParaRPr lang="zh-CN" altLang="zh-CN" dirty="0"/>
          </a:p>
        </p:txBody>
      </p:sp>
      <p:sp>
        <p:nvSpPr>
          <p:cNvPr id="6" name="文本框 5"/>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例题</a:t>
            </a:r>
          </a:p>
        </p:txBody>
      </p:sp>
    </p:spTree>
    <p:extLst>
      <p:ext uri="{BB962C8B-B14F-4D97-AF65-F5344CB8AC3E}">
        <p14:creationId xmlns:p14="http://schemas.microsoft.com/office/powerpoint/2010/main" val="3436956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3261152" y="1794391"/>
            <a:ext cx="4695224" cy="800930"/>
          </a:xfrm>
        </p:spPr>
        <p:txBody>
          <a:bodyPr/>
          <a:lstStyle/>
          <a:p>
            <a:r>
              <a:rPr lang="zh-CN" altLang="en-US" dirty="0"/>
              <a:t>生成树和最小生成树</a:t>
            </a:r>
          </a:p>
        </p:txBody>
      </p:sp>
      <p:sp>
        <p:nvSpPr>
          <p:cNvPr id="5" name="文本占位符 4"/>
          <p:cNvSpPr>
            <a:spLocks noGrp="1"/>
          </p:cNvSpPr>
          <p:nvPr>
            <p:ph type="body" sz="quarter" idx="11"/>
          </p:nvPr>
        </p:nvSpPr>
        <p:spPr/>
        <p:txBody>
          <a:bodyPr/>
          <a:lstStyle/>
          <a:p>
            <a:r>
              <a:rPr lang="en-US" altLang="zh-CN" dirty="0"/>
              <a:t>04</a:t>
            </a:r>
            <a:endParaRPr lang="zh-CN" altLang="en-US" dirty="0"/>
          </a:p>
        </p:txBody>
      </p:sp>
      <p:sp>
        <p:nvSpPr>
          <p:cNvPr id="2" name="矩形 1"/>
          <p:cNvSpPr/>
          <p:nvPr/>
        </p:nvSpPr>
        <p:spPr>
          <a:xfrm>
            <a:off x="179512" y="440731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12604290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4968552" cy="715538"/>
              </a:xfrm>
            </p:spPr>
            <p:txBody>
              <a:bodyPr/>
              <a:lstStyle/>
              <a:p>
                <a:pPr algn="just">
                  <a:lnSpc>
                    <a:spcPts val="2500"/>
                  </a:lnSpc>
                  <a:spcBef>
                    <a:spcPts val="0"/>
                  </a:spcBef>
                </a:pPr>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是一个连通图，</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的一个生成子图若本身是一棵树，称它为</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的一棵</a:t>
                </a:r>
                <a:r>
                  <a:rPr lang="zh-CN" altLang="zh-CN" sz="1600" dirty="0">
                    <a:solidFill>
                      <a:srgbClr val="FF0000"/>
                    </a:solidFill>
                    <a:latin typeface="Times New Roman" panose="02020603050405020304" pitchFamily="18" charset="0"/>
                    <a:cs typeface="Times New Roman" panose="02020603050405020304" pitchFamily="18" charset="0"/>
                  </a:rPr>
                  <a:t>生成树</a:t>
                </a:r>
                <a:r>
                  <a:rPr lang="zh-CN" altLang="zh-CN" sz="1600" dirty="0">
                    <a:latin typeface="Times New Roman" panose="02020603050405020304" pitchFamily="18" charset="0"/>
                    <a:cs typeface="Times New Roman" panose="02020603050405020304" pitchFamily="18" charset="0"/>
                  </a:rPr>
                  <a:t>。任何连通图都有生成树。</a:t>
                </a:r>
                <a:endParaRPr lang="en-US" altLang="zh-CN" sz="1600" dirty="0">
                  <a:latin typeface="Times New Roman" panose="02020603050405020304" pitchFamily="18" charset="0"/>
                  <a:cs typeface="Times New Roman" panose="02020603050405020304" pitchFamily="18" charset="0"/>
                </a:endParaRPr>
              </a:p>
              <a:p>
                <a:pPr marL="180000" indent="0" algn="just">
                  <a:lnSpc>
                    <a:spcPts val="2500"/>
                  </a:lnSpc>
                  <a:spcBef>
                    <a:spcPts val="0"/>
                  </a:spcBef>
                  <a:buNone/>
                </a:pPr>
                <a:r>
                  <a:rPr lang="zh-CN" altLang="zh-CN" sz="1600" dirty="0">
                    <a:latin typeface="Times New Roman" panose="02020603050405020304" pitchFamily="18" charset="0"/>
                    <a:cs typeface="Times New Roman" panose="02020603050405020304" pitchFamily="18" charset="0"/>
                  </a:rPr>
                  <a:t>图中</a:t>
                </a:r>
                <a:r>
                  <a:rPr lang="zh-CN" altLang="en-US" sz="1600" dirty="0">
                    <a:latin typeface="Times New Roman" panose="02020603050405020304" pitchFamily="18" charset="0"/>
                    <a:cs typeface="Times New Roman" panose="02020603050405020304" pitchFamily="18" charset="0"/>
                  </a:rPr>
                  <a:t>红</a:t>
                </a:r>
                <a:r>
                  <a:rPr lang="zh-CN" altLang="zh-CN" sz="1600" dirty="0">
                    <a:latin typeface="Times New Roman" panose="02020603050405020304" pitchFamily="18" charset="0"/>
                    <a:cs typeface="Times New Roman" panose="02020603050405020304" pitchFamily="18" charset="0"/>
                  </a:rPr>
                  <a:t>线的边组成的生成子图，即为</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中的两棵生成树。显然，</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若有生成树，一般不唯一。</a:t>
                </a:r>
                <a:endParaRPr lang="en-US" altLang="zh-CN" sz="1600" dirty="0">
                  <a:latin typeface="Times New Roman" panose="02020603050405020304" pitchFamily="18" charset="0"/>
                  <a:cs typeface="Times New Roman" panose="02020603050405020304" pitchFamily="18" charset="0"/>
                </a:endParaRPr>
              </a:p>
              <a:p>
                <a:pPr marL="180000" indent="0" algn="just">
                  <a:lnSpc>
                    <a:spcPts val="2500"/>
                  </a:lnSpc>
                  <a:spcBef>
                    <a:spcPts val="0"/>
                  </a:spcBef>
                  <a:buNone/>
                </a:pPr>
                <a:r>
                  <a:rPr lang="zh-CN" altLang="zh-CN" sz="1600" dirty="0">
                    <a:latin typeface="Times New Roman" panose="02020603050405020304" pitchFamily="18" charset="0"/>
                    <a:cs typeface="Times New Roman" panose="02020603050405020304" pitchFamily="18" charset="0"/>
                  </a:rPr>
                  <a:t>不难看出，有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个顶点的连通图的生成树必定有</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−1</m:t>
                    </m:r>
                  </m:oMath>
                </a14:m>
                <a:r>
                  <a:rPr lang="zh-CN" altLang="zh-CN" sz="1600" dirty="0">
                    <a:latin typeface="Times New Roman" panose="02020603050405020304" pitchFamily="18" charset="0"/>
                    <a:cs typeface="Times New Roman" panose="02020603050405020304" pitchFamily="18" charset="0"/>
                  </a:rPr>
                  <a:t>条边，生成树是连通图的极小子图，在生成树中任意增加一条边，必定产生回路。</a:t>
                </a:r>
              </a:p>
              <a:p>
                <a:pPr algn="just">
                  <a:lnSpc>
                    <a:spcPts val="2500"/>
                  </a:lnSpc>
                  <a:spcBef>
                    <a:spcPts val="0"/>
                  </a:spcBef>
                </a:pPr>
                <a:endParaRPr lang="zh-CN" altLang="zh-CN" sz="1600" dirty="0">
                  <a:latin typeface="Times New Roman" panose="02020603050405020304" pitchFamily="18" charset="0"/>
                  <a:cs typeface="Times New Roman" panose="02020603050405020304" pitchFamily="18" charset="0"/>
                </a:endParaRPr>
              </a:p>
              <a:p>
                <a:pPr algn="just"/>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4968552" cy="715538"/>
              </a:xfrm>
              <a:blipFill>
                <a:blip r:embed="rId2"/>
                <a:stretch>
                  <a:fillRect l="-859" r="-1104" b="-272650"/>
                </a:stretch>
              </a:blipFill>
            </p:spPr>
            <p:txBody>
              <a:bodyPr/>
              <a:lstStyle/>
              <a:p>
                <a:r>
                  <a:rPr lang="zh-CN" altLang="en-US">
                    <a:noFill/>
                  </a:rPr>
                  <a:t> </a:t>
                </a:r>
              </a:p>
            </p:txBody>
          </p:sp>
        </mc:Fallback>
      </mc:AlternateContent>
      <p:pic>
        <p:nvPicPr>
          <p:cNvPr id="5" name="图片 4"/>
          <p:cNvPicPr>
            <a:picLocks noChangeAspect="1"/>
          </p:cNvPicPr>
          <p:nvPr/>
        </p:nvPicPr>
        <p:blipFill>
          <a:blip r:embed="rId3"/>
          <a:stretch>
            <a:fillRect/>
          </a:stretch>
        </p:blipFill>
        <p:spPr>
          <a:xfrm>
            <a:off x="5708792" y="476897"/>
            <a:ext cx="3046818" cy="1220164"/>
          </a:xfrm>
          <a:prstGeom prst="rect">
            <a:avLst/>
          </a:prstGeom>
        </p:spPr>
      </p:pic>
      <p:pic>
        <p:nvPicPr>
          <p:cNvPr id="6" name="图片 5"/>
          <p:cNvPicPr>
            <a:picLocks noChangeAspect="1"/>
          </p:cNvPicPr>
          <p:nvPr/>
        </p:nvPicPr>
        <p:blipFill>
          <a:blip r:embed="rId4"/>
          <a:stretch>
            <a:fillRect/>
          </a:stretch>
        </p:blipFill>
        <p:spPr>
          <a:xfrm>
            <a:off x="5552274" y="1956621"/>
            <a:ext cx="3236545" cy="1296144"/>
          </a:xfrm>
          <a:prstGeom prst="rect">
            <a:avLst/>
          </a:prstGeom>
        </p:spPr>
      </p:pic>
      <mc:AlternateContent xmlns:mc="http://schemas.openxmlformats.org/markup-compatibility/2006" xmlns:a14="http://schemas.microsoft.com/office/drawing/2010/main">
        <mc:Choice Requires="a14">
          <p:sp>
            <p:nvSpPr>
              <p:cNvPr id="7" name="文本框 6"/>
              <p:cNvSpPr txBox="1"/>
              <p:nvPr/>
            </p:nvSpPr>
            <p:spPr>
              <a:xfrm>
                <a:off x="107504" y="3651870"/>
                <a:ext cx="8856984" cy="1107996"/>
              </a:xfrm>
              <a:prstGeom prst="rect">
                <a:avLst/>
              </a:prstGeom>
              <a:noFill/>
            </p:spPr>
            <p:txBody>
              <a:bodyPr wrap="square" rtlCol="0">
                <a:spAutoFit/>
              </a:bodyPr>
              <a:lstStyle/>
              <a:p>
                <a:pPr marL="285750" indent="-285750" algn="just">
                  <a:buFont typeface="Arial" panose="020B0604020202020204" pitchFamily="34" charset="0"/>
                  <a:buChar char="•"/>
                </a:pP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是一个带权连通图，其生成树上任一条边</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的权值称为该边的代价</a:t>
                </a:r>
                <a14:m>
                  <m:oMath xmlns:m="http://schemas.openxmlformats.org/officeDocument/2006/math">
                    <m:r>
                      <a:rPr lang="en-US" altLang="zh-CN" sz="1600" i="1">
                        <a:latin typeface="Cambria Math" panose="02040503050406030204" pitchFamily="18" charset="0"/>
                      </a:rPr>
                      <m:t>𝑊</m:t>
                    </m:r>
                    <m:r>
                      <a:rPr lang="en-US" altLang="zh-CN" sz="1600" i="1">
                        <a:latin typeface="Cambria Math" panose="02040503050406030204" pitchFamily="18" charset="0"/>
                      </a:rPr>
                      <m:t>(</m:t>
                    </m:r>
                    <m:r>
                      <a:rPr lang="en-US" altLang="zh-CN" sz="1600" i="1">
                        <a:latin typeface="Cambria Math" panose="02040503050406030204" pitchFamily="18" charset="0"/>
                      </a:rPr>
                      <m:t>𝑒</m:t>
                    </m:r>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的一棵生成树</a:t>
                </a:r>
                <a14:m>
                  <m:oMath xmlns:m="http://schemas.openxmlformats.org/officeDocument/2006/math">
                    <m:r>
                      <a:rPr lang="en-US" altLang="zh-CN" sz="1600" i="1">
                        <a:latin typeface="Cambria Math" panose="02040503050406030204" pitchFamily="18" charset="0"/>
                      </a:rPr>
                      <m:t>𝑇</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的代价</a:t>
                </a:r>
                <a14:m>
                  <m:oMath xmlns:m="http://schemas.openxmlformats.org/officeDocument/2006/math">
                    <m:r>
                      <a:rPr lang="en-US" altLang="zh-CN" sz="1600" i="1">
                        <a:latin typeface="Cambria Math" panose="02040503050406030204" pitchFamily="18" charset="0"/>
                      </a:rPr>
                      <m:t>𝑊</m:t>
                    </m:r>
                    <m:r>
                      <a:rPr lang="en-US" altLang="zh-CN" sz="1600" i="1">
                        <a:latin typeface="Cambria Math" panose="02040503050406030204" pitchFamily="18" charset="0"/>
                      </a:rPr>
                      <m:t>(</m:t>
                    </m:r>
                    <m:r>
                      <a:rPr lang="en-US" altLang="zh-CN" sz="1600" i="1">
                        <a:latin typeface="Cambria Math" panose="02040503050406030204" pitchFamily="18" charset="0"/>
                      </a:rPr>
                      <m:t>𝑇</m:t>
                    </m:r>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就是生成树中各边代价之和。在</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的所有生成树中，代价最小的生成树称为最小代价生成树，简称</a:t>
                </a:r>
                <a:r>
                  <a:rPr lang="zh-CN" altLang="zh-CN" sz="1600" dirty="0">
                    <a:solidFill>
                      <a:srgbClr val="FF0000"/>
                    </a:solidFill>
                    <a:latin typeface="Times New Roman" panose="02020603050405020304" pitchFamily="18" charset="0"/>
                    <a:ea typeface="黑体" panose="02010609060101010101" pitchFamily="49" charset="-122"/>
                    <a:cs typeface="Times New Roman" panose="02020603050405020304" pitchFamily="18" charset="0"/>
                  </a:rPr>
                  <a:t>最小生成树</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p>
              <a:p>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mc:Choice>
        <mc:Fallback xmlns="">
          <p:sp>
            <p:nvSpPr>
              <p:cNvPr id="7" name="文本框 6"/>
              <p:cNvSpPr txBox="1">
                <a:spLocks noRot="1" noChangeAspect="1" noMove="1" noResize="1" noEditPoints="1" noAdjustHandles="1" noChangeArrowheads="1" noChangeShapeType="1" noTextEdit="1"/>
              </p:cNvSpPr>
              <p:nvPr/>
            </p:nvSpPr>
            <p:spPr>
              <a:xfrm>
                <a:off x="107504" y="3651870"/>
                <a:ext cx="8856984" cy="1107996"/>
              </a:xfrm>
              <a:prstGeom prst="rect">
                <a:avLst/>
              </a:prstGeom>
              <a:blipFill>
                <a:blip r:embed="rId5"/>
                <a:stretch>
                  <a:fillRect l="-275" t="-2198" r="-344"/>
                </a:stretch>
              </a:blipFill>
            </p:spPr>
            <p:txBody>
              <a:bodyPr/>
              <a:lstStyle/>
              <a:p>
                <a:r>
                  <a:rPr lang="zh-CN" altLang="en-US">
                    <a:noFill/>
                  </a:rPr>
                  <a:t> </a:t>
                </a:r>
              </a:p>
            </p:txBody>
          </p:sp>
        </mc:Fallback>
      </mc:AlternateContent>
      <p:sp>
        <p:nvSpPr>
          <p:cNvPr id="8" name="文本框 7"/>
          <p:cNvSpPr txBox="1"/>
          <p:nvPr/>
        </p:nvSpPr>
        <p:spPr>
          <a:xfrm>
            <a:off x="611380" y="115457"/>
            <a:ext cx="324054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生成树和最小生成树的概念</a:t>
            </a:r>
            <a:endParaRPr lang="zh-CN" altLang="en-US" sz="2000" dirty="0"/>
          </a:p>
        </p:txBody>
      </p:sp>
    </p:spTree>
    <p:extLst>
      <p:ext uri="{BB962C8B-B14F-4D97-AF65-F5344CB8AC3E}">
        <p14:creationId xmlns:p14="http://schemas.microsoft.com/office/powerpoint/2010/main" val="249593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fill="hold"/>
                                        <p:tgtEl>
                                          <p:spTgt spid="6"/>
                                        </p:tgtEl>
                                        <p:attrNameLst>
                                          <p:attrName>ppt_x</p:attrName>
                                        </p:attrNameLst>
                                      </p:cBhvr>
                                      <p:tavLst>
                                        <p:tav tm="0">
                                          <p:val>
                                            <p:strVal val="#ppt_x"/>
                                          </p:val>
                                        </p:tav>
                                        <p:tav tm="100000">
                                          <p:val>
                                            <p:strVal val="#ppt_x"/>
                                          </p:val>
                                        </p:tav>
                                      </p:tavLst>
                                    </p:anim>
                                    <p:anim calcmode="lin" valueType="num">
                                      <p:cBhvr additive="base">
                                        <p:cTn id="32"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9"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0-#ppt_w/2"/>
                                          </p:val>
                                        </p:tav>
                                        <p:tav tm="100000">
                                          <p:val>
                                            <p:strVal val="#ppt_x"/>
                                          </p:val>
                                        </p:tav>
                                      </p:tavLst>
                                    </p:anim>
                                    <p:anim calcmode="lin" valueType="num">
                                      <p:cBhvr additive="base">
                                        <p:cTn id="3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8856984" cy="3507876"/>
              </a:xfrm>
            </p:spPr>
            <p:txBody>
              <a:bodyPr/>
              <a:lstStyle/>
              <a:p>
                <a:pPr marL="0" indent="0">
                  <a:lnSpc>
                    <a:spcPts val="2600"/>
                  </a:lnSpc>
                  <a:buNone/>
                </a:pPr>
                <a:r>
                  <a:rPr lang="zh-CN" altLang="zh-CN" sz="1600" dirty="0"/>
                  <a:t>（</a:t>
                </a:r>
                <a:r>
                  <a:rPr lang="en-US" altLang="zh-CN" sz="1600" dirty="0"/>
                  <a:t>1</a:t>
                </a:r>
                <a:r>
                  <a:rPr lang="zh-CN" altLang="zh-CN" sz="1600" dirty="0"/>
                  <a:t>）只能选用该连通图中的边来构造最小生成树；</a:t>
                </a:r>
              </a:p>
              <a:p>
                <a:pPr marL="0" indent="0">
                  <a:lnSpc>
                    <a:spcPts val="2600"/>
                  </a:lnSpc>
                  <a:buNone/>
                </a:pPr>
                <a:r>
                  <a:rPr lang="zh-CN" altLang="zh-CN" sz="1600" dirty="0"/>
                  <a:t>（</a:t>
                </a:r>
                <a:r>
                  <a:rPr lang="en-US" altLang="zh-CN" sz="1600" dirty="0"/>
                  <a:t>2</a:t>
                </a:r>
                <a:r>
                  <a:rPr lang="zh-CN" altLang="zh-CN" sz="1600" dirty="0"/>
                  <a:t>）必需使用且仅能使用</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−1</m:t>
                    </m:r>
                  </m:oMath>
                </a14:m>
                <a:r>
                  <a:rPr lang="zh-CN" altLang="zh-CN" sz="1600" dirty="0"/>
                  <a:t>条边来连接连通图中的</a:t>
                </a:r>
                <a14:m>
                  <m:oMath xmlns:m="http://schemas.openxmlformats.org/officeDocument/2006/math">
                    <m:r>
                      <a:rPr lang="en-US" altLang="zh-CN" sz="1600" i="1">
                        <a:latin typeface="Cambria Math" panose="02040503050406030204" pitchFamily="18" charset="0"/>
                      </a:rPr>
                      <m:t>𝑛</m:t>
                    </m:r>
                  </m:oMath>
                </a14:m>
                <a:r>
                  <a:rPr lang="zh-CN" altLang="zh-CN" sz="1600" dirty="0"/>
                  <a:t>个顶点；</a:t>
                </a:r>
              </a:p>
              <a:p>
                <a:pPr marL="0" indent="0">
                  <a:lnSpc>
                    <a:spcPts val="2600"/>
                  </a:lnSpc>
                  <a:buNone/>
                </a:pPr>
                <a:r>
                  <a:rPr lang="zh-CN" altLang="zh-CN" sz="1600" dirty="0"/>
                  <a:t>（</a:t>
                </a:r>
                <a:r>
                  <a:rPr lang="en-US" altLang="zh-CN" sz="1600" dirty="0"/>
                  <a:t>3</a:t>
                </a:r>
                <a:r>
                  <a:rPr lang="zh-CN" altLang="zh-CN" sz="1600" dirty="0"/>
                  <a:t>）选用的</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−1</m:t>
                    </m:r>
                  </m:oMath>
                </a14:m>
                <a:r>
                  <a:rPr lang="zh-CN" altLang="zh-CN" sz="1600" dirty="0"/>
                  <a:t>条边不能产生回路。</a:t>
                </a:r>
              </a:p>
              <a:p>
                <a:pPr marL="0" indent="0">
                  <a:lnSpc>
                    <a:spcPts val="2600"/>
                  </a:lnSpc>
                  <a:buNone/>
                </a:pPr>
                <a:r>
                  <a:rPr lang="zh-CN" altLang="zh-CN" sz="1600" dirty="0"/>
                  <a:t>（</a:t>
                </a:r>
                <a:r>
                  <a:rPr lang="en-US" altLang="zh-CN" sz="1600" dirty="0"/>
                  <a:t>4</a:t>
                </a:r>
                <a:r>
                  <a:rPr lang="zh-CN" altLang="zh-CN" sz="1600" dirty="0"/>
                  <a:t>）尽量选取权值小的边。</a:t>
                </a: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8856984" cy="3507876"/>
              </a:xfrm>
              <a:blipFill>
                <a:blip r:embed="rId2"/>
                <a:stretch>
                  <a:fillRect l="-619"/>
                </a:stretch>
              </a:blipFill>
            </p:spPr>
            <p:txBody>
              <a:bodyPr/>
              <a:lstStyle/>
              <a:p>
                <a:r>
                  <a:rPr lang="zh-CN" altLang="en-US">
                    <a:noFill/>
                  </a:rPr>
                  <a:t> </a:t>
                </a:r>
              </a:p>
            </p:txBody>
          </p:sp>
        </mc:Fallback>
      </mc:AlternateContent>
      <p:sp>
        <p:nvSpPr>
          <p:cNvPr id="5" name="文本框 4"/>
          <p:cNvSpPr txBox="1"/>
          <p:nvPr/>
        </p:nvSpPr>
        <p:spPr>
          <a:xfrm>
            <a:off x="611380" y="115457"/>
            <a:ext cx="273648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最小生成树的生成准则</a:t>
            </a:r>
          </a:p>
        </p:txBody>
      </p:sp>
    </p:spTree>
    <p:extLst>
      <p:ext uri="{BB962C8B-B14F-4D97-AF65-F5344CB8AC3E}">
        <p14:creationId xmlns:p14="http://schemas.microsoft.com/office/powerpoint/2010/main" val="3486238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611380" y="1064124"/>
            <a:ext cx="8353108" cy="3507876"/>
          </a:xfrm>
        </p:spPr>
        <p:txBody>
          <a:bodyPr/>
          <a:lstStyle/>
          <a:p>
            <a:r>
              <a:rPr lang="en-US" altLang="zh-CN" sz="1800" dirty="0" err="1">
                <a:solidFill>
                  <a:srgbClr val="C00000"/>
                </a:solidFill>
                <a:latin typeface="Times New Roman" panose="02020603050405020304" pitchFamily="18" charset="0"/>
                <a:cs typeface="Times New Roman" panose="02020603050405020304" pitchFamily="18" charset="0"/>
              </a:rPr>
              <a:t>Kruskal</a:t>
            </a:r>
            <a:r>
              <a:rPr lang="zh-CN" altLang="zh-CN" sz="1800" dirty="0">
                <a:solidFill>
                  <a:srgbClr val="C00000"/>
                </a:solidFill>
                <a:latin typeface="Times New Roman" panose="02020603050405020304" pitchFamily="18" charset="0"/>
                <a:cs typeface="Times New Roman" panose="02020603050405020304" pitchFamily="18" charset="0"/>
              </a:rPr>
              <a:t>算法</a:t>
            </a:r>
            <a:r>
              <a:rPr lang="zh-CN" altLang="en-US" sz="1800" dirty="0">
                <a:latin typeface="Times New Roman" panose="02020603050405020304" pitchFamily="18" charset="0"/>
                <a:cs typeface="Times New Roman" panose="02020603050405020304" pitchFamily="18" charset="0"/>
              </a:rPr>
              <a:t>：通常适用于稀疏图</a:t>
            </a:r>
            <a:endParaRPr lang="en-US" altLang="zh-CN" sz="1800" dirty="0">
              <a:latin typeface="Times New Roman" panose="02020603050405020304" pitchFamily="18" charset="0"/>
              <a:cs typeface="Times New Roman" panose="02020603050405020304" pitchFamily="18" charset="0"/>
            </a:endParaRPr>
          </a:p>
          <a:p>
            <a:r>
              <a:rPr lang="en-US" altLang="zh-CN" sz="1800" dirty="0">
                <a:solidFill>
                  <a:srgbClr val="C00000"/>
                </a:solidFill>
                <a:latin typeface="Times New Roman" panose="02020603050405020304" pitchFamily="18" charset="0"/>
                <a:cs typeface="Times New Roman" panose="02020603050405020304" pitchFamily="18" charset="0"/>
              </a:rPr>
              <a:t>Prim</a:t>
            </a:r>
            <a:r>
              <a:rPr lang="zh-CN" altLang="zh-CN" sz="1800" dirty="0">
                <a:solidFill>
                  <a:srgbClr val="C00000"/>
                </a:solidFill>
                <a:latin typeface="Times New Roman" panose="02020603050405020304" pitchFamily="18" charset="0"/>
                <a:cs typeface="Times New Roman" panose="02020603050405020304" pitchFamily="18" charset="0"/>
              </a:rPr>
              <a:t>算法</a:t>
            </a:r>
            <a:r>
              <a:rPr lang="zh-CN" altLang="en-US" sz="1800" dirty="0">
                <a:latin typeface="Times New Roman" panose="02020603050405020304" pitchFamily="18" charset="0"/>
                <a:cs typeface="Times New Roman" panose="02020603050405020304" pitchFamily="18" charset="0"/>
              </a:rPr>
              <a:t>：通常适用于稠密图</a:t>
            </a:r>
            <a:endParaRPr lang="en-US" altLang="zh-CN" sz="1800" dirty="0">
              <a:latin typeface="Times New Roman" panose="02020603050405020304" pitchFamily="18" charset="0"/>
              <a:cs typeface="Times New Roman" panose="02020603050405020304" pitchFamily="18" charset="0"/>
            </a:endParaRPr>
          </a:p>
          <a:p>
            <a:endParaRPr lang="zh-CN" altLang="en-US" sz="18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611380" y="115457"/>
            <a:ext cx="237644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a:t>2</a:t>
            </a:r>
            <a:r>
              <a:rPr lang="zh-CN" altLang="en-US" sz="2000" dirty="0"/>
              <a:t>种最小生成树算法</a:t>
            </a:r>
          </a:p>
        </p:txBody>
      </p:sp>
    </p:spTree>
    <p:extLst>
      <p:ext uri="{BB962C8B-B14F-4D97-AF65-F5344CB8AC3E}">
        <p14:creationId xmlns:p14="http://schemas.microsoft.com/office/powerpoint/2010/main" val="694344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64124"/>
                <a:ext cx="8928992" cy="3507876"/>
              </a:xfrm>
            </p:spPr>
            <p:txBody>
              <a:bodyPr/>
              <a:lstStyle/>
              <a:p>
                <a:pPr>
                  <a:lnSpc>
                    <a:spcPts val="2600"/>
                  </a:lnSpc>
                  <a:spcBef>
                    <a:spcPts val="0"/>
                  </a:spcBef>
                </a:pPr>
                <a:r>
                  <a:rPr lang="en-US" altLang="zh-CN" sz="1600" dirty="0">
                    <a:latin typeface="Times New Roman" panose="02020603050405020304" pitchFamily="18" charset="0"/>
                    <a:cs typeface="Times New Roman" panose="02020603050405020304" pitchFamily="18" charset="0"/>
                  </a:rPr>
                  <a:t>Kruskal</a:t>
                </a:r>
                <a:r>
                  <a:rPr lang="zh-CN" altLang="zh-CN" sz="1600" dirty="0">
                    <a:latin typeface="Times New Roman" panose="02020603050405020304" pitchFamily="18" charset="0"/>
                    <a:cs typeface="Times New Roman" panose="02020603050405020304" pitchFamily="18" charset="0"/>
                  </a:rPr>
                  <a:t>算法是一种按权值的递增次序选择合适的边来构造最小生成树的方法。</a:t>
                </a:r>
                <a:endParaRPr lang="en-US" altLang="zh-CN" sz="1600" dirty="0">
                  <a:latin typeface="Times New Roman" panose="02020603050405020304" pitchFamily="18" charset="0"/>
                  <a:cs typeface="Times New Roman" panose="02020603050405020304" pitchFamily="18" charset="0"/>
                </a:endParaRPr>
              </a:p>
              <a:p>
                <a:pPr>
                  <a:lnSpc>
                    <a:spcPts val="2600"/>
                  </a:lnSpc>
                  <a:spcBef>
                    <a:spcPts val="0"/>
                  </a:spcBef>
                </a:pPr>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是一个具有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个顶点的带权连通无向图，</a:t>
                </a:r>
                <a14:m>
                  <m:oMath xmlns:m="http://schemas.openxmlformats.org/officeDocument/2006/math">
                    <m:r>
                      <a:rPr lang="en-US" altLang="zh-CN" sz="1600" i="1">
                        <a:latin typeface="Cambria Math" panose="02040503050406030204" pitchFamily="18" charset="0"/>
                      </a:rPr>
                      <m:t>𝑇</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𝑇𝐸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的最小生成树，则构造最小生成树的步骤如下：</a:t>
                </a:r>
              </a:p>
              <a:p>
                <a:pPr marL="180000" indent="0">
                  <a:lnSpc>
                    <a:spcPts val="2600"/>
                  </a:lnSpc>
                  <a:spcBef>
                    <a:spcPts val="0"/>
                  </a:spcBef>
                  <a:buNone/>
                </a:pPr>
                <a:r>
                  <a:rPr lang="zh-CN"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a:solidFill>
                      <a:srgbClr val="C00000"/>
                    </a:solidFill>
                    <a:latin typeface="Times New Roman" panose="02020603050405020304" pitchFamily="18" charset="0"/>
                    <a:cs typeface="Times New Roman" panose="02020603050405020304" pitchFamily="18" charset="0"/>
                  </a:rPr>
                  <a:t>1</a:t>
                </a:r>
                <a:r>
                  <a:rPr lang="zh-CN" altLang="zh-CN" sz="1600" dirty="0">
                    <a:solidFill>
                      <a:srgbClr val="C00000"/>
                    </a:solidFill>
                    <a:latin typeface="Times New Roman" panose="02020603050405020304" pitchFamily="18" charset="0"/>
                    <a:cs typeface="Times New Roman" panose="02020603050405020304" pitchFamily="18" charset="0"/>
                  </a:rPr>
                  <a:t>）构造一个由</a:t>
                </a:r>
                <a14:m>
                  <m:oMath xmlns:m="http://schemas.openxmlformats.org/officeDocument/2006/math">
                    <m:r>
                      <a:rPr lang="en-US" altLang="zh-CN" sz="1600" i="1">
                        <a:solidFill>
                          <a:srgbClr val="C00000"/>
                        </a:solidFill>
                        <a:latin typeface="Cambria Math" panose="02040503050406030204" pitchFamily="18" charset="0"/>
                      </a:rPr>
                      <m:t>𝑛</m:t>
                    </m:r>
                  </m:oMath>
                </a14:m>
                <a:r>
                  <a:rPr lang="zh-CN" altLang="zh-CN" sz="1600" dirty="0">
                    <a:solidFill>
                      <a:srgbClr val="C00000"/>
                    </a:solidFill>
                    <a:latin typeface="Times New Roman" panose="02020603050405020304" pitchFamily="18" charset="0"/>
                    <a:cs typeface="Times New Roman" panose="02020603050405020304" pitchFamily="18" charset="0"/>
                  </a:rPr>
                  <a:t>个顶点组成，不含任何边的图</a:t>
                </a:r>
                <a14:m>
                  <m:oMath xmlns:m="http://schemas.openxmlformats.org/officeDocument/2006/math">
                    <m:r>
                      <a:rPr lang="en-US" altLang="zh-CN" sz="1600" i="1">
                        <a:solidFill>
                          <a:srgbClr val="C00000"/>
                        </a:solidFill>
                        <a:latin typeface="Cambria Math" panose="02040503050406030204" pitchFamily="18" charset="0"/>
                      </a:rPr>
                      <m:t>𝑇</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𝑉</m:t>
                    </m:r>
                    <m:r>
                      <a:rPr lang="en-US" altLang="zh-CN" sz="1600">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，即</a:t>
                </a:r>
                <a14:m>
                  <m:oMath xmlns:m="http://schemas.openxmlformats.org/officeDocument/2006/math">
                    <m:r>
                      <a:rPr lang="en-US" altLang="zh-CN" sz="1600" i="1">
                        <a:solidFill>
                          <a:srgbClr val="C00000"/>
                        </a:solidFill>
                        <a:latin typeface="Cambria Math" panose="02040503050406030204" pitchFamily="18" charset="0"/>
                      </a:rPr>
                      <m:t>𝑇𝐸</m:t>
                    </m:r>
                  </m:oMath>
                </a14:m>
                <a:r>
                  <a:rPr lang="zh-CN" altLang="zh-CN" sz="1600" dirty="0">
                    <a:solidFill>
                      <a:srgbClr val="C00000"/>
                    </a:solidFill>
                    <a:latin typeface="Times New Roman" panose="02020603050405020304" pitchFamily="18" charset="0"/>
                    <a:cs typeface="Times New Roman" panose="02020603050405020304" pitchFamily="18" charset="0"/>
                  </a:rPr>
                  <a:t>为空集（其中每个顶点构成一个连通分量）。</a:t>
                </a:r>
                <a:endParaRPr lang="zh-CN" altLang="zh-CN" sz="1600" dirty="0">
                  <a:latin typeface="Times New Roman" panose="02020603050405020304" pitchFamily="18" charset="0"/>
                  <a:cs typeface="Times New Roman" panose="02020603050405020304" pitchFamily="18" charset="0"/>
                </a:endParaRPr>
              </a:p>
              <a:p>
                <a:pPr marL="18000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solidFill>
                      <a:srgbClr val="002060"/>
                    </a:solidFill>
                    <a:latin typeface="Times New Roman" panose="02020603050405020304" pitchFamily="18" charset="0"/>
                    <a:cs typeface="Times New Roman" panose="02020603050405020304" pitchFamily="18" charset="0"/>
                  </a:rPr>
                  <a:t>2</a:t>
                </a:r>
                <a:r>
                  <a:rPr lang="zh-CN" altLang="zh-CN" sz="1600" dirty="0">
                    <a:solidFill>
                      <a:srgbClr val="002060"/>
                    </a:solidFill>
                    <a:latin typeface="Times New Roman" panose="02020603050405020304" pitchFamily="18" charset="0"/>
                    <a:cs typeface="Times New Roman" panose="02020603050405020304" pitchFamily="18" charset="0"/>
                  </a:rPr>
                  <a:t>）不断从</a:t>
                </a:r>
                <a14:m>
                  <m:oMath xmlns:m="http://schemas.openxmlformats.org/officeDocument/2006/math">
                    <m:r>
                      <a:rPr lang="en-US" altLang="zh-CN" sz="1600" i="1">
                        <a:solidFill>
                          <a:srgbClr val="002060"/>
                        </a:solidFill>
                        <a:latin typeface="Cambria Math" panose="02040503050406030204" pitchFamily="18" charset="0"/>
                      </a:rPr>
                      <m:t>𝐸</m:t>
                    </m:r>
                  </m:oMath>
                </a14:m>
                <a:r>
                  <a:rPr lang="zh-CN" altLang="zh-CN" sz="1600" dirty="0">
                    <a:solidFill>
                      <a:srgbClr val="002060"/>
                    </a:solidFill>
                    <a:latin typeface="Times New Roman" panose="02020603050405020304" pitchFamily="18" charset="0"/>
                    <a:cs typeface="Times New Roman" panose="02020603050405020304" pitchFamily="18" charset="0"/>
                  </a:rPr>
                  <a:t>中取出代价最小的一条边，若该边未使</a:t>
                </a:r>
                <a14:m>
                  <m:oMath xmlns:m="http://schemas.openxmlformats.org/officeDocument/2006/math">
                    <m:r>
                      <a:rPr lang="en-US" altLang="zh-CN" sz="1600" i="1">
                        <a:solidFill>
                          <a:srgbClr val="002060"/>
                        </a:solidFill>
                        <a:latin typeface="Cambria Math" panose="02040503050406030204" pitchFamily="18" charset="0"/>
                      </a:rPr>
                      <m:t>𝑇</m:t>
                    </m:r>
                  </m:oMath>
                </a14:m>
                <a:r>
                  <a:rPr lang="zh-CN" altLang="zh-CN" sz="1600" dirty="0">
                    <a:solidFill>
                      <a:srgbClr val="002060"/>
                    </a:solidFill>
                    <a:latin typeface="Times New Roman" panose="02020603050405020304" pitchFamily="18" charset="0"/>
                    <a:cs typeface="Times New Roman" panose="02020603050405020304" pitchFamily="18" charset="0"/>
                  </a:rPr>
                  <a:t>形成回路（即该边的两个顶点来自</a:t>
                </a:r>
                <a14:m>
                  <m:oMath xmlns:m="http://schemas.openxmlformats.org/officeDocument/2006/math">
                    <m:r>
                      <a:rPr lang="en-US" altLang="zh-CN" sz="1600" i="1">
                        <a:solidFill>
                          <a:srgbClr val="002060"/>
                        </a:solidFill>
                        <a:latin typeface="Cambria Math" panose="02040503050406030204" pitchFamily="18" charset="0"/>
                      </a:rPr>
                      <m:t>𝑇</m:t>
                    </m:r>
                  </m:oMath>
                </a14:m>
                <a:r>
                  <a:rPr lang="zh-CN" altLang="zh-CN" sz="1600" dirty="0">
                    <a:solidFill>
                      <a:srgbClr val="002060"/>
                    </a:solidFill>
                    <a:latin typeface="Times New Roman" panose="02020603050405020304" pitchFamily="18" charset="0"/>
                    <a:cs typeface="Times New Roman" panose="02020603050405020304" pitchFamily="18" charset="0"/>
                  </a:rPr>
                  <a:t>中不同的连通分量），则将此边加入到</a:t>
                </a:r>
                <a14:m>
                  <m:oMath xmlns:m="http://schemas.openxmlformats.org/officeDocument/2006/math">
                    <m:r>
                      <a:rPr lang="en-US" altLang="zh-CN" sz="1600" i="1">
                        <a:solidFill>
                          <a:srgbClr val="002060"/>
                        </a:solidFill>
                        <a:latin typeface="Cambria Math" panose="02040503050406030204" pitchFamily="18" charset="0"/>
                      </a:rPr>
                      <m:t>𝑇𝐸</m:t>
                    </m:r>
                  </m:oMath>
                </a14:m>
                <a:r>
                  <a:rPr lang="zh-CN" altLang="zh-CN" sz="1600" dirty="0">
                    <a:solidFill>
                      <a:srgbClr val="002060"/>
                    </a:solidFill>
                    <a:latin typeface="Times New Roman" panose="02020603050405020304" pitchFamily="18" charset="0"/>
                    <a:cs typeface="Times New Roman" panose="02020603050405020304" pitchFamily="18" charset="0"/>
                  </a:rPr>
                  <a:t>中，否则舍去此边选择下一条代价最小的边。依次类推，直到</a:t>
                </a:r>
                <a14:m>
                  <m:oMath xmlns:m="http://schemas.openxmlformats.org/officeDocument/2006/math">
                    <m:r>
                      <a:rPr lang="en-US" altLang="zh-CN" sz="1600" i="1">
                        <a:solidFill>
                          <a:srgbClr val="002060"/>
                        </a:solidFill>
                        <a:latin typeface="Cambria Math" panose="02040503050406030204" pitchFamily="18" charset="0"/>
                      </a:rPr>
                      <m:t>𝑇𝐸</m:t>
                    </m:r>
                  </m:oMath>
                </a14:m>
                <a:r>
                  <a:rPr lang="zh-CN" altLang="zh-CN" sz="1600" dirty="0">
                    <a:solidFill>
                      <a:srgbClr val="002060"/>
                    </a:solidFill>
                    <a:latin typeface="Times New Roman" panose="02020603050405020304" pitchFamily="18" charset="0"/>
                    <a:cs typeface="Times New Roman" panose="02020603050405020304" pitchFamily="18" charset="0"/>
                  </a:rPr>
                  <a:t>中包含</a:t>
                </a:r>
                <a14:m>
                  <m:oMath xmlns:m="http://schemas.openxmlformats.org/officeDocument/2006/math">
                    <m:r>
                      <a:rPr lang="en-US" altLang="zh-CN" sz="1600" i="1">
                        <a:solidFill>
                          <a:srgbClr val="002060"/>
                        </a:solidFill>
                        <a:latin typeface="Cambria Math" panose="02040503050406030204" pitchFamily="18" charset="0"/>
                      </a:rPr>
                      <m:t>𝑛</m:t>
                    </m:r>
                    <m:r>
                      <a:rPr lang="en-US" altLang="zh-CN" sz="1600" i="1">
                        <a:solidFill>
                          <a:srgbClr val="002060"/>
                        </a:solidFill>
                        <a:latin typeface="Cambria Math" panose="02040503050406030204" pitchFamily="18" charset="0"/>
                      </a:rPr>
                      <m:t>−1</m:t>
                    </m:r>
                  </m:oMath>
                </a14:m>
                <a:r>
                  <a:rPr lang="zh-CN" altLang="zh-CN" sz="1600" dirty="0">
                    <a:solidFill>
                      <a:srgbClr val="002060"/>
                    </a:solidFill>
                    <a:latin typeface="Times New Roman" panose="02020603050405020304" pitchFamily="18" charset="0"/>
                    <a:cs typeface="Times New Roman" panose="02020603050405020304" pitchFamily="18" charset="0"/>
                  </a:rPr>
                  <a:t>条边为止。</a:t>
                </a:r>
              </a:p>
              <a:p>
                <a:pPr marL="0" indent="0">
                  <a:lnSpc>
                    <a:spcPts val="2600"/>
                  </a:lnSpc>
                  <a:spcBef>
                    <a:spcPts val="0"/>
                  </a:spcBef>
                  <a:buNone/>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64124"/>
                <a:ext cx="8928992" cy="3507876"/>
              </a:xfrm>
              <a:blipFill>
                <a:blip r:embed="rId2"/>
                <a:stretch>
                  <a:fillRect l="-546" r="-342"/>
                </a:stretch>
              </a:blipFill>
            </p:spPr>
            <p:txBody>
              <a:bodyPr/>
              <a:lstStyle/>
              <a:p>
                <a:r>
                  <a:rPr lang="zh-CN" altLang="en-US">
                    <a:noFill/>
                  </a:rPr>
                  <a:t> </a:t>
                </a:r>
              </a:p>
            </p:txBody>
          </p:sp>
        </mc:Fallback>
      </mc:AlternateContent>
      <p:sp>
        <p:nvSpPr>
          <p:cNvPr id="4" name="文本框 3"/>
          <p:cNvSpPr txBox="1"/>
          <p:nvPr/>
        </p:nvSpPr>
        <p:spPr>
          <a:xfrm>
            <a:off x="611380" y="115457"/>
            <a:ext cx="144034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err="1"/>
              <a:t>Kruskal</a:t>
            </a:r>
            <a:r>
              <a:rPr lang="zh-CN" altLang="en-US" sz="2000" dirty="0"/>
              <a:t>算法</a:t>
            </a:r>
          </a:p>
        </p:txBody>
      </p:sp>
    </p:spTree>
    <p:extLst>
      <p:ext uri="{BB962C8B-B14F-4D97-AF65-F5344CB8AC3E}">
        <p14:creationId xmlns:p14="http://schemas.microsoft.com/office/powerpoint/2010/main" val="2113263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a:stretch>
            <a:fillRect/>
          </a:stretch>
        </p:blipFill>
        <p:spPr>
          <a:xfrm>
            <a:off x="2574104" y="1924537"/>
            <a:ext cx="1702197" cy="1440160"/>
          </a:xfrm>
          <a:prstGeom prst="rect">
            <a:avLst/>
          </a:prstGeom>
        </p:spPr>
      </p:pic>
      <p:pic>
        <p:nvPicPr>
          <p:cNvPr id="5" name="图片 4"/>
          <p:cNvPicPr>
            <a:picLocks noChangeAspect="1"/>
          </p:cNvPicPr>
          <p:nvPr/>
        </p:nvPicPr>
        <p:blipFill>
          <a:blip r:embed="rId3"/>
          <a:stretch>
            <a:fillRect/>
          </a:stretch>
        </p:blipFill>
        <p:spPr>
          <a:xfrm>
            <a:off x="5094385" y="1708513"/>
            <a:ext cx="1853879" cy="1799341"/>
          </a:xfrm>
          <a:prstGeom prst="rect">
            <a:avLst/>
          </a:prstGeom>
        </p:spPr>
      </p:pic>
      <p:cxnSp>
        <p:nvCxnSpPr>
          <p:cNvPr id="7" name="直接连接符 6"/>
          <p:cNvCxnSpPr/>
          <p:nvPr/>
        </p:nvCxnSpPr>
        <p:spPr>
          <a:xfrm>
            <a:off x="5382417" y="2788633"/>
            <a:ext cx="216024" cy="28803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8" name="文本框 7"/>
          <p:cNvSpPr txBox="1"/>
          <p:nvPr/>
        </p:nvSpPr>
        <p:spPr>
          <a:xfrm>
            <a:off x="5262283" y="2860641"/>
            <a:ext cx="163655" cy="276999"/>
          </a:xfrm>
          <a:prstGeom prst="rect">
            <a:avLst/>
          </a:prstGeom>
          <a:noFill/>
        </p:spPr>
        <p:txBody>
          <a:bodyPr wrap="square" rtlCol="0">
            <a:spAutoFit/>
          </a:bodyPr>
          <a:lstStyle/>
          <a:p>
            <a:r>
              <a:rPr lang="en-US" altLang="zh-CN" sz="1200" dirty="0"/>
              <a:t>1</a:t>
            </a:r>
            <a:endParaRPr lang="zh-CN" altLang="en-US" sz="1200" dirty="0"/>
          </a:p>
        </p:txBody>
      </p:sp>
      <p:cxnSp>
        <p:nvCxnSpPr>
          <p:cNvPr id="10" name="直接连接符 9"/>
          <p:cNvCxnSpPr/>
          <p:nvPr/>
        </p:nvCxnSpPr>
        <p:spPr>
          <a:xfrm>
            <a:off x="6174505" y="2644617"/>
            <a:ext cx="432048" cy="21602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13" name="文本框 12"/>
          <p:cNvSpPr txBox="1"/>
          <p:nvPr/>
        </p:nvSpPr>
        <p:spPr>
          <a:xfrm>
            <a:off x="6283212" y="2511634"/>
            <a:ext cx="163655" cy="276999"/>
          </a:xfrm>
          <a:prstGeom prst="rect">
            <a:avLst/>
          </a:prstGeom>
          <a:noFill/>
        </p:spPr>
        <p:txBody>
          <a:bodyPr wrap="square" rtlCol="0">
            <a:spAutoFit/>
          </a:bodyPr>
          <a:lstStyle/>
          <a:p>
            <a:r>
              <a:rPr lang="en-US" altLang="zh-CN" sz="1200" dirty="0"/>
              <a:t>1</a:t>
            </a:r>
            <a:endParaRPr lang="zh-CN" altLang="en-US" sz="1200" dirty="0"/>
          </a:p>
        </p:txBody>
      </p:sp>
      <p:cxnSp>
        <p:nvCxnSpPr>
          <p:cNvPr id="15" name="直接连接符 14"/>
          <p:cNvCxnSpPr/>
          <p:nvPr/>
        </p:nvCxnSpPr>
        <p:spPr>
          <a:xfrm flipV="1">
            <a:off x="5417917" y="2116498"/>
            <a:ext cx="172503" cy="371073"/>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文本框 15"/>
          <p:cNvSpPr txBox="1"/>
          <p:nvPr/>
        </p:nvSpPr>
        <p:spPr>
          <a:xfrm>
            <a:off x="5300589" y="2115813"/>
            <a:ext cx="163655" cy="276999"/>
          </a:xfrm>
          <a:prstGeom prst="rect">
            <a:avLst/>
          </a:prstGeom>
          <a:noFill/>
        </p:spPr>
        <p:txBody>
          <a:bodyPr wrap="square" rtlCol="0">
            <a:spAutoFit/>
          </a:bodyPr>
          <a:lstStyle/>
          <a:p>
            <a:r>
              <a:rPr lang="en-US" altLang="zh-CN" sz="1200" dirty="0"/>
              <a:t>2</a:t>
            </a:r>
            <a:endParaRPr lang="zh-CN" altLang="en-US" sz="1200" dirty="0"/>
          </a:p>
        </p:txBody>
      </p:sp>
      <p:cxnSp>
        <p:nvCxnSpPr>
          <p:cNvPr id="18" name="直接连接符 17"/>
          <p:cNvCxnSpPr/>
          <p:nvPr/>
        </p:nvCxnSpPr>
        <p:spPr>
          <a:xfrm flipV="1">
            <a:off x="6077030" y="2269950"/>
            <a:ext cx="513481" cy="185537"/>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19" name="文本框 18"/>
          <p:cNvSpPr txBox="1"/>
          <p:nvPr/>
        </p:nvSpPr>
        <p:spPr>
          <a:xfrm>
            <a:off x="6197339" y="2162627"/>
            <a:ext cx="163655" cy="276999"/>
          </a:xfrm>
          <a:prstGeom prst="rect">
            <a:avLst/>
          </a:prstGeom>
          <a:noFill/>
        </p:spPr>
        <p:txBody>
          <a:bodyPr wrap="square" rtlCol="0">
            <a:spAutoFit/>
          </a:bodyPr>
          <a:lstStyle/>
          <a:p>
            <a:r>
              <a:rPr lang="en-US" altLang="zh-CN" sz="1200" dirty="0"/>
              <a:t>2</a:t>
            </a:r>
            <a:endParaRPr lang="zh-CN" altLang="en-US" sz="1200" dirty="0"/>
          </a:p>
        </p:txBody>
      </p:sp>
      <p:cxnSp>
        <p:nvCxnSpPr>
          <p:cNvPr id="23" name="直接连接符 22"/>
          <p:cNvCxnSpPr/>
          <p:nvPr/>
        </p:nvCxnSpPr>
        <p:spPr>
          <a:xfrm flipH="1" flipV="1">
            <a:off x="6446867" y="1996545"/>
            <a:ext cx="159686" cy="16608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5" name="文本框 24"/>
          <p:cNvSpPr txBox="1"/>
          <p:nvPr/>
        </p:nvSpPr>
        <p:spPr>
          <a:xfrm>
            <a:off x="6491215" y="1850732"/>
            <a:ext cx="163655" cy="276999"/>
          </a:xfrm>
          <a:prstGeom prst="rect">
            <a:avLst/>
          </a:prstGeom>
          <a:noFill/>
        </p:spPr>
        <p:txBody>
          <a:bodyPr wrap="square" rtlCol="0">
            <a:spAutoFit/>
          </a:bodyPr>
          <a:lstStyle/>
          <a:p>
            <a:r>
              <a:rPr lang="en-US" altLang="zh-CN" sz="1200" dirty="0"/>
              <a:t>3</a:t>
            </a:r>
            <a:endParaRPr lang="zh-CN" altLang="en-US" sz="1200" dirty="0"/>
          </a:p>
        </p:txBody>
      </p:sp>
      <p:cxnSp>
        <p:nvCxnSpPr>
          <p:cNvPr id="27" name="直接连接符 26"/>
          <p:cNvCxnSpPr/>
          <p:nvPr/>
        </p:nvCxnSpPr>
        <p:spPr>
          <a:xfrm>
            <a:off x="6077030" y="2788633"/>
            <a:ext cx="120309" cy="28803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8" name="文本框 27"/>
          <p:cNvSpPr txBox="1"/>
          <p:nvPr/>
        </p:nvSpPr>
        <p:spPr>
          <a:xfrm>
            <a:off x="5961644" y="2876761"/>
            <a:ext cx="163655" cy="276999"/>
          </a:xfrm>
          <a:prstGeom prst="rect">
            <a:avLst/>
          </a:prstGeom>
          <a:noFill/>
        </p:spPr>
        <p:txBody>
          <a:bodyPr wrap="square" rtlCol="0">
            <a:spAutoFit/>
          </a:bodyPr>
          <a:lstStyle/>
          <a:p>
            <a:r>
              <a:rPr lang="en-US" altLang="zh-CN" sz="1200" dirty="0"/>
              <a:t>3</a:t>
            </a:r>
            <a:endParaRPr lang="zh-CN" altLang="en-US" sz="1200" dirty="0"/>
          </a:p>
        </p:txBody>
      </p:sp>
      <p:cxnSp>
        <p:nvCxnSpPr>
          <p:cNvPr id="30" name="直接连接符 29"/>
          <p:cNvCxnSpPr/>
          <p:nvPr/>
        </p:nvCxnSpPr>
        <p:spPr>
          <a:xfrm>
            <a:off x="6750569" y="2511634"/>
            <a:ext cx="0" cy="240995"/>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文本框 31"/>
          <p:cNvSpPr txBox="1"/>
          <p:nvPr/>
        </p:nvSpPr>
        <p:spPr>
          <a:xfrm>
            <a:off x="6767589" y="2494984"/>
            <a:ext cx="163655" cy="276999"/>
          </a:xfrm>
          <a:prstGeom prst="rect">
            <a:avLst/>
          </a:prstGeom>
          <a:noFill/>
        </p:spPr>
        <p:txBody>
          <a:bodyPr wrap="square" rtlCol="0">
            <a:spAutoFit/>
          </a:bodyPr>
          <a:lstStyle/>
          <a:p>
            <a:r>
              <a:rPr lang="en-US" altLang="zh-CN" sz="1200" dirty="0"/>
              <a:t>4</a:t>
            </a:r>
            <a:endParaRPr lang="zh-CN" altLang="en-US" sz="1200" dirty="0"/>
          </a:p>
        </p:txBody>
      </p:sp>
      <p:cxnSp>
        <p:nvCxnSpPr>
          <p:cNvPr id="34" name="直接连接符 33"/>
          <p:cNvCxnSpPr/>
          <p:nvPr/>
        </p:nvCxnSpPr>
        <p:spPr>
          <a:xfrm flipV="1">
            <a:off x="5464244" y="2632131"/>
            <a:ext cx="350221" cy="12486"/>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35" name="文本框 34"/>
          <p:cNvSpPr txBox="1"/>
          <p:nvPr/>
        </p:nvSpPr>
        <p:spPr>
          <a:xfrm>
            <a:off x="5517102" y="2355132"/>
            <a:ext cx="163655" cy="276999"/>
          </a:xfrm>
          <a:prstGeom prst="rect">
            <a:avLst/>
          </a:prstGeom>
          <a:noFill/>
        </p:spPr>
        <p:txBody>
          <a:bodyPr wrap="square" rtlCol="0">
            <a:spAutoFit/>
          </a:bodyPr>
          <a:lstStyle/>
          <a:p>
            <a:r>
              <a:rPr lang="en-US" altLang="zh-CN" sz="1200" dirty="0"/>
              <a:t>4</a:t>
            </a:r>
            <a:endParaRPr lang="zh-CN" altLang="en-US" sz="1200" dirty="0"/>
          </a:p>
        </p:txBody>
      </p:sp>
      <p:sp>
        <p:nvSpPr>
          <p:cNvPr id="21" name="文本框 20"/>
          <p:cNvSpPr txBox="1"/>
          <p:nvPr/>
        </p:nvSpPr>
        <p:spPr>
          <a:xfrm>
            <a:off x="611380" y="115457"/>
            <a:ext cx="196272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err="1"/>
              <a:t>Kruskal</a:t>
            </a:r>
            <a:r>
              <a:rPr lang="zh-CN" altLang="en-US" sz="2000" dirty="0"/>
              <a:t>算法示例</a:t>
            </a:r>
          </a:p>
        </p:txBody>
      </p:sp>
    </p:spTree>
    <p:extLst>
      <p:ext uri="{BB962C8B-B14F-4D97-AF65-F5344CB8AC3E}">
        <p14:creationId xmlns:p14="http://schemas.microsoft.com/office/powerpoint/2010/main" val="691900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fill="hold"/>
                                        <p:tgtEl>
                                          <p:spTgt spid="10"/>
                                        </p:tgtEl>
                                        <p:attrNameLst>
                                          <p:attrName>ppt_x</p:attrName>
                                        </p:attrNameLst>
                                      </p:cBhvr>
                                      <p:tavLst>
                                        <p:tav tm="0">
                                          <p:val>
                                            <p:strVal val="#ppt_x"/>
                                          </p:val>
                                        </p:tav>
                                        <p:tav tm="100000">
                                          <p:val>
                                            <p:strVal val="#ppt_x"/>
                                          </p:val>
                                        </p:tav>
                                      </p:tavLst>
                                    </p:anim>
                                    <p:anim calcmode="lin" valueType="num">
                                      <p:cBhvr additive="base">
                                        <p:cTn id="30" dur="5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500" fill="hold"/>
                                        <p:tgtEl>
                                          <p:spTgt spid="13"/>
                                        </p:tgtEl>
                                        <p:attrNameLst>
                                          <p:attrName>ppt_x</p:attrName>
                                        </p:attrNameLst>
                                      </p:cBhvr>
                                      <p:tavLst>
                                        <p:tav tm="0">
                                          <p:val>
                                            <p:strVal val="#ppt_x"/>
                                          </p:val>
                                        </p:tav>
                                        <p:tav tm="100000">
                                          <p:val>
                                            <p:strVal val="#ppt_x"/>
                                          </p:val>
                                        </p:tav>
                                      </p:tavLst>
                                    </p:anim>
                                    <p:anim calcmode="lin" valueType="num">
                                      <p:cBhvr additive="base">
                                        <p:cTn id="3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ppt_x"/>
                                          </p:val>
                                        </p:tav>
                                        <p:tav tm="100000">
                                          <p:val>
                                            <p:strVal val="#ppt_x"/>
                                          </p:val>
                                        </p:tav>
                                      </p:tavLst>
                                    </p:anim>
                                    <p:anim calcmode="lin" valueType="num">
                                      <p:cBhvr additive="base">
                                        <p:cTn id="40" dur="500" fill="hold"/>
                                        <p:tgtEl>
                                          <p:spTgt spid="1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additive="base">
                                        <p:cTn id="43" dur="500" fill="hold"/>
                                        <p:tgtEl>
                                          <p:spTgt spid="16"/>
                                        </p:tgtEl>
                                        <p:attrNameLst>
                                          <p:attrName>ppt_x</p:attrName>
                                        </p:attrNameLst>
                                      </p:cBhvr>
                                      <p:tavLst>
                                        <p:tav tm="0">
                                          <p:val>
                                            <p:strVal val="#ppt_x"/>
                                          </p:val>
                                        </p:tav>
                                        <p:tav tm="100000">
                                          <p:val>
                                            <p:strVal val="#ppt_x"/>
                                          </p:val>
                                        </p:tav>
                                      </p:tavLst>
                                    </p:anim>
                                    <p:anim calcmode="lin" valueType="num">
                                      <p:cBhvr additive="base">
                                        <p:cTn id="4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additive="base">
                                        <p:cTn id="49" dur="500" fill="hold"/>
                                        <p:tgtEl>
                                          <p:spTgt spid="18"/>
                                        </p:tgtEl>
                                        <p:attrNameLst>
                                          <p:attrName>ppt_x</p:attrName>
                                        </p:attrNameLst>
                                      </p:cBhvr>
                                      <p:tavLst>
                                        <p:tav tm="0">
                                          <p:val>
                                            <p:strVal val="#ppt_x"/>
                                          </p:val>
                                        </p:tav>
                                        <p:tav tm="100000">
                                          <p:val>
                                            <p:strVal val="#ppt_x"/>
                                          </p:val>
                                        </p:tav>
                                      </p:tavLst>
                                    </p:anim>
                                    <p:anim calcmode="lin" valueType="num">
                                      <p:cBhvr additive="base">
                                        <p:cTn id="50" dur="500" fill="hold"/>
                                        <p:tgtEl>
                                          <p:spTgt spid="18"/>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19"/>
                                        </p:tgtEl>
                                        <p:attrNameLst>
                                          <p:attrName>style.visibility</p:attrName>
                                        </p:attrNameLst>
                                      </p:cBhvr>
                                      <p:to>
                                        <p:strVal val="visible"/>
                                      </p:to>
                                    </p:set>
                                    <p:anim calcmode="lin" valueType="num">
                                      <p:cBhvr additive="base">
                                        <p:cTn id="53" dur="500" fill="hold"/>
                                        <p:tgtEl>
                                          <p:spTgt spid="19"/>
                                        </p:tgtEl>
                                        <p:attrNameLst>
                                          <p:attrName>ppt_x</p:attrName>
                                        </p:attrNameLst>
                                      </p:cBhvr>
                                      <p:tavLst>
                                        <p:tav tm="0">
                                          <p:val>
                                            <p:strVal val="#ppt_x"/>
                                          </p:val>
                                        </p:tav>
                                        <p:tav tm="100000">
                                          <p:val>
                                            <p:strVal val="#ppt_x"/>
                                          </p:val>
                                        </p:tav>
                                      </p:tavLst>
                                    </p:anim>
                                    <p:anim calcmode="lin" valueType="num">
                                      <p:cBhvr additive="base">
                                        <p:cTn id="54"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ppt_x"/>
                                          </p:val>
                                        </p:tav>
                                        <p:tav tm="100000">
                                          <p:val>
                                            <p:strVal val="#ppt_x"/>
                                          </p:val>
                                        </p:tav>
                                      </p:tavLst>
                                    </p:anim>
                                    <p:anim calcmode="lin" valueType="num">
                                      <p:cBhvr additive="base">
                                        <p:cTn id="60" dur="5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3"/>
                                        </p:tgtEl>
                                        <p:attrNameLst>
                                          <p:attrName>style.visibility</p:attrName>
                                        </p:attrNameLst>
                                      </p:cBhvr>
                                      <p:to>
                                        <p:strVal val="visible"/>
                                      </p:to>
                                    </p:set>
                                    <p:anim calcmode="lin" valueType="num">
                                      <p:cBhvr additive="base">
                                        <p:cTn id="63" dur="500" fill="hold"/>
                                        <p:tgtEl>
                                          <p:spTgt spid="23"/>
                                        </p:tgtEl>
                                        <p:attrNameLst>
                                          <p:attrName>ppt_x</p:attrName>
                                        </p:attrNameLst>
                                      </p:cBhvr>
                                      <p:tavLst>
                                        <p:tav tm="0">
                                          <p:val>
                                            <p:strVal val="#ppt_x"/>
                                          </p:val>
                                        </p:tav>
                                        <p:tav tm="100000">
                                          <p:val>
                                            <p:strVal val="#ppt_x"/>
                                          </p:val>
                                        </p:tav>
                                      </p:tavLst>
                                    </p:anim>
                                    <p:anim calcmode="lin" valueType="num">
                                      <p:cBhvr additive="base">
                                        <p:cTn id="64"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28"/>
                                        </p:tgtEl>
                                        <p:attrNameLst>
                                          <p:attrName>style.visibility</p:attrName>
                                        </p:attrNameLst>
                                      </p:cBhvr>
                                      <p:to>
                                        <p:strVal val="visible"/>
                                      </p:to>
                                    </p:set>
                                    <p:anim calcmode="lin" valueType="num">
                                      <p:cBhvr additive="base">
                                        <p:cTn id="69" dur="500" fill="hold"/>
                                        <p:tgtEl>
                                          <p:spTgt spid="28"/>
                                        </p:tgtEl>
                                        <p:attrNameLst>
                                          <p:attrName>ppt_x</p:attrName>
                                        </p:attrNameLst>
                                      </p:cBhvr>
                                      <p:tavLst>
                                        <p:tav tm="0">
                                          <p:val>
                                            <p:strVal val="#ppt_x"/>
                                          </p:val>
                                        </p:tav>
                                        <p:tav tm="100000">
                                          <p:val>
                                            <p:strVal val="#ppt_x"/>
                                          </p:val>
                                        </p:tav>
                                      </p:tavLst>
                                    </p:anim>
                                    <p:anim calcmode="lin" valueType="num">
                                      <p:cBhvr additive="base">
                                        <p:cTn id="70" dur="500" fill="hold"/>
                                        <p:tgtEl>
                                          <p:spTgt spid="28"/>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500" fill="hold"/>
                                        <p:tgtEl>
                                          <p:spTgt spid="27"/>
                                        </p:tgtEl>
                                        <p:attrNameLst>
                                          <p:attrName>ppt_x</p:attrName>
                                        </p:attrNameLst>
                                      </p:cBhvr>
                                      <p:tavLst>
                                        <p:tav tm="0">
                                          <p:val>
                                            <p:strVal val="#ppt_x"/>
                                          </p:val>
                                        </p:tav>
                                        <p:tav tm="100000">
                                          <p:val>
                                            <p:strVal val="#ppt_x"/>
                                          </p:val>
                                        </p:tav>
                                      </p:tavLst>
                                    </p:anim>
                                    <p:anim calcmode="lin" valueType="num">
                                      <p:cBhvr additive="base">
                                        <p:cTn id="74"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2" presetClass="entr" presetSubtype="0" fill="hold" nodeType="clickEffect">
                                  <p:stCondLst>
                                    <p:cond delay="0"/>
                                  </p:stCondLst>
                                  <p:childTnLst>
                                    <p:set>
                                      <p:cBhvr>
                                        <p:cTn id="78" dur="1" fill="hold">
                                          <p:stCondLst>
                                            <p:cond delay="0"/>
                                          </p:stCondLst>
                                        </p:cTn>
                                        <p:tgtEl>
                                          <p:spTgt spid="30"/>
                                        </p:tgtEl>
                                        <p:attrNameLst>
                                          <p:attrName>style.visibility</p:attrName>
                                        </p:attrNameLst>
                                      </p:cBhvr>
                                      <p:to>
                                        <p:strVal val="visible"/>
                                      </p:to>
                                    </p:set>
                                    <p:animEffect transition="in" filter="fade">
                                      <p:cBhvr>
                                        <p:cTn id="79" dur="1000"/>
                                        <p:tgtEl>
                                          <p:spTgt spid="30"/>
                                        </p:tgtEl>
                                      </p:cBhvr>
                                    </p:animEffect>
                                    <p:anim calcmode="lin" valueType="num">
                                      <p:cBhvr>
                                        <p:cTn id="80" dur="1000" fill="hold"/>
                                        <p:tgtEl>
                                          <p:spTgt spid="30"/>
                                        </p:tgtEl>
                                        <p:attrNameLst>
                                          <p:attrName>ppt_x</p:attrName>
                                        </p:attrNameLst>
                                      </p:cBhvr>
                                      <p:tavLst>
                                        <p:tav tm="0">
                                          <p:val>
                                            <p:strVal val="#ppt_x"/>
                                          </p:val>
                                        </p:tav>
                                        <p:tav tm="100000">
                                          <p:val>
                                            <p:strVal val="#ppt_x"/>
                                          </p:val>
                                        </p:tav>
                                      </p:tavLst>
                                    </p:anim>
                                    <p:anim calcmode="lin" valueType="num">
                                      <p:cBhvr>
                                        <p:cTn id="81" dur="1000" fill="hold"/>
                                        <p:tgtEl>
                                          <p:spTgt spid="30"/>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0"/>
                                        </p:tgtEl>
                                        <p:attrNameLst>
                                          <p:attrName>style.visibility</p:attrName>
                                        </p:attrNameLst>
                                      </p:cBhvr>
                                      <p:to>
                                        <p:strVal val="hidden"/>
                                      </p:to>
                                    </p:set>
                                  </p:subTnLst>
                                </p:cTn>
                              </p:par>
                              <p:par>
                                <p:cTn id="82" presetID="42" presetClass="entr" presetSubtype="0" fill="hold" grpId="0" nodeType="withEffect">
                                  <p:stCondLst>
                                    <p:cond delay="0"/>
                                  </p:stCondLst>
                                  <p:childTnLst>
                                    <p:set>
                                      <p:cBhvr>
                                        <p:cTn id="83" dur="1" fill="hold">
                                          <p:stCondLst>
                                            <p:cond delay="0"/>
                                          </p:stCondLst>
                                        </p:cTn>
                                        <p:tgtEl>
                                          <p:spTgt spid="32"/>
                                        </p:tgtEl>
                                        <p:attrNameLst>
                                          <p:attrName>style.visibility</p:attrName>
                                        </p:attrNameLst>
                                      </p:cBhvr>
                                      <p:to>
                                        <p:strVal val="visible"/>
                                      </p:to>
                                    </p:set>
                                    <p:animEffect transition="in" filter="fade">
                                      <p:cBhvr>
                                        <p:cTn id="84" dur="1000"/>
                                        <p:tgtEl>
                                          <p:spTgt spid="32"/>
                                        </p:tgtEl>
                                      </p:cBhvr>
                                    </p:animEffect>
                                    <p:anim calcmode="lin" valueType="num">
                                      <p:cBhvr>
                                        <p:cTn id="85" dur="1000" fill="hold"/>
                                        <p:tgtEl>
                                          <p:spTgt spid="32"/>
                                        </p:tgtEl>
                                        <p:attrNameLst>
                                          <p:attrName>ppt_x</p:attrName>
                                        </p:attrNameLst>
                                      </p:cBhvr>
                                      <p:tavLst>
                                        <p:tav tm="0">
                                          <p:val>
                                            <p:strVal val="#ppt_x"/>
                                          </p:val>
                                        </p:tav>
                                        <p:tav tm="100000">
                                          <p:val>
                                            <p:strVal val="#ppt_x"/>
                                          </p:val>
                                        </p:tav>
                                      </p:tavLst>
                                    </p:anim>
                                    <p:anim calcmode="lin" valueType="num">
                                      <p:cBhvr>
                                        <p:cTn id="86" dur="1000" fill="hold"/>
                                        <p:tgtEl>
                                          <p:spTgt spid="32"/>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2"/>
                                        </p:tgtEl>
                                        <p:attrNameLst>
                                          <p:attrName>style.visibility</p:attrName>
                                        </p:attrNameLst>
                                      </p:cBhvr>
                                      <p:to>
                                        <p:strVal val="hidden"/>
                                      </p:to>
                                    </p:set>
                                  </p:subTnLst>
                                </p:cTn>
                              </p:par>
                            </p:childTnLst>
                          </p:cTn>
                        </p:par>
                      </p:childTnLst>
                    </p:cTn>
                  </p:par>
                  <p:par>
                    <p:cTn id="87" fill="hold">
                      <p:stCondLst>
                        <p:cond delay="indefinite"/>
                      </p:stCondLst>
                      <p:childTnLst>
                        <p:par>
                          <p:cTn id="88" fill="hold">
                            <p:stCondLst>
                              <p:cond delay="0"/>
                            </p:stCondLst>
                            <p:childTnLst>
                              <p:par>
                                <p:cTn id="89" presetID="42" presetClass="entr" presetSubtype="0" fill="hold" nodeType="clickEffect">
                                  <p:stCondLst>
                                    <p:cond delay="0"/>
                                  </p:stCondLst>
                                  <p:childTnLst>
                                    <p:set>
                                      <p:cBhvr>
                                        <p:cTn id="90" dur="1" fill="hold">
                                          <p:stCondLst>
                                            <p:cond delay="0"/>
                                          </p:stCondLst>
                                        </p:cTn>
                                        <p:tgtEl>
                                          <p:spTgt spid="34"/>
                                        </p:tgtEl>
                                        <p:attrNameLst>
                                          <p:attrName>style.visibility</p:attrName>
                                        </p:attrNameLst>
                                      </p:cBhvr>
                                      <p:to>
                                        <p:strVal val="visible"/>
                                      </p:to>
                                    </p:set>
                                    <p:animEffect transition="in" filter="fade">
                                      <p:cBhvr>
                                        <p:cTn id="91" dur="1000"/>
                                        <p:tgtEl>
                                          <p:spTgt spid="34"/>
                                        </p:tgtEl>
                                      </p:cBhvr>
                                    </p:animEffect>
                                    <p:anim calcmode="lin" valueType="num">
                                      <p:cBhvr>
                                        <p:cTn id="92" dur="1000" fill="hold"/>
                                        <p:tgtEl>
                                          <p:spTgt spid="34"/>
                                        </p:tgtEl>
                                        <p:attrNameLst>
                                          <p:attrName>ppt_x</p:attrName>
                                        </p:attrNameLst>
                                      </p:cBhvr>
                                      <p:tavLst>
                                        <p:tav tm="0">
                                          <p:val>
                                            <p:strVal val="#ppt_x"/>
                                          </p:val>
                                        </p:tav>
                                        <p:tav tm="100000">
                                          <p:val>
                                            <p:strVal val="#ppt_x"/>
                                          </p:val>
                                        </p:tav>
                                      </p:tavLst>
                                    </p:anim>
                                    <p:anim calcmode="lin" valueType="num">
                                      <p:cBhvr>
                                        <p:cTn id="93" dur="1000" fill="hold"/>
                                        <p:tgtEl>
                                          <p:spTgt spid="34"/>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fade">
                                      <p:cBhvr>
                                        <p:cTn id="96" dur="1000"/>
                                        <p:tgtEl>
                                          <p:spTgt spid="35"/>
                                        </p:tgtEl>
                                      </p:cBhvr>
                                    </p:animEffect>
                                    <p:anim calcmode="lin" valueType="num">
                                      <p:cBhvr>
                                        <p:cTn id="97" dur="1000" fill="hold"/>
                                        <p:tgtEl>
                                          <p:spTgt spid="35"/>
                                        </p:tgtEl>
                                        <p:attrNameLst>
                                          <p:attrName>ppt_x</p:attrName>
                                        </p:attrNameLst>
                                      </p:cBhvr>
                                      <p:tavLst>
                                        <p:tav tm="0">
                                          <p:val>
                                            <p:strVal val="#ppt_x"/>
                                          </p:val>
                                        </p:tav>
                                        <p:tav tm="100000">
                                          <p:val>
                                            <p:strVal val="#ppt_x"/>
                                          </p:val>
                                        </p:tav>
                                      </p:tavLst>
                                    </p:anim>
                                    <p:anim calcmode="lin" valueType="num">
                                      <p:cBhvr>
                                        <p:cTn id="98"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6" grpId="0"/>
      <p:bldP spid="19" grpId="0"/>
      <p:bldP spid="25" grpId="0"/>
      <p:bldP spid="28" grpId="0"/>
      <p:bldP spid="32" grpId="0"/>
      <p:bldP spid="35"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8856984" cy="3507876"/>
              </a:xfrm>
            </p:spPr>
            <p:txBody>
              <a:bodyPr/>
              <a:lstStyle/>
              <a:p>
                <a:pPr algn="just">
                  <a:lnSpc>
                    <a:spcPts val="2700"/>
                  </a:lnSpc>
                  <a:spcBef>
                    <a:spcPts val="0"/>
                  </a:spcBef>
                </a:pPr>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是一个具有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个顶点的带权连通无向图，</a:t>
                </a:r>
                <a14:m>
                  <m:oMath xmlns:m="http://schemas.openxmlformats.org/officeDocument/2006/math">
                    <m:r>
                      <a:rPr lang="en-US" altLang="zh-CN" sz="1600" i="1">
                        <a:latin typeface="Cambria Math" panose="02040503050406030204" pitchFamily="18" charset="0"/>
                      </a:rPr>
                      <m:t>𝑇</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𝑇𝐸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latin typeface="Cambria Math" panose="02040503050406030204" pitchFamily="18" charset="0"/>
                      </a:rPr>
                      <m:t>𝐺</m:t>
                    </m:r>
                  </m:oMath>
                </a14:m>
                <a:r>
                  <a:rPr lang="zh-CN" altLang="zh-CN" sz="1600" dirty="0">
                    <a:latin typeface="Times New Roman" panose="02020603050405020304" pitchFamily="18" charset="0"/>
                    <a:cs typeface="Times New Roman" panose="02020603050405020304" pitchFamily="18" charset="0"/>
                  </a:rPr>
                  <a:t>的最小生成树，则构造最小生成树的步骤如下：</a:t>
                </a:r>
              </a:p>
              <a:p>
                <a:pPr algn="just">
                  <a:lnSpc>
                    <a:spcPts val="2700"/>
                  </a:lnSpc>
                  <a:spcBef>
                    <a:spcPts val="0"/>
                  </a:spcBef>
                </a:pPr>
                <a:r>
                  <a:rPr lang="zh-CN" altLang="zh-CN" sz="1600" dirty="0">
                    <a:solidFill>
                      <a:srgbClr val="002060"/>
                    </a:solidFill>
                    <a:latin typeface="Times New Roman" panose="02020603050405020304" pitchFamily="18" charset="0"/>
                    <a:cs typeface="Times New Roman" panose="02020603050405020304" pitchFamily="18" charset="0"/>
                  </a:rPr>
                  <a:t>设置一个集合</a:t>
                </a:r>
                <a14:m>
                  <m:oMath xmlns:m="http://schemas.openxmlformats.org/officeDocument/2006/math">
                    <m:r>
                      <a:rPr lang="en-US" altLang="zh-CN" sz="1600" i="1">
                        <a:solidFill>
                          <a:srgbClr val="002060"/>
                        </a:solidFill>
                        <a:latin typeface="Cambria Math" panose="02040503050406030204" pitchFamily="18" charset="0"/>
                      </a:rPr>
                      <m:t>𝑈</m:t>
                    </m:r>
                  </m:oMath>
                </a14:m>
                <a:r>
                  <a:rPr lang="zh-CN" altLang="zh-CN" sz="1600" dirty="0">
                    <a:solidFill>
                      <a:srgbClr val="002060"/>
                    </a:solidFill>
                    <a:latin typeface="Times New Roman" panose="02020603050405020304" pitchFamily="18" charset="0"/>
                    <a:cs typeface="Times New Roman" panose="02020603050405020304" pitchFamily="18" charset="0"/>
                  </a:rPr>
                  <a:t>，在图</a:t>
                </a:r>
                <a14:m>
                  <m:oMath xmlns:m="http://schemas.openxmlformats.org/officeDocument/2006/math">
                    <m:r>
                      <a:rPr lang="en-US" altLang="zh-CN" sz="1600" i="1">
                        <a:solidFill>
                          <a:srgbClr val="002060"/>
                        </a:solidFill>
                        <a:latin typeface="Cambria Math" panose="02040503050406030204" pitchFamily="18" charset="0"/>
                      </a:rPr>
                      <m:t>𝐺</m:t>
                    </m:r>
                  </m:oMath>
                </a14:m>
                <a:r>
                  <a:rPr lang="zh-CN" altLang="zh-CN" sz="1600" dirty="0">
                    <a:solidFill>
                      <a:srgbClr val="002060"/>
                    </a:solidFill>
                    <a:latin typeface="Times New Roman" panose="02020603050405020304" pitchFamily="18" charset="0"/>
                    <a:cs typeface="Times New Roman" panose="02020603050405020304" pitchFamily="18" charset="0"/>
                  </a:rPr>
                  <a:t>上任选一点</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𝑢</m:t>
                        </m:r>
                      </m:e>
                      <m:sub>
                        <m:r>
                          <a:rPr lang="en-US" altLang="zh-CN" sz="1600" i="1">
                            <a:solidFill>
                              <a:srgbClr val="002060"/>
                            </a:solidFill>
                            <a:latin typeface="Cambria Math" panose="02040503050406030204" pitchFamily="18" charset="0"/>
                          </a:rPr>
                          <m:t>0</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加入</a:t>
                </a:r>
                <a14:m>
                  <m:oMath xmlns:m="http://schemas.openxmlformats.org/officeDocument/2006/math">
                    <m:r>
                      <a:rPr lang="en-US" altLang="zh-CN" sz="1600" i="1">
                        <a:solidFill>
                          <a:srgbClr val="002060"/>
                        </a:solidFill>
                        <a:latin typeface="Cambria Math" panose="02040503050406030204" pitchFamily="18" charset="0"/>
                      </a:rPr>
                      <m:t>𝑈</m:t>
                    </m:r>
                  </m:oMath>
                </a14:m>
                <a:r>
                  <a:rPr lang="zh-CN" altLang="zh-CN" sz="1600" dirty="0">
                    <a:solidFill>
                      <a:srgbClr val="002060"/>
                    </a:solidFill>
                    <a:latin typeface="Times New Roman" panose="02020603050405020304" pitchFamily="18" charset="0"/>
                    <a:cs typeface="Times New Roman" panose="02020603050405020304" pitchFamily="18" charset="0"/>
                  </a:rPr>
                  <a:t>。算法从</a:t>
                </a:r>
                <a14:m>
                  <m:oMath xmlns:m="http://schemas.openxmlformats.org/officeDocument/2006/math">
                    <m:r>
                      <a:rPr lang="en-US" altLang="zh-CN" sz="1600" i="1">
                        <a:solidFill>
                          <a:srgbClr val="002060"/>
                        </a:solidFill>
                        <a:latin typeface="Cambria Math" panose="02040503050406030204" pitchFamily="18" charset="0"/>
                      </a:rPr>
                      <m:t>𝑈</m:t>
                    </m:r>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𝑢</m:t>
                        </m:r>
                      </m:e>
                      <m:sub>
                        <m:r>
                          <a:rPr lang="en-US" altLang="zh-CN" sz="1600" i="1">
                            <a:solidFill>
                              <a:srgbClr val="002060"/>
                            </a:solidFill>
                            <a:latin typeface="Cambria Math" panose="02040503050406030204" pitchFamily="18" charset="0"/>
                          </a:rPr>
                          <m:t>0</m:t>
                        </m:r>
                      </m:sub>
                    </m:sSub>
                    <m:r>
                      <a:rPr lang="en-US" altLang="zh-CN" sz="1600" i="1">
                        <a:solidFill>
                          <a:srgbClr val="002060"/>
                        </a:solidFill>
                        <a:latin typeface="Cambria Math" panose="02040503050406030204" pitchFamily="18" charset="0"/>
                      </a:rPr>
                      <m:t>}</m:t>
                    </m:r>
                  </m:oMath>
                </a14:m>
                <a:r>
                  <a:rPr lang="zh-CN" altLang="zh-CN" sz="1600" dirty="0">
                    <a:solidFill>
                      <a:srgbClr val="00206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solidFill>
                          <a:srgbClr val="002060"/>
                        </a:solidFill>
                        <a:latin typeface="Cambria Math" panose="02040503050406030204" pitchFamily="18" charset="0"/>
                      </a:rPr>
                      <m:t>𝑇𝐸</m:t>
                    </m:r>
                    <m:r>
                      <a:rPr lang="en-US" altLang="zh-CN" sz="1600" i="1">
                        <a:solidFill>
                          <a:srgbClr val="002060"/>
                        </a:solidFill>
                        <a:latin typeface="Cambria Math" panose="02040503050406030204" pitchFamily="18" charset="0"/>
                      </a:rPr>
                      <m:t>=∅</m:t>
                    </m:r>
                  </m:oMath>
                </a14:m>
                <a:r>
                  <a:rPr lang="zh-CN" altLang="zh-CN" sz="1600" dirty="0">
                    <a:solidFill>
                      <a:srgbClr val="002060"/>
                    </a:solidFill>
                    <a:latin typeface="Times New Roman" panose="02020603050405020304" pitchFamily="18" charset="0"/>
                    <a:cs typeface="Times New Roman" panose="02020603050405020304" pitchFamily="18" charset="0"/>
                  </a:rPr>
                  <a:t>开始，重复执行下列操作：</a:t>
                </a:r>
                <a:endParaRPr lang="en-US" altLang="zh-CN" sz="1600" dirty="0">
                  <a:solidFill>
                    <a:srgbClr val="002060"/>
                  </a:solidFill>
                  <a:latin typeface="Times New Roman" panose="02020603050405020304" pitchFamily="18" charset="0"/>
                  <a:cs typeface="Times New Roman" panose="02020603050405020304" pitchFamily="18" charset="0"/>
                </a:endParaRPr>
              </a:p>
              <a:p>
                <a:pPr marL="180000" indent="0" algn="just">
                  <a:lnSpc>
                    <a:spcPts val="2700"/>
                  </a:lnSpc>
                  <a:spcBef>
                    <a:spcPts val="0"/>
                  </a:spcBef>
                  <a:buNone/>
                </a:pPr>
                <a:r>
                  <a:rPr lang="zh-CN" altLang="zh-CN" sz="1600" dirty="0">
                    <a:solidFill>
                      <a:srgbClr val="C00000"/>
                    </a:solidFill>
                    <a:latin typeface="Times New Roman" panose="02020603050405020304" pitchFamily="18" charset="0"/>
                    <a:cs typeface="Times New Roman" panose="02020603050405020304" pitchFamily="18" charset="0"/>
                  </a:rPr>
                  <a:t>在所有</a:t>
                </a:r>
                <a14:m>
                  <m:oMath xmlns:m="http://schemas.openxmlformats.org/officeDocument/2006/math">
                    <m:r>
                      <a:rPr lang="en-US" altLang="zh-CN" sz="1600" i="1">
                        <a:solidFill>
                          <a:srgbClr val="C00000"/>
                        </a:solidFill>
                        <a:latin typeface="Cambria Math" panose="02040503050406030204" pitchFamily="18" charset="0"/>
                      </a:rPr>
                      <m:t>𝑢</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𝑈</m:t>
                    </m:r>
                  </m:oMath>
                </a14:m>
                <a:r>
                  <a:rPr lang="zh-CN" altLang="zh-CN" sz="1600" dirty="0">
                    <a:solidFill>
                      <a:srgbClr val="C0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solidFill>
                          <a:srgbClr val="C00000"/>
                        </a:solidFill>
                        <a:latin typeface="Cambria Math" panose="02040503050406030204" pitchFamily="18" charset="0"/>
                      </a:rPr>
                      <m:t>𝑣</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𝑉</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𝑈</m:t>
                    </m:r>
                  </m:oMath>
                </a14:m>
                <a:r>
                  <a:rPr lang="zh-CN" altLang="zh-CN" sz="1600" dirty="0">
                    <a:solidFill>
                      <a:srgbClr val="C00000"/>
                    </a:solidFill>
                    <a:latin typeface="Times New Roman" panose="02020603050405020304" pitchFamily="18" charset="0"/>
                    <a:cs typeface="Times New Roman" panose="02020603050405020304" pitchFamily="18" charset="0"/>
                  </a:rPr>
                  <a:t>的边</a:t>
                </a:r>
                <a14:m>
                  <m:oMath xmlns:m="http://schemas.openxmlformats.org/officeDocument/2006/math">
                    <m:r>
                      <a:rPr lang="en-US" altLang="zh-CN" sz="1600">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𝑢</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𝑣</m:t>
                    </m:r>
                    <m:r>
                      <a:rPr lang="en-US" altLang="zh-CN" sz="1600">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中找一条代价最小的边</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𝑢</m:t>
                        </m:r>
                      </m:e>
                      <m:sub>
                        <m:r>
                          <a:rPr lang="en-US" altLang="zh-CN" sz="1600" i="1">
                            <a:solidFill>
                              <a:srgbClr val="C00000"/>
                            </a:solidFill>
                            <a:latin typeface="Cambria Math" panose="02040503050406030204" pitchFamily="18" charset="0"/>
                          </a:rPr>
                          <m:t>0</m:t>
                        </m:r>
                      </m:sub>
                    </m:sSub>
                    <m:r>
                      <a:rPr lang="en-US" altLang="zh-CN" sz="1600" i="1">
                        <a:solidFill>
                          <a:srgbClr val="C00000"/>
                        </a:solidFill>
                        <a:latin typeface="Cambria Math" panose="02040503050406030204" pitchFamily="18" charset="0"/>
                      </a:rPr>
                      <m:t>,</m:t>
                    </m:r>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𝑣</m:t>
                        </m:r>
                      </m:e>
                      <m:sub>
                        <m:r>
                          <a:rPr lang="en-US" altLang="zh-CN" sz="1600" i="1">
                            <a:solidFill>
                              <a:srgbClr val="C00000"/>
                            </a:solidFill>
                            <a:latin typeface="Cambria Math" panose="02040503050406030204" pitchFamily="18" charset="0"/>
                          </a:rPr>
                          <m:t>0</m:t>
                        </m:r>
                      </m:sub>
                    </m:sSub>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并入集合</a:t>
                </a:r>
                <a14:m>
                  <m:oMath xmlns:m="http://schemas.openxmlformats.org/officeDocument/2006/math">
                    <m:r>
                      <a:rPr lang="en-US" altLang="zh-CN" sz="1600" i="1">
                        <a:solidFill>
                          <a:srgbClr val="C00000"/>
                        </a:solidFill>
                        <a:latin typeface="Cambria Math" panose="02040503050406030204" pitchFamily="18" charset="0"/>
                      </a:rPr>
                      <m:t>𝑇𝐸</m:t>
                    </m:r>
                  </m:oMath>
                </a14:m>
                <a:r>
                  <a:rPr lang="zh-CN" altLang="zh-CN" sz="1600" dirty="0">
                    <a:solidFill>
                      <a:srgbClr val="C00000"/>
                    </a:solidFill>
                    <a:latin typeface="Times New Roman" panose="02020603050405020304" pitchFamily="18" charset="0"/>
                    <a:cs typeface="Times New Roman" panose="02020603050405020304" pitchFamily="18" charset="0"/>
                  </a:rPr>
                  <a:t>，同时</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𝑣</m:t>
                        </m:r>
                      </m:e>
                      <m:sub>
                        <m:r>
                          <a:rPr lang="en-US" altLang="zh-CN" sz="1600" i="1">
                            <a:solidFill>
                              <a:srgbClr val="C00000"/>
                            </a:solidFill>
                            <a:latin typeface="Cambria Math" panose="02040503050406030204" pitchFamily="18" charset="0"/>
                          </a:rPr>
                          <m:t>0</m:t>
                        </m:r>
                      </m:sub>
                    </m:sSub>
                  </m:oMath>
                </a14:m>
                <a:r>
                  <a:rPr lang="zh-CN" altLang="zh-CN" sz="1600" dirty="0">
                    <a:solidFill>
                      <a:srgbClr val="C00000"/>
                    </a:solidFill>
                    <a:latin typeface="Times New Roman" panose="02020603050405020304" pitchFamily="18" charset="0"/>
                    <a:cs typeface="Times New Roman" panose="02020603050405020304" pitchFamily="18" charset="0"/>
                  </a:rPr>
                  <a:t>并入</a:t>
                </a:r>
                <a14:m>
                  <m:oMath xmlns:m="http://schemas.openxmlformats.org/officeDocument/2006/math">
                    <m:r>
                      <a:rPr lang="en-US" altLang="zh-CN" sz="1600" i="1">
                        <a:solidFill>
                          <a:srgbClr val="C00000"/>
                        </a:solidFill>
                        <a:latin typeface="Cambria Math" panose="02040503050406030204" pitchFamily="18" charset="0"/>
                      </a:rPr>
                      <m:t>𝑈</m:t>
                    </m:r>
                  </m:oMath>
                </a14:m>
                <a:r>
                  <a:rPr lang="zh-CN" altLang="zh-CN" sz="1600" dirty="0">
                    <a:solidFill>
                      <a:srgbClr val="C00000"/>
                    </a:solidFill>
                    <a:latin typeface="Times New Roman" panose="02020603050405020304" pitchFamily="18" charset="0"/>
                    <a:cs typeface="Times New Roman" panose="02020603050405020304" pitchFamily="18" charset="0"/>
                  </a:rPr>
                  <a:t>，直至</a:t>
                </a:r>
                <a14:m>
                  <m:oMath xmlns:m="http://schemas.openxmlformats.org/officeDocument/2006/math">
                    <m:r>
                      <a:rPr lang="en-US" altLang="zh-CN" sz="1600" i="1">
                        <a:solidFill>
                          <a:srgbClr val="C00000"/>
                        </a:solidFill>
                        <a:latin typeface="Cambria Math" panose="02040503050406030204" pitchFamily="18" charset="0"/>
                      </a:rPr>
                      <m:t>𝑈</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𝑉</m:t>
                    </m:r>
                  </m:oMath>
                </a14:m>
                <a:r>
                  <a:rPr lang="zh-CN" altLang="zh-CN" sz="1600" dirty="0">
                    <a:solidFill>
                      <a:srgbClr val="C00000"/>
                    </a:solidFill>
                    <a:latin typeface="Times New Roman" panose="02020603050405020304" pitchFamily="18" charset="0"/>
                    <a:cs typeface="Times New Roman" panose="02020603050405020304" pitchFamily="18" charset="0"/>
                  </a:rPr>
                  <a:t>为止。此时</a:t>
                </a:r>
                <a14:m>
                  <m:oMath xmlns:m="http://schemas.openxmlformats.org/officeDocument/2006/math">
                    <m:r>
                      <a:rPr lang="en-US" altLang="zh-CN" sz="1600" i="1">
                        <a:solidFill>
                          <a:srgbClr val="C00000"/>
                        </a:solidFill>
                        <a:latin typeface="Cambria Math" panose="02040503050406030204" pitchFamily="18" charset="0"/>
                      </a:rPr>
                      <m:t>𝑇𝐸</m:t>
                    </m:r>
                  </m:oMath>
                </a14:m>
                <a:r>
                  <a:rPr lang="zh-CN" altLang="zh-CN" sz="1600" dirty="0">
                    <a:solidFill>
                      <a:srgbClr val="C00000"/>
                    </a:solidFill>
                    <a:latin typeface="Times New Roman" panose="02020603050405020304" pitchFamily="18" charset="0"/>
                    <a:cs typeface="Times New Roman" panose="02020603050405020304" pitchFamily="18" charset="0"/>
                  </a:rPr>
                  <a:t>中必有</a:t>
                </a:r>
                <a14:m>
                  <m:oMath xmlns:m="http://schemas.openxmlformats.org/officeDocument/2006/math">
                    <m:r>
                      <a:rPr lang="en-US" altLang="zh-CN" sz="1600" i="1">
                        <a:solidFill>
                          <a:srgbClr val="C00000"/>
                        </a:solidFill>
                        <a:latin typeface="Cambria Math" panose="02040503050406030204" pitchFamily="18" charset="0"/>
                      </a:rPr>
                      <m:t>𝑛</m:t>
                    </m:r>
                    <m:r>
                      <a:rPr lang="en-US" altLang="zh-CN" sz="1600" i="1">
                        <a:solidFill>
                          <a:srgbClr val="C00000"/>
                        </a:solidFill>
                        <a:latin typeface="Cambria Math" panose="02040503050406030204" pitchFamily="18" charset="0"/>
                      </a:rPr>
                      <m:t>−1</m:t>
                    </m:r>
                  </m:oMath>
                </a14:m>
                <a:r>
                  <a:rPr lang="zh-CN" altLang="zh-CN" sz="1600" dirty="0">
                    <a:solidFill>
                      <a:srgbClr val="C00000"/>
                    </a:solidFill>
                    <a:latin typeface="Times New Roman" panose="02020603050405020304" pitchFamily="18" charset="0"/>
                    <a:cs typeface="Times New Roman" panose="02020603050405020304" pitchFamily="18" charset="0"/>
                  </a:rPr>
                  <a:t>条边，</a:t>
                </a:r>
                <a14:m>
                  <m:oMath xmlns:m="http://schemas.openxmlformats.org/officeDocument/2006/math">
                    <m:r>
                      <a:rPr lang="en-US" altLang="zh-CN" sz="1600" i="1">
                        <a:solidFill>
                          <a:srgbClr val="C00000"/>
                        </a:solidFill>
                        <a:latin typeface="Cambria Math" panose="02040503050406030204" pitchFamily="18" charset="0"/>
                      </a:rPr>
                      <m:t>𝑇</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𝑉</m:t>
                    </m:r>
                    <m:r>
                      <a:rPr lang="en-US" altLang="zh-CN" sz="1600">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𝑇𝐸</m:t>
                    </m:r>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为</a:t>
                </a:r>
                <a14:m>
                  <m:oMath xmlns:m="http://schemas.openxmlformats.org/officeDocument/2006/math">
                    <m:r>
                      <a:rPr lang="en-US" altLang="zh-CN" sz="1600" i="1">
                        <a:solidFill>
                          <a:srgbClr val="C00000"/>
                        </a:solidFill>
                        <a:latin typeface="Cambria Math" panose="02040503050406030204" pitchFamily="18" charset="0"/>
                      </a:rPr>
                      <m:t>𝐺</m:t>
                    </m:r>
                  </m:oMath>
                </a14:m>
                <a:r>
                  <a:rPr lang="zh-CN" altLang="zh-CN" sz="1600" dirty="0">
                    <a:solidFill>
                      <a:srgbClr val="C00000"/>
                    </a:solidFill>
                    <a:latin typeface="Times New Roman" panose="02020603050405020304" pitchFamily="18" charset="0"/>
                    <a:cs typeface="Times New Roman" panose="02020603050405020304" pitchFamily="18" charset="0"/>
                  </a:rPr>
                  <a:t>的最小生成树</a:t>
                </a:r>
                <a:r>
                  <a:rPr lang="zh-CN" altLang="zh-CN" sz="1600" dirty="0">
                    <a:latin typeface="Times New Roman" panose="02020603050405020304" pitchFamily="18" charset="0"/>
                    <a:cs typeface="Times New Roman" panose="02020603050405020304" pitchFamily="18" charset="0"/>
                  </a:rPr>
                  <a:t>。</a:t>
                </a:r>
              </a:p>
              <a:p>
                <a:pPr marL="0" indent="0" algn="just">
                  <a:buNone/>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8856984" cy="3507876"/>
              </a:xfrm>
              <a:blipFill>
                <a:blip r:embed="rId2"/>
                <a:stretch>
                  <a:fillRect l="-482" r="-619"/>
                </a:stretch>
              </a:blipFill>
            </p:spPr>
            <p:txBody>
              <a:bodyPr/>
              <a:lstStyle/>
              <a:p>
                <a:r>
                  <a:rPr lang="zh-CN" altLang="en-US">
                    <a:noFill/>
                  </a:rPr>
                  <a:t> </a:t>
                </a:r>
              </a:p>
            </p:txBody>
          </p:sp>
        </mc:Fallback>
      </mc:AlternateContent>
      <p:sp>
        <p:nvSpPr>
          <p:cNvPr id="4" name="文本框 3"/>
          <p:cNvSpPr txBox="1"/>
          <p:nvPr/>
        </p:nvSpPr>
        <p:spPr>
          <a:xfrm>
            <a:off x="611380" y="115457"/>
            <a:ext cx="122431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a:t>Prim</a:t>
            </a:r>
            <a:r>
              <a:rPr lang="zh-CN" altLang="en-US" sz="2000" dirty="0"/>
              <a:t>算法</a:t>
            </a:r>
          </a:p>
        </p:txBody>
      </p:sp>
    </p:spTree>
    <p:extLst>
      <p:ext uri="{BB962C8B-B14F-4D97-AF65-F5344CB8AC3E}">
        <p14:creationId xmlns:p14="http://schemas.microsoft.com/office/powerpoint/2010/main" val="3986357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6"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6"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a:stretch>
            <a:fillRect/>
          </a:stretch>
        </p:blipFill>
        <p:spPr>
          <a:xfrm>
            <a:off x="1475656" y="1707654"/>
            <a:ext cx="2016224" cy="1738337"/>
          </a:xfrm>
          <a:prstGeom prst="rect">
            <a:avLst/>
          </a:prstGeom>
        </p:spPr>
      </p:pic>
      <p:pic>
        <p:nvPicPr>
          <p:cNvPr id="5" name="图片 4"/>
          <p:cNvPicPr>
            <a:picLocks noChangeAspect="1"/>
          </p:cNvPicPr>
          <p:nvPr/>
        </p:nvPicPr>
        <p:blipFill>
          <a:blip r:embed="rId3"/>
          <a:stretch>
            <a:fillRect/>
          </a:stretch>
        </p:blipFill>
        <p:spPr>
          <a:xfrm>
            <a:off x="4788024" y="1737093"/>
            <a:ext cx="2232248" cy="1780694"/>
          </a:xfrm>
          <a:prstGeom prst="rect">
            <a:avLst/>
          </a:prstGeom>
        </p:spPr>
      </p:pic>
      <p:cxnSp>
        <p:nvCxnSpPr>
          <p:cNvPr id="7" name="直接连接符 6"/>
          <p:cNvCxnSpPr/>
          <p:nvPr/>
        </p:nvCxnSpPr>
        <p:spPr>
          <a:xfrm>
            <a:off x="5148064" y="2787774"/>
            <a:ext cx="288032" cy="28803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9" name="文本框 8"/>
          <p:cNvSpPr txBox="1"/>
          <p:nvPr/>
        </p:nvSpPr>
        <p:spPr>
          <a:xfrm>
            <a:off x="5076056" y="2859782"/>
            <a:ext cx="288032" cy="276999"/>
          </a:xfrm>
          <a:prstGeom prst="rect">
            <a:avLst/>
          </a:prstGeom>
          <a:noFill/>
        </p:spPr>
        <p:txBody>
          <a:bodyPr wrap="square" rtlCol="0">
            <a:spAutoFit/>
          </a:bodyPr>
          <a:lstStyle/>
          <a:p>
            <a:r>
              <a:rPr lang="en-US" altLang="zh-CN" sz="1200" dirty="0"/>
              <a:t>1</a:t>
            </a:r>
            <a:endParaRPr lang="zh-CN" altLang="en-US" sz="1200" dirty="0"/>
          </a:p>
        </p:txBody>
      </p:sp>
      <p:cxnSp>
        <p:nvCxnSpPr>
          <p:cNvPr id="11" name="直接连接符 10"/>
          <p:cNvCxnSpPr/>
          <p:nvPr/>
        </p:nvCxnSpPr>
        <p:spPr>
          <a:xfrm flipV="1">
            <a:off x="5148064" y="2139702"/>
            <a:ext cx="216024" cy="36004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5004048" y="2106299"/>
            <a:ext cx="288032" cy="276999"/>
          </a:xfrm>
          <a:prstGeom prst="rect">
            <a:avLst/>
          </a:prstGeom>
          <a:noFill/>
        </p:spPr>
        <p:txBody>
          <a:bodyPr wrap="square" rtlCol="0">
            <a:spAutoFit/>
          </a:bodyPr>
          <a:lstStyle/>
          <a:p>
            <a:r>
              <a:rPr lang="en-US" altLang="zh-CN" sz="1200" dirty="0"/>
              <a:t>2</a:t>
            </a:r>
            <a:endParaRPr lang="zh-CN" altLang="en-US" sz="1200" dirty="0"/>
          </a:p>
        </p:txBody>
      </p:sp>
      <p:cxnSp>
        <p:nvCxnSpPr>
          <p:cNvPr id="15" name="直接连接符 14"/>
          <p:cNvCxnSpPr/>
          <p:nvPr/>
        </p:nvCxnSpPr>
        <p:spPr>
          <a:xfrm>
            <a:off x="5220072" y="2627440"/>
            <a:ext cx="432048"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17" name="文本框 16"/>
          <p:cNvSpPr txBox="1"/>
          <p:nvPr/>
        </p:nvSpPr>
        <p:spPr>
          <a:xfrm>
            <a:off x="5315417" y="2394645"/>
            <a:ext cx="288032" cy="276999"/>
          </a:xfrm>
          <a:prstGeom prst="rect">
            <a:avLst/>
          </a:prstGeom>
          <a:noFill/>
        </p:spPr>
        <p:txBody>
          <a:bodyPr wrap="square" rtlCol="0">
            <a:spAutoFit/>
          </a:bodyPr>
          <a:lstStyle/>
          <a:p>
            <a:r>
              <a:rPr lang="en-US" altLang="zh-CN" sz="1200" dirty="0"/>
              <a:t>4</a:t>
            </a:r>
            <a:endParaRPr lang="zh-CN" altLang="en-US" sz="1200" dirty="0"/>
          </a:p>
        </p:txBody>
      </p:sp>
      <p:cxnSp>
        <p:nvCxnSpPr>
          <p:cNvPr id="19" name="直接连接符 18"/>
          <p:cNvCxnSpPr/>
          <p:nvPr/>
        </p:nvCxnSpPr>
        <p:spPr>
          <a:xfrm>
            <a:off x="6084168" y="2671644"/>
            <a:ext cx="504056" cy="188138"/>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6251521" y="2526543"/>
            <a:ext cx="288032" cy="276999"/>
          </a:xfrm>
          <a:prstGeom prst="rect">
            <a:avLst/>
          </a:prstGeom>
          <a:noFill/>
        </p:spPr>
        <p:txBody>
          <a:bodyPr wrap="square" rtlCol="0">
            <a:spAutoFit/>
          </a:bodyPr>
          <a:lstStyle/>
          <a:p>
            <a:r>
              <a:rPr lang="en-US" altLang="zh-CN" sz="1200" dirty="0"/>
              <a:t>1</a:t>
            </a:r>
            <a:endParaRPr lang="zh-CN" altLang="en-US" sz="1200" dirty="0"/>
          </a:p>
        </p:txBody>
      </p:sp>
      <p:cxnSp>
        <p:nvCxnSpPr>
          <p:cNvPr id="22" name="直接连接符 21"/>
          <p:cNvCxnSpPr/>
          <p:nvPr/>
        </p:nvCxnSpPr>
        <p:spPr>
          <a:xfrm flipV="1">
            <a:off x="6012160" y="2383298"/>
            <a:ext cx="576064" cy="143245"/>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3" name="文本框 22"/>
          <p:cNvSpPr txBox="1"/>
          <p:nvPr/>
        </p:nvSpPr>
        <p:spPr>
          <a:xfrm>
            <a:off x="6192180" y="2218371"/>
            <a:ext cx="288032" cy="276999"/>
          </a:xfrm>
          <a:prstGeom prst="rect">
            <a:avLst/>
          </a:prstGeom>
          <a:noFill/>
        </p:spPr>
        <p:txBody>
          <a:bodyPr wrap="square" rtlCol="0">
            <a:spAutoFit/>
          </a:bodyPr>
          <a:lstStyle/>
          <a:p>
            <a:r>
              <a:rPr lang="en-US" altLang="zh-CN" sz="1200" dirty="0"/>
              <a:t>2</a:t>
            </a:r>
            <a:endParaRPr lang="zh-CN" altLang="en-US" sz="1200" dirty="0"/>
          </a:p>
        </p:txBody>
      </p:sp>
      <p:cxnSp>
        <p:nvCxnSpPr>
          <p:cNvPr id="25" name="直接连接符 24"/>
          <p:cNvCxnSpPr/>
          <p:nvPr/>
        </p:nvCxnSpPr>
        <p:spPr>
          <a:xfrm>
            <a:off x="5904148" y="2859782"/>
            <a:ext cx="180020" cy="276999"/>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6" name="文本框 25"/>
          <p:cNvSpPr txBox="1"/>
          <p:nvPr/>
        </p:nvSpPr>
        <p:spPr>
          <a:xfrm>
            <a:off x="5779186" y="2919532"/>
            <a:ext cx="288032" cy="276999"/>
          </a:xfrm>
          <a:prstGeom prst="rect">
            <a:avLst/>
          </a:prstGeom>
          <a:noFill/>
        </p:spPr>
        <p:txBody>
          <a:bodyPr wrap="square" rtlCol="0">
            <a:spAutoFit/>
          </a:bodyPr>
          <a:lstStyle/>
          <a:p>
            <a:r>
              <a:rPr lang="en-US" altLang="zh-CN" sz="1200" dirty="0"/>
              <a:t>3</a:t>
            </a:r>
            <a:endParaRPr lang="zh-CN" altLang="en-US" sz="1200" dirty="0"/>
          </a:p>
        </p:txBody>
      </p:sp>
      <p:cxnSp>
        <p:nvCxnSpPr>
          <p:cNvPr id="28" name="直接连接符 27"/>
          <p:cNvCxnSpPr/>
          <p:nvPr/>
        </p:nvCxnSpPr>
        <p:spPr>
          <a:xfrm>
            <a:off x="6336196" y="2106299"/>
            <a:ext cx="252028" cy="11207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29" name="文本框 28"/>
          <p:cNvSpPr txBox="1"/>
          <p:nvPr/>
        </p:nvSpPr>
        <p:spPr>
          <a:xfrm>
            <a:off x="6416044" y="1961198"/>
            <a:ext cx="288032" cy="276999"/>
          </a:xfrm>
          <a:prstGeom prst="rect">
            <a:avLst/>
          </a:prstGeom>
          <a:noFill/>
        </p:spPr>
        <p:txBody>
          <a:bodyPr wrap="square" rtlCol="0">
            <a:spAutoFit/>
          </a:bodyPr>
          <a:lstStyle/>
          <a:p>
            <a:r>
              <a:rPr lang="en-US" altLang="zh-CN" sz="1200" dirty="0"/>
              <a:t>3</a:t>
            </a:r>
            <a:endParaRPr lang="zh-CN" altLang="en-US" sz="1200" dirty="0"/>
          </a:p>
        </p:txBody>
      </p:sp>
      <p:cxnSp>
        <p:nvCxnSpPr>
          <p:cNvPr id="31" name="直接连接符 30"/>
          <p:cNvCxnSpPr/>
          <p:nvPr/>
        </p:nvCxnSpPr>
        <p:spPr>
          <a:xfrm flipH="1">
            <a:off x="6416044" y="3075806"/>
            <a:ext cx="172180" cy="120725"/>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文本框 31"/>
          <p:cNvSpPr txBox="1"/>
          <p:nvPr/>
        </p:nvSpPr>
        <p:spPr>
          <a:xfrm>
            <a:off x="6432994" y="3128816"/>
            <a:ext cx="288032" cy="276999"/>
          </a:xfrm>
          <a:prstGeom prst="rect">
            <a:avLst/>
          </a:prstGeom>
          <a:noFill/>
        </p:spPr>
        <p:txBody>
          <a:bodyPr wrap="square" rtlCol="0">
            <a:spAutoFit/>
          </a:bodyPr>
          <a:lstStyle/>
          <a:p>
            <a:r>
              <a:rPr lang="en-US" altLang="zh-CN" sz="1200" dirty="0"/>
              <a:t>3</a:t>
            </a:r>
            <a:endParaRPr lang="zh-CN" altLang="en-US" sz="1200" dirty="0"/>
          </a:p>
        </p:txBody>
      </p:sp>
      <p:sp>
        <p:nvSpPr>
          <p:cNvPr id="21" name="文本框 20"/>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a:t>Prim</a:t>
            </a:r>
            <a:r>
              <a:rPr lang="zh-CN" altLang="en-US" sz="2000" dirty="0"/>
              <a:t>算法示例</a:t>
            </a:r>
          </a:p>
        </p:txBody>
      </p:sp>
    </p:spTree>
    <p:extLst>
      <p:ext uri="{BB962C8B-B14F-4D97-AF65-F5344CB8AC3E}">
        <p14:creationId xmlns:p14="http://schemas.microsoft.com/office/powerpoint/2010/main" val="71132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additive="base">
                                        <p:cTn id="39" dur="500" fill="hold"/>
                                        <p:tgtEl>
                                          <p:spTgt spid="17"/>
                                        </p:tgtEl>
                                        <p:attrNameLst>
                                          <p:attrName>ppt_x</p:attrName>
                                        </p:attrNameLst>
                                      </p:cBhvr>
                                      <p:tavLst>
                                        <p:tav tm="0">
                                          <p:val>
                                            <p:strVal val="#ppt_x"/>
                                          </p:val>
                                        </p:tav>
                                        <p:tav tm="100000">
                                          <p:val>
                                            <p:strVal val="#ppt_x"/>
                                          </p:val>
                                        </p:tav>
                                      </p:tavLst>
                                    </p:anim>
                                    <p:anim calcmode="lin" valueType="num">
                                      <p:cBhvr additive="base">
                                        <p:cTn id="40" dur="500" fill="hold"/>
                                        <p:tgtEl>
                                          <p:spTgt spid="17"/>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ppt_x"/>
                                          </p:val>
                                        </p:tav>
                                        <p:tav tm="100000">
                                          <p:val>
                                            <p:strVal val="#ppt_x"/>
                                          </p:val>
                                        </p:tav>
                                      </p:tavLst>
                                    </p:anim>
                                    <p:anim calcmode="lin" valueType="num">
                                      <p:cBhvr additive="base">
                                        <p:cTn id="4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additive="base">
                                        <p:cTn id="49" dur="500" fill="hold"/>
                                        <p:tgtEl>
                                          <p:spTgt spid="19"/>
                                        </p:tgtEl>
                                        <p:attrNameLst>
                                          <p:attrName>ppt_x</p:attrName>
                                        </p:attrNameLst>
                                      </p:cBhvr>
                                      <p:tavLst>
                                        <p:tav tm="0">
                                          <p:val>
                                            <p:strVal val="#ppt_x"/>
                                          </p:val>
                                        </p:tav>
                                        <p:tav tm="100000">
                                          <p:val>
                                            <p:strVal val="#ppt_x"/>
                                          </p:val>
                                        </p:tav>
                                      </p:tavLst>
                                    </p:anim>
                                    <p:anim calcmode="lin" valueType="num">
                                      <p:cBhvr additive="base">
                                        <p:cTn id="50" dur="500" fill="hold"/>
                                        <p:tgtEl>
                                          <p:spTgt spid="19"/>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additive="base">
                                        <p:cTn id="59" dur="500" fill="hold"/>
                                        <p:tgtEl>
                                          <p:spTgt spid="23"/>
                                        </p:tgtEl>
                                        <p:attrNameLst>
                                          <p:attrName>ppt_x</p:attrName>
                                        </p:attrNameLst>
                                      </p:cBhvr>
                                      <p:tavLst>
                                        <p:tav tm="0">
                                          <p:val>
                                            <p:strVal val="#ppt_x"/>
                                          </p:val>
                                        </p:tav>
                                        <p:tav tm="100000">
                                          <p:val>
                                            <p:strVal val="#ppt_x"/>
                                          </p:val>
                                        </p:tav>
                                      </p:tavLst>
                                    </p:anim>
                                    <p:anim calcmode="lin" valueType="num">
                                      <p:cBhvr additive="base">
                                        <p:cTn id="60" dur="500" fill="hold"/>
                                        <p:tgtEl>
                                          <p:spTgt spid="23"/>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fill="hold"/>
                                        <p:tgtEl>
                                          <p:spTgt spid="22"/>
                                        </p:tgtEl>
                                        <p:attrNameLst>
                                          <p:attrName>ppt_x</p:attrName>
                                        </p:attrNameLst>
                                      </p:cBhvr>
                                      <p:tavLst>
                                        <p:tav tm="0">
                                          <p:val>
                                            <p:strVal val="#ppt_x"/>
                                          </p:val>
                                        </p:tav>
                                        <p:tav tm="100000">
                                          <p:val>
                                            <p:strVal val="#ppt_x"/>
                                          </p:val>
                                        </p:tav>
                                      </p:tavLst>
                                    </p:anim>
                                    <p:anim calcmode="lin" valueType="num">
                                      <p:cBhvr additive="base">
                                        <p:cTn id="6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 calcmode="lin" valueType="num">
                                      <p:cBhvr additive="base">
                                        <p:cTn id="69" dur="500" fill="hold"/>
                                        <p:tgtEl>
                                          <p:spTgt spid="26"/>
                                        </p:tgtEl>
                                        <p:attrNameLst>
                                          <p:attrName>ppt_x</p:attrName>
                                        </p:attrNameLst>
                                      </p:cBhvr>
                                      <p:tavLst>
                                        <p:tav tm="0">
                                          <p:val>
                                            <p:strVal val="#ppt_x"/>
                                          </p:val>
                                        </p:tav>
                                        <p:tav tm="100000">
                                          <p:val>
                                            <p:strVal val="#ppt_x"/>
                                          </p:val>
                                        </p:tav>
                                      </p:tavLst>
                                    </p:anim>
                                    <p:anim calcmode="lin" valueType="num">
                                      <p:cBhvr additive="base">
                                        <p:cTn id="70" dur="500" fill="hold"/>
                                        <p:tgtEl>
                                          <p:spTgt spid="26"/>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additive="base">
                                        <p:cTn id="73" dur="500" fill="hold"/>
                                        <p:tgtEl>
                                          <p:spTgt spid="25"/>
                                        </p:tgtEl>
                                        <p:attrNameLst>
                                          <p:attrName>ppt_x</p:attrName>
                                        </p:attrNameLst>
                                      </p:cBhvr>
                                      <p:tavLst>
                                        <p:tav tm="0">
                                          <p:val>
                                            <p:strVal val="#ppt_x"/>
                                          </p:val>
                                        </p:tav>
                                        <p:tav tm="100000">
                                          <p:val>
                                            <p:strVal val="#ppt_x"/>
                                          </p:val>
                                        </p:tav>
                                      </p:tavLst>
                                    </p:anim>
                                    <p:anim calcmode="lin" valueType="num">
                                      <p:cBhvr additive="base">
                                        <p:cTn id="7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2"/>
                                        </p:tgtEl>
                                        <p:attrNameLst>
                                          <p:attrName>style.visibility</p:attrName>
                                        </p:attrNameLst>
                                      </p:cBhvr>
                                      <p:to>
                                        <p:strVal val="visible"/>
                                      </p:to>
                                    </p:set>
                                    <p:anim calcmode="lin" valueType="num">
                                      <p:cBhvr additive="base">
                                        <p:cTn id="79" dur="500" fill="hold"/>
                                        <p:tgtEl>
                                          <p:spTgt spid="32"/>
                                        </p:tgtEl>
                                        <p:attrNameLst>
                                          <p:attrName>ppt_x</p:attrName>
                                        </p:attrNameLst>
                                      </p:cBhvr>
                                      <p:tavLst>
                                        <p:tav tm="0">
                                          <p:val>
                                            <p:strVal val="#ppt_x"/>
                                          </p:val>
                                        </p:tav>
                                        <p:tav tm="100000">
                                          <p:val>
                                            <p:strVal val="#ppt_x"/>
                                          </p:val>
                                        </p:tav>
                                      </p:tavLst>
                                    </p:anim>
                                    <p:anim calcmode="lin" valueType="num">
                                      <p:cBhvr additive="base">
                                        <p:cTn id="80" dur="500" fill="hold"/>
                                        <p:tgtEl>
                                          <p:spTgt spid="32"/>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32"/>
                                        </p:tgtEl>
                                        <p:attrNameLst>
                                          <p:attrName>style.visibility</p:attrName>
                                        </p:attrNameLst>
                                      </p:cBhvr>
                                      <p:to>
                                        <p:strVal val="hidden"/>
                                      </p:to>
                                    </p:set>
                                  </p:subTnLst>
                                </p:cTn>
                              </p:par>
                              <p:par>
                                <p:cTn id="81" presetID="2" presetClass="entr" presetSubtype="4"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additive="base">
                                        <p:cTn id="83" dur="500" fill="hold"/>
                                        <p:tgtEl>
                                          <p:spTgt spid="31"/>
                                        </p:tgtEl>
                                        <p:attrNameLst>
                                          <p:attrName>ppt_x</p:attrName>
                                        </p:attrNameLst>
                                      </p:cBhvr>
                                      <p:tavLst>
                                        <p:tav tm="0">
                                          <p:val>
                                            <p:strVal val="#ppt_x"/>
                                          </p:val>
                                        </p:tav>
                                        <p:tav tm="100000">
                                          <p:val>
                                            <p:strVal val="#ppt_x"/>
                                          </p:val>
                                        </p:tav>
                                      </p:tavLst>
                                    </p:anim>
                                    <p:anim calcmode="lin" valueType="num">
                                      <p:cBhvr additive="base">
                                        <p:cTn id="84" dur="500" fill="hold"/>
                                        <p:tgtEl>
                                          <p:spTgt spid="31"/>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31"/>
                                        </p:tgtEl>
                                        <p:attrNameLst>
                                          <p:attrName>style.visibility</p:attrName>
                                        </p:attrNameLst>
                                      </p:cBhvr>
                                      <p:to>
                                        <p:strVal val="hidden"/>
                                      </p:to>
                                    </p:set>
                                  </p:subTnLst>
                                </p:cTn>
                              </p:par>
                            </p:childTnLst>
                          </p:cTn>
                        </p:par>
                      </p:childTnLst>
                    </p:cTn>
                  </p:par>
                  <p:par>
                    <p:cTn id="85" fill="hold">
                      <p:stCondLst>
                        <p:cond delay="indefinite"/>
                      </p:stCondLst>
                      <p:childTnLst>
                        <p:par>
                          <p:cTn id="86" fill="hold">
                            <p:stCondLst>
                              <p:cond delay="0"/>
                            </p:stCondLst>
                            <p:childTnLst>
                              <p:par>
                                <p:cTn id="87" presetID="2" presetClass="entr" presetSubtype="4" fill="hold" grpId="0" nodeType="clickEffect">
                                  <p:stCondLst>
                                    <p:cond delay="0"/>
                                  </p:stCondLst>
                                  <p:childTnLst>
                                    <p:set>
                                      <p:cBhvr>
                                        <p:cTn id="88" dur="1" fill="hold">
                                          <p:stCondLst>
                                            <p:cond delay="0"/>
                                          </p:stCondLst>
                                        </p:cTn>
                                        <p:tgtEl>
                                          <p:spTgt spid="29"/>
                                        </p:tgtEl>
                                        <p:attrNameLst>
                                          <p:attrName>style.visibility</p:attrName>
                                        </p:attrNameLst>
                                      </p:cBhvr>
                                      <p:to>
                                        <p:strVal val="visible"/>
                                      </p:to>
                                    </p:set>
                                    <p:anim calcmode="lin" valueType="num">
                                      <p:cBhvr additive="base">
                                        <p:cTn id="89" dur="500" fill="hold"/>
                                        <p:tgtEl>
                                          <p:spTgt spid="29"/>
                                        </p:tgtEl>
                                        <p:attrNameLst>
                                          <p:attrName>ppt_x</p:attrName>
                                        </p:attrNameLst>
                                      </p:cBhvr>
                                      <p:tavLst>
                                        <p:tav tm="0">
                                          <p:val>
                                            <p:strVal val="#ppt_x"/>
                                          </p:val>
                                        </p:tav>
                                        <p:tav tm="100000">
                                          <p:val>
                                            <p:strVal val="#ppt_x"/>
                                          </p:val>
                                        </p:tav>
                                      </p:tavLst>
                                    </p:anim>
                                    <p:anim calcmode="lin" valueType="num">
                                      <p:cBhvr additive="base">
                                        <p:cTn id="90" dur="500" fill="hold"/>
                                        <p:tgtEl>
                                          <p:spTgt spid="29"/>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28"/>
                                        </p:tgtEl>
                                        <p:attrNameLst>
                                          <p:attrName>style.visibility</p:attrName>
                                        </p:attrNameLst>
                                      </p:cBhvr>
                                      <p:to>
                                        <p:strVal val="visible"/>
                                      </p:to>
                                    </p:set>
                                    <p:anim calcmode="lin" valueType="num">
                                      <p:cBhvr additive="base">
                                        <p:cTn id="93" dur="500" fill="hold"/>
                                        <p:tgtEl>
                                          <p:spTgt spid="28"/>
                                        </p:tgtEl>
                                        <p:attrNameLst>
                                          <p:attrName>ppt_x</p:attrName>
                                        </p:attrNameLst>
                                      </p:cBhvr>
                                      <p:tavLst>
                                        <p:tav tm="0">
                                          <p:val>
                                            <p:strVal val="#ppt_x"/>
                                          </p:val>
                                        </p:tav>
                                        <p:tav tm="100000">
                                          <p:val>
                                            <p:strVal val="#ppt_x"/>
                                          </p:val>
                                        </p:tav>
                                      </p:tavLst>
                                    </p:anim>
                                    <p:anim calcmode="lin" valueType="num">
                                      <p:cBhvr additive="base">
                                        <p:cTn id="9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7" grpId="0"/>
      <p:bldP spid="20" grpId="0"/>
      <p:bldP spid="23" grpId="0"/>
      <p:bldP spid="26" grpId="0"/>
      <p:bldP spid="29" grpId="0"/>
      <p:bldP spid="3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3261152" y="1794391"/>
            <a:ext cx="4695224" cy="800930"/>
          </a:xfrm>
        </p:spPr>
        <p:txBody>
          <a:bodyPr/>
          <a:lstStyle/>
          <a:p>
            <a:r>
              <a:rPr lang="zh-CN" altLang="zh-CN" dirty="0">
                <a:effectLst/>
              </a:rPr>
              <a:t>有向无环图及其应用</a:t>
            </a:r>
            <a:endParaRPr lang="zh-CN" altLang="en-US" dirty="0"/>
          </a:p>
        </p:txBody>
      </p:sp>
      <p:sp>
        <p:nvSpPr>
          <p:cNvPr id="5" name="文本占位符 4"/>
          <p:cNvSpPr>
            <a:spLocks noGrp="1"/>
          </p:cNvSpPr>
          <p:nvPr>
            <p:ph type="body" sz="quarter" idx="11"/>
          </p:nvPr>
        </p:nvSpPr>
        <p:spPr/>
        <p:txBody>
          <a:bodyPr/>
          <a:lstStyle/>
          <a:p>
            <a:r>
              <a:rPr lang="en-US" altLang="zh-CN" dirty="0"/>
              <a:t>05</a:t>
            </a:r>
            <a:endParaRPr lang="zh-CN" altLang="en-US" dirty="0"/>
          </a:p>
        </p:txBody>
      </p:sp>
      <p:sp>
        <p:nvSpPr>
          <p:cNvPr id="2" name="矩形 1"/>
          <p:cNvSpPr/>
          <p:nvPr/>
        </p:nvSpPr>
        <p:spPr>
          <a:xfrm>
            <a:off x="179512" y="440731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07846527"/>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79512" y="1064124"/>
            <a:ext cx="8856984" cy="3507876"/>
          </a:xfrm>
        </p:spPr>
        <p:txBody>
          <a:bodyPr/>
          <a:lstStyle/>
          <a:p>
            <a:pPr algn="just"/>
            <a:r>
              <a:rPr lang="zh-CN" altLang="zh-CN" sz="1600" dirty="0">
                <a:latin typeface="Times New Roman" panose="02020603050405020304" pitchFamily="18" charset="0"/>
                <a:cs typeface="Times New Roman" panose="02020603050405020304" pitchFamily="18" charset="0"/>
              </a:rPr>
              <a:t>有向无环图（</a:t>
            </a:r>
            <a:r>
              <a:rPr lang="en-US" altLang="zh-CN" sz="1600" dirty="0">
                <a:latin typeface="Times New Roman" panose="02020603050405020304" pitchFamily="18" charset="0"/>
                <a:cs typeface="Times New Roman" panose="02020603050405020304" pitchFamily="18" charset="0"/>
              </a:rPr>
              <a:t>Directed </a:t>
            </a:r>
            <a:r>
              <a:rPr lang="en-US" altLang="zh-CN" sz="1600" dirty="0" err="1">
                <a:latin typeface="Times New Roman" panose="02020603050405020304" pitchFamily="18" charset="0"/>
                <a:cs typeface="Times New Roman" panose="02020603050405020304" pitchFamily="18" charset="0"/>
              </a:rPr>
              <a:t>Acycline</a:t>
            </a:r>
            <a:r>
              <a:rPr lang="en-US" altLang="zh-CN" sz="1600" dirty="0">
                <a:latin typeface="Times New Roman" panose="02020603050405020304" pitchFamily="18" charset="0"/>
                <a:cs typeface="Times New Roman" panose="02020603050405020304" pitchFamily="18" charset="0"/>
              </a:rPr>
              <a:t> Graph</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DAG</a:t>
            </a:r>
            <a:r>
              <a:rPr lang="zh-CN" altLang="zh-CN" sz="1600" dirty="0">
                <a:latin typeface="Times New Roman" panose="02020603050405020304" pitchFamily="18" charset="0"/>
                <a:cs typeface="Times New Roman" panose="02020603050405020304" pitchFamily="18" charset="0"/>
              </a:rPr>
              <a:t>）是一个无环（有向回路）的有向图，简称</a:t>
            </a:r>
            <a:r>
              <a:rPr lang="en-US" altLang="zh-CN" sz="1600" dirty="0">
                <a:latin typeface="Times New Roman" panose="02020603050405020304" pitchFamily="18" charset="0"/>
                <a:cs typeface="Times New Roman" panose="02020603050405020304" pitchFamily="18" charset="0"/>
              </a:rPr>
              <a:t>DAG</a:t>
            </a:r>
            <a:r>
              <a:rPr lang="zh-CN" altLang="zh-CN" sz="1600" dirty="0">
                <a:latin typeface="Times New Roman" panose="02020603050405020304" pitchFamily="18" charset="0"/>
                <a:cs typeface="Times New Roman" panose="02020603050405020304" pitchFamily="18" charset="0"/>
              </a:rPr>
              <a:t>图。</a:t>
            </a:r>
            <a:endParaRPr lang="en-US" altLang="zh-CN" sz="1600" dirty="0">
              <a:latin typeface="Times New Roman" panose="02020603050405020304" pitchFamily="18" charset="0"/>
              <a:cs typeface="Times New Roman" panose="02020603050405020304" pitchFamily="18" charset="0"/>
            </a:endParaRPr>
          </a:p>
          <a:p>
            <a:pPr algn="just"/>
            <a:r>
              <a:rPr lang="en-US" altLang="zh-CN" sz="1600" b="1" dirty="0">
                <a:latin typeface="Times New Roman" panose="02020603050405020304" pitchFamily="18" charset="0"/>
                <a:cs typeface="Times New Roman" panose="02020603050405020304" pitchFamily="18" charset="0"/>
              </a:rPr>
              <a:t>AOV</a:t>
            </a:r>
            <a:r>
              <a:rPr lang="zh-CN" altLang="zh-CN" sz="1600" b="1" dirty="0">
                <a:latin typeface="Times New Roman" panose="02020603050405020304" pitchFamily="18" charset="0"/>
                <a:cs typeface="Times New Roman" panose="02020603050405020304" pitchFamily="18" charset="0"/>
              </a:rPr>
              <a:t>网</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Activity On Vertex </a:t>
            </a:r>
            <a:r>
              <a:rPr lang="en-US" altLang="zh-CN" sz="1600" dirty="0" err="1">
                <a:latin typeface="Times New Roman" panose="02020603050405020304" pitchFamily="18" charset="0"/>
                <a:cs typeface="Times New Roman" panose="02020603050405020304" pitchFamily="18" charset="0"/>
              </a:rPr>
              <a:t>NetWork</a:t>
            </a:r>
            <a:r>
              <a:rPr lang="zh-CN" altLang="zh-CN" sz="1600" dirty="0">
                <a:latin typeface="Times New Roman" panose="02020603050405020304" pitchFamily="18" charset="0"/>
                <a:cs typeface="Times New Roman" panose="02020603050405020304" pitchFamily="18" charset="0"/>
              </a:rPr>
              <a:t>）和</a:t>
            </a:r>
            <a:r>
              <a:rPr lang="en-US" altLang="zh-CN" sz="1600" b="1" dirty="0">
                <a:latin typeface="Times New Roman" panose="02020603050405020304" pitchFamily="18" charset="0"/>
                <a:cs typeface="Times New Roman" panose="02020603050405020304" pitchFamily="18" charset="0"/>
              </a:rPr>
              <a:t>AOE</a:t>
            </a:r>
            <a:r>
              <a:rPr lang="zh-CN" altLang="zh-CN" sz="1600" b="1" dirty="0">
                <a:latin typeface="Times New Roman" panose="02020603050405020304" pitchFamily="18" charset="0"/>
                <a:cs typeface="Times New Roman" panose="02020603050405020304" pitchFamily="18" charset="0"/>
              </a:rPr>
              <a:t>网</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Activity On Edge Network</a:t>
            </a:r>
            <a:r>
              <a:rPr lang="zh-CN" altLang="zh-CN" sz="1600" dirty="0">
                <a:latin typeface="Times New Roman" panose="02020603050405020304" pitchFamily="18" charset="0"/>
                <a:cs typeface="Times New Roman" panose="02020603050405020304" pitchFamily="18" charset="0"/>
              </a:rPr>
              <a:t>）是</a:t>
            </a:r>
            <a:r>
              <a:rPr lang="en-US" altLang="zh-CN" sz="1600" dirty="0">
                <a:latin typeface="Times New Roman" panose="02020603050405020304" pitchFamily="18" charset="0"/>
                <a:cs typeface="Times New Roman" panose="02020603050405020304" pitchFamily="18" charset="0"/>
              </a:rPr>
              <a:t>DAG</a:t>
            </a:r>
            <a:r>
              <a:rPr lang="zh-CN" altLang="zh-CN" sz="1600" dirty="0">
                <a:latin typeface="Times New Roman" panose="02020603050405020304" pitchFamily="18" charset="0"/>
                <a:cs typeface="Times New Roman" panose="02020603050405020304" pitchFamily="18" charset="0"/>
              </a:rPr>
              <a:t>图的两个典型应用。</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611380" y="115457"/>
            <a:ext cx="151234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有向无环图</a:t>
            </a:r>
          </a:p>
        </p:txBody>
      </p:sp>
    </p:spTree>
    <p:extLst>
      <p:ext uri="{BB962C8B-B14F-4D97-AF65-F5344CB8AC3E}">
        <p14:creationId xmlns:p14="http://schemas.microsoft.com/office/powerpoint/2010/main" val="413645975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915566"/>
                <a:ext cx="8856984" cy="3507876"/>
              </a:xfrm>
            </p:spPr>
            <p:txBody>
              <a:bodyPr/>
              <a:lstStyle/>
              <a:p>
                <a:pPr algn="just">
                  <a:lnSpc>
                    <a:spcPts val="2600"/>
                  </a:lnSpc>
                  <a:spcBef>
                    <a:spcPts val="0"/>
                  </a:spcBef>
                </a:pPr>
                <a:r>
                  <a:rPr lang="zh-CN" altLang="zh-CN" sz="1600" dirty="0">
                    <a:solidFill>
                      <a:srgbClr val="FF0000"/>
                    </a:solidFill>
                    <a:latin typeface="Times New Roman" panose="02020603050405020304" pitchFamily="18" charset="0"/>
                    <a:cs typeface="Times New Roman" panose="02020603050405020304" pitchFamily="18" charset="0"/>
                  </a:rPr>
                  <a:t>在现代管理系统中，人们常用有向图来描述和分析一项工程的计划和实施过程，一个工程常被分为多个小的子工程，这些子工程被称为活动</a:t>
                </a:r>
                <a:r>
                  <a:rPr lang="en-US" altLang="zh-CN" sz="1600" dirty="0">
                    <a:solidFill>
                      <a:srgbClr val="FF0000"/>
                    </a:solidFill>
                    <a:latin typeface="Times New Roman" panose="02020603050405020304" pitchFamily="18" charset="0"/>
                    <a:cs typeface="Times New Roman" panose="02020603050405020304" pitchFamily="18" charset="0"/>
                  </a:rPr>
                  <a:t>(Activity)</a:t>
                </a:r>
                <a:r>
                  <a:rPr lang="zh-CN" altLang="zh-CN" sz="1600" dirty="0">
                    <a:solidFill>
                      <a:srgbClr val="FF0000"/>
                    </a:solidFill>
                    <a:latin typeface="Times New Roman" panose="02020603050405020304" pitchFamily="18" charset="0"/>
                    <a:cs typeface="Times New Roman" panose="02020603050405020304" pitchFamily="18" charset="0"/>
                  </a:rPr>
                  <a:t>，在有向图中若以顶点表示活动，有向边表示活动之间的优先关系的图称为</a:t>
                </a:r>
                <a:r>
                  <a:rPr lang="en-US" altLang="zh-CN" sz="1600" dirty="0">
                    <a:solidFill>
                      <a:srgbClr val="FF0000"/>
                    </a:solidFill>
                    <a:latin typeface="Times New Roman" panose="02020603050405020304" pitchFamily="18" charset="0"/>
                    <a:cs typeface="Times New Roman" panose="02020603050405020304" pitchFamily="18" charset="0"/>
                  </a:rPr>
                  <a:t>AOV</a:t>
                </a:r>
                <a:r>
                  <a:rPr lang="zh-CN" altLang="zh-CN" sz="1600" dirty="0">
                    <a:solidFill>
                      <a:srgbClr val="FF0000"/>
                    </a:solidFill>
                    <a:latin typeface="Times New Roman" panose="02020603050405020304" pitchFamily="18" charset="0"/>
                    <a:cs typeface="Times New Roman" panose="02020603050405020304" pitchFamily="18" charset="0"/>
                  </a:rPr>
                  <a:t>网。</a:t>
                </a:r>
              </a:p>
              <a:p>
                <a:pPr algn="just">
                  <a:lnSpc>
                    <a:spcPts val="2600"/>
                  </a:lnSpc>
                  <a:spcBef>
                    <a:spcPts val="0"/>
                  </a:spcBef>
                </a:pPr>
                <a:r>
                  <a:rPr lang="zh-CN" altLang="zh-CN" sz="1600" dirty="0">
                    <a:solidFill>
                      <a:srgbClr val="002060"/>
                    </a:solidFill>
                    <a:latin typeface="Times New Roman" panose="02020603050405020304" pitchFamily="18" charset="0"/>
                    <a:cs typeface="Times New Roman" panose="02020603050405020304" pitchFamily="18" charset="0"/>
                  </a:rPr>
                  <a:t>若</a:t>
                </a:r>
                <a14:m>
                  <m:oMath xmlns:m="http://schemas.openxmlformats.org/officeDocument/2006/math">
                    <m:r>
                      <a:rPr lang="en-US" altLang="zh-CN" sz="1600">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r>
                      <a:rPr lang="en-US" altLang="zh-CN" sz="1600" i="1">
                        <a:solidFill>
                          <a:srgbClr val="002060"/>
                        </a:solidFill>
                        <a:latin typeface="Cambria Math" panose="02040503050406030204" pitchFamily="18" charset="0"/>
                      </a:rPr>
                      <m:t>,</m:t>
                    </m:r>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r>
                      <a:rPr lang="en-US" altLang="zh-CN" sz="1600" i="1">
                        <a:solidFill>
                          <a:srgbClr val="002060"/>
                        </a:solidFill>
                        <a:latin typeface="Cambria Math" panose="02040503050406030204" pitchFamily="18" charset="0"/>
                      </a:rPr>
                      <m:t>)</m:t>
                    </m:r>
                  </m:oMath>
                </a14:m>
                <a:r>
                  <a:rPr lang="zh-CN" altLang="zh-CN" sz="1600" dirty="0">
                    <a:solidFill>
                      <a:srgbClr val="002060"/>
                    </a:solidFill>
                    <a:latin typeface="Times New Roman" panose="02020603050405020304" pitchFamily="18" charset="0"/>
                    <a:cs typeface="Times New Roman" panose="02020603050405020304" pitchFamily="18" charset="0"/>
                  </a:rPr>
                  <a:t>是图中的有向边，则</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oMath>
                </a14:m>
                <a:r>
                  <a:rPr lang="zh-CN" altLang="zh-CN" sz="1600" dirty="0">
                    <a:solidFill>
                      <a:srgbClr val="002060"/>
                    </a:solidFill>
                    <a:latin typeface="Times New Roman" panose="02020603050405020304" pitchFamily="18" charset="0"/>
                    <a:cs typeface="Times New Roman" panose="02020603050405020304" pitchFamily="18" charset="0"/>
                  </a:rPr>
                  <a:t>是</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oMath>
                </a14:m>
                <a:r>
                  <a:rPr lang="zh-CN" altLang="zh-CN" sz="1600" dirty="0">
                    <a:solidFill>
                      <a:srgbClr val="002060"/>
                    </a:solidFill>
                    <a:latin typeface="Times New Roman" panose="02020603050405020304" pitchFamily="18" charset="0"/>
                    <a:cs typeface="Times New Roman" panose="02020603050405020304" pitchFamily="18" charset="0"/>
                  </a:rPr>
                  <a:t>的直接前驱；</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oMath>
                </a14:m>
                <a:r>
                  <a:rPr lang="zh-CN" altLang="zh-CN" sz="1600" dirty="0">
                    <a:solidFill>
                      <a:srgbClr val="002060"/>
                    </a:solidFill>
                    <a:latin typeface="Times New Roman" panose="02020603050405020304" pitchFamily="18" charset="0"/>
                    <a:cs typeface="Times New Roman" panose="02020603050405020304" pitchFamily="18" charset="0"/>
                  </a:rPr>
                  <a:t>是</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oMath>
                </a14:m>
                <a:r>
                  <a:rPr lang="zh-CN" altLang="zh-CN" sz="1600" dirty="0">
                    <a:solidFill>
                      <a:srgbClr val="002060"/>
                    </a:solidFill>
                    <a:latin typeface="Times New Roman" panose="02020603050405020304" pitchFamily="18" charset="0"/>
                    <a:cs typeface="Times New Roman" panose="02020603050405020304" pitchFamily="18" charset="0"/>
                  </a:rPr>
                  <a:t>的直接后继。若存在一条从</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oMath>
                </a14:m>
                <a:r>
                  <a:rPr lang="zh-CN" altLang="zh-CN" sz="1600" dirty="0">
                    <a:solidFill>
                      <a:srgbClr val="002060"/>
                    </a:solidFill>
                    <a:latin typeface="Times New Roman" panose="02020603050405020304" pitchFamily="18" charset="0"/>
                    <a:cs typeface="Times New Roman" panose="02020603050405020304" pitchFamily="18" charset="0"/>
                  </a:rPr>
                  <a:t>到</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oMath>
                </a14:m>
                <a:r>
                  <a:rPr lang="zh-CN" altLang="zh-CN" sz="1600" dirty="0">
                    <a:solidFill>
                      <a:srgbClr val="002060"/>
                    </a:solidFill>
                    <a:latin typeface="Times New Roman" panose="02020603050405020304" pitchFamily="18" charset="0"/>
                    <a:cs typeface="Times New Roman" panose="02020603050405020304" pitchFamily="18" charset="0"/>
                  </a:rPr>
                  <a:t>的路径，则称</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oMath>
                </a14:m>
                <a:r>
                  <a:rPr lang="zh-CN" altLang="zh-CN" sz="1600" dirty="0">
                    <a:solidFill>
                      <a:srgbClr val="002060"/>
                    </a:solidFill>
                    <a:latin typeface="Times New Roman" panose="02020603050405020304" pitchFamily="18" charset="0"/>
                    <a:cs typeface="Times New Roman" panose="02020603050405020304" pitchFamily="18" charset="0"/>
                  </a:rPr>
                  <a:t>是</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oMath>
                </a14:m>
                <a:r>
                  <a:rPr lang="zh-CN" altLang="zh-CN" sz="1600" dirty="0">
                    <a:solidFill>
                      <a:srgbClr val="002060"/>
                    </a:solidFill>
                    <a:latin typeface="Times New Roman" panose="02020603050405020304" pitchFamily="18" charset="0"/>
                    <a:cs typeface="Times New Roman" panose="02020603050405020304" pitchFamily="18" charset="0"/>
                  </a:rPr>
                  <a:t>的前驱，</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𝑗</m:t>
                        </m:r>
                      </m:sub>
                    </m:sSub>
                  </m:oMath>
                </a14:m>
                <a:r>
                  <a:rPr lang="zh-CN" altLang="zh-CN" sz="1600" dirty="0">
                    <a:solidFill>
                      <a:srgbClr val="002060"/>
                    </a:solidFill>
                    <a:latin typeface="Times New Roman" panose="02020603050405020304" pitchFamily="18" charset="0"/>
                    <a:cs typeface="Times New Roman" panose="02020603050405020304" pitchFamily="18" charset="0"/>
                  </a:rPr>
                  <a:t>是</a:t>
                </a:r>
                <a14:m>
                  <m:oMath xmlns:m="http://schemas.openxmlformats.org/officeDocument/2006/math">
                    <m:sSub>
                      <m:sSubPr>
                        <m:ctrlPr>
                          <a:rPr lang="zh-CN" altLang="zh-CN" sz="1600" i="1">
                            <a:solidFill>
                              <a:srgbClr val="002060"/>
                            </a:solidFill>
                            <a:latin typeface="Cambria Math" panose="02040503050406030204" pitchFamily="18" charset="0"/>
                          </a:rPr>
                        </m:ctrlPr>
                      </m:sSubPr>
                      <m:e>
                        <m:r>
                          <a:rPr lang="en-US" altLang="zh-CN" sz="1600" i="1">
                            <a:solidFill>
                              <a:srgbClr val="002060"/>
                            </a:solidFill>
                            <a:latin typeface="Cambria Math" panose="02040503050406030204" pitchFamily="18" charset="0"/>
                          </a:rPr>
                          <m:t>𝑣</m:t>
                        </m:r>
                      </m:e>
                      <m:sub>
                        <m:r>
                          <a:rPr lang="en-US" altLang="zh-CN" sz="1600" i="1">
                            <a:solidFill>
                              <a:srgbClr val="002060"/>
                            </a:solidFill>
                            <a:latin typeface="Cambria Math" panose="02040503050406030204" pitchFamily="18" charset="0"/>
                          </a:rPr>
                          <m:t>𝑖</m:t>
                        </m:r>
                      </m:sub>
                    </m:sSub>
                  </m:oMath>
                </a14:m>
                <a:r>
                  <a:rPr lang="zh-CN" altLang="zh-CN" sz="1600" dirty="0">
                    <a:solidFill>
                      <a:srgbClr val="002060"/>
                    </a:solidFill>
                    <a:latin typeface="Times New Roman" panose="02020603050405020304" pitchFamily="18" charset="0"/>
                    <a:cs typeface="Times New Roman" panose="02020603050405020304" pitchFamily="18" charset="0"/>
                  </a:rPr>
                  <a:t>的后继。</a:t>
                </a:r>
                <a:r>
                  <a:rPr lang="en-US" altLang="zh-CN" sz="1600" dirty="0">
                    <a:solidFill>
                      <a:srgbClr val="002060"/>
                    </a:solidFill>
                    <a:latin typeface="Times New Roman" panose="02020603050405020304" pitchFamily="18" charset="0"/>
                    <a:cs typeface="Times New Roman" panose="02020603050405020304" pitchFamily="18" charset="0"/>
                  </a:rPr>
                  <a:t>AOV</a:t>
                </a:r>
                <a:r>
                  <a:rPr lang="zh-CN" altLang="zh-CN" sz="1600" dirty="0">
                    <a:solidFill>
                      <a:srgbClr val="002060"/>
                    </a:solidFill>
                    <a:latin typeface="Times New Roman" panose="02020603050405020304" pitchFamily="18" charset="0"/>
                    <a:cs typeface="Times New Roman" panose="02020603050405020304" pitchFamily="18" charset="0"/>
                  </a:rPr>
                  <a:t>网中不允许有回路，若存在回路，则意味着某项活动以自己为先决条件。</a:t>
                </a:r>
              </a:p>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把</a:t>
                </a:r>
                <a:r>
                  <a:rPr lang="en-US" altLang="zh-CN" sz="1600" dirty="0">
                    <a:latin typeface="Times New Roman" panose="02020603050405020304" pitchFamily="18" charset="0"/>
                    <a:cs typeface="Times New Roman" panose="02020603050405020304" pitchFamily="18" charset="0"/>
                  </a:rPr>
                  <a:t>AOV</a:t>
                </a:r>
                <a:r>
                  <a:rPr lang="zh-CN" altLang="zh-CN" sz="1600" dirty="0">
                    <a:latin typeface="Times New Roman" panose="02020603050405020304" pitchFamily="18" charset="0"/>
                    <a:cs typeface="Times New Roman" panose="02020603050405020304" pitchFamily="18" charset="0"/>
                  </a:rPr>
                  <a:t>网络中各顶点按照它们相互之间的优先关系排列成的一个线性序列称为一个拓扑有序序列。若</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是</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oMath>
                </a14:m>
                <a:r>
                  <a:rPr lang="zh-CN" altLang="zh-CN" sz="1600" dirty="0">
                    <a:latin typeface="Times New Roman" panose="02020603050405020304" pitchFamily="18" charset="0"/>
                    <a:cs typeface="Times New Roman" panose="02020603050405020304" pitchFamily="18" charset="0"/>
                  </a:rPr>
                  <a:t>的前驱，则</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一定排在</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oMath>
                </a14:m>
                <a:r>
                  <a:rPr lang="zh-CN" altLang="zh-CN" sz="1600" dirty="0">
                    <a:latin typeface="Times New Roman" panose="02020603050405020304" pitchFamily="18" charset="0"/>
                    <a:cs typeface="Times New Roman" panose="02020603050405020304" pitchFamily="18" charset="0"/>
                  </a:rPr>
                  <a:t>之前；对于没有优先关系的点，顺序任意。</a:t>
                </a:r>
              </a:p>
              <a:p>
                <a:pPr algn="just">
                  <a:lnSpc>
                    <a:spcPts val="2600"/>
                  </a:lnSpc>
                  <a:spcBef>
                    <a:spcPts val="0"/>
                  </a:spcBef>
                </a:pPr>
                <a:r>
                  <a:rPr lang="zh-CN" altLang="zh-CN" sz="1600" dirty="0">
                    <a:solidFill>
                      <a:srgbClr val="C00000"/>
                    </a:solidFill>
                    <a:latin typeface="Times New Roman" panose="02020603050405020304" pitchFamily="18" charset="0"/>
                    <a:cs typeface="Times New Roman" panose="02020603050405020304" pitchFamily="18" charset="0"/>
                  </a:rPr>
                  <a:t>在</a:t>
                </a:r>
                <a:r>
                  <a:rPr lang="en-US" altLang="zh-CN" sz="1600" dirty="0">
                    <a:solidFill>
                      <a:srgbClr val="C00000"/>
                    </a:solidFill>
                    <a:latin typeface="Times New Roman" panose="02020603050405020304" pitchFamily="18" charset="0"/>
                    <a:cs typeface="Times New Roman" panose="02020603050405020304" pitchFamily="18" charset="0"/>
                  </a:rPr>
                  <a:t>AOV</a:t>
                </a:r>
                <a:r>
                  <a:rPr lang="zh-CN" altLang="zh-CN" sz="1600" dirty="0">
                    <a:solidFill>
                      <a:srgbClr val="C00000"/>
                    </a:solidFill>
                    <a:latin typeface="Times New Roman" panose="02020603050405020304" pitchFamily="18" charset="0"/>
                    <a:cs typeface="Times New Roman" panose="02020603050405020304" pitchFamily="18" charset="0"/>
                  </a:rPr>
                  <a:t>网中构造一个拓扑有序序列的过程称为拓扑排序。</a:t>
                </a:r>
                <a:endParaRPr lang="zh-CN" altLang="en-US" sz="1600" dirty="0">
                  <a:solidFill>
                    <a:srgbClr val="C00000"/>
                  </a:solidFill>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915566"/>
                <a:ext cx="8856984" cy="3507876"/>
              </a:xfrm>
              <a:blipFill>
                <a:blip r:embed="rId2"/>
                <a:stretch>
                  <a:fillRect l="-551" r="-551"/>
                </a:stretch>
              </a:blipFill>
            </p:spPr>
            <p:txBody>
              <a:bodyPr/>
              <a:lstStyle/>
              <a:p>
                <a:r>
                  <a:rPr lang="zh-CN" altLang="en-US">
                    <a:noFill/>
                  </a:rPr>
                  <a:t> </a:t>
                </a:r>
              </a:p>
            </p:txBody>
          </p:sp>
        </mc:Fallback>
      </mc:AlternateContent>
      <p:sp>
        <p:nvSpPr>
          <p:cNvPr id="4" name="文本框 3"/>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a:t>AOV</a:t>
            </a:r>
            <a:r>
              <a:rPr lang="zh-CN" altLang="en-US" sz="2000" dirty="0"/>
              <a:t>网与拓扑排序</a:t>
            </a:r>
          </a:p>
        </p:txBody>
      </p:sp>
    </p:spTree>
    <p:extLst>
      <p:ext uri="{BB962C8B-B14F-4D97-AF65-F5344CB8AC3E}">
        <p14:creationId xmlns:p14="http://schemas.microsoft.com/office/powerpoint/2010/main" val="1452141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0" y="808069"/>
            <a:ext cx="9036496" cy="931562"/>
          </a:xfrm>
        </p:spPr>
        <p:txBody>
          <a:bodyPr/>
          <a:lstStyle/>
          <a:p>
            <a:r>
              <a:rPr lang="zh-CN" altLang="en-US" sz="1600" dirty="0">
                <a:latin typeface="Times New Roman" panose="02020603050405020304" pitchFamily="18" charset="0"/>
                <a:cs typeface="Times New Roman" panose="02020603050405020304" pitchFamily="18" charset="0"/>
              </a:rPr>
              <a:t>例如</a:t>
            </a:r>
            <a:r>
              <a:rPr lang="en-US" altLang="zh-CN" sz="1600" dirty="0">
                <a:latin typeface="Times New Roman" panose="02020603050405020304" pitchFamily="18" charset="0"/>
                <a:cs typeface="Times New Roman" panose="02020603050405020304" pitchFamily="18" charset="0"/>
              </a:rPr>
              <a:t>,</a:t>
            </a:r>
            <a:r>
              <a:rPr lang="zh-CN" altLang="en-US" sz="1600" dirty="0">
                <a:latin typeface="Times New Roman" panose="02020603050405020304" pitchFamily="18" charset="0"/>
                <a:cs typeface="Times New Roman" panose="02020603050405020304" pitchFamily="18" charset="0"/>
              </a:rPr>
              <a:t>人工智能专业的学生必须学习一系列基础课程和专业课程</a:t>
            </a:r>
            <a:r>
              <a:rPr lang="en-US" altLang="zh-CN" sz="1600" dirty="0">
                <a:latin typeface="Times New Roman" panose="02020603050405020304" pitchFamily="18" charset="0"/>
                <a:cs typeface="Times New Roman" panose="02020603050405020304" pitchFamily="18" charset="0"/>
              </a:rPr>
              <a:t>,</a:t>
            </a:r>
            <a:r>
              <a:rPr lang="zh-CN" altLang="en-US" sz="1600" dirty="0">
                <a:latin typeface="Times New Roman" panose="02020603050405020304" pitchFamily="18" charset="0"/>
                <a:cs typeface="Times New Roman" panose="02020603050405020304" pitchFamily="18" charset="0"/>
              </a:rPr>
              <a:t>课程名称和课程编号间的关系如下表；课程间优先关系如下图。</a:t>
            </a:r>
          </a:p>
        </p:txBody>
      </p:sp>
      <p:pic>
        <p:nvPicPr>
          <p:cNvPr id="5" name="图片 4"/>
          <p:cNvPicPr>
            <a:picLocks noChangeAspect="1"/>
          </p:cNvPicPr>
          <p:nvPr/>
        </p:nvPicPr>
        <p:blipFill>
          <a:blip r:embed="rId2"/>
          <a:stretch>
            <a:fillRect/>
          </a:stretch>
        </p:blipFill>
        <p:spPr>
          <a:xfrm>
            <a:off x="395536" y="1739631"/>
            <a:ext cx="5472608" cy="1567100"/>
          </a:xfrm>
          <a:prstGeom prst="rect">
            <a:avLst/>
          </a:prstGeom>
        </p:spPr>
      </p:pic>
      <p:pic>
        <p:nvPicPr>
          <p:cNvPr id="6" name="图片 5"/>
          <p:cNvPicPr>
            <a:picLocks noChangeAspect="1"/>
          </p:cNvPicPr>
          <p:nvPr/>
        </p:nvPicPr>
        <p:blipFill>
          <a:blip r:embed="rId3"/>
          <a:stretch>
            <a:fillRect/>
          </a:stretch>
        </p:blipFill>
        <p:spPr>
          <a:xfrm>
            <a:off x="6263680" y="1567470"/>
            <a:ext cx="2304256" cy="1711587"/>
          </a:xfrm>
          <a:prstGeom prst="rect">
            <a:avLst/>
          </a:prstGeom>
        </p:spPr>
      </p:pic>
      <mc:AlternateContent xmlns:mc="http://schemas.openxmlformats.org/markup-compatibility/2006" xmlns:a14="http://schemas.microsoft.com/office/drawing/2010/main">
        <mc:Choice Requires="a14">
          <p:sp>
            <p:nvSpPr>
              <p:cNvPr id="7" name="文本框 6"/>
              <p:cNvSpPr txBox="1"/>
              <p:nvPr/>
            </p:nvSpPr>
            <p:spPr>
              <a:xfrm>
                <a:off x="323528" y="3507854"/>
                <a:ext cx="8568952" cy="1077218"/>
              </a:xfrm>
              <a:prstGeom prst="rect">
                <a:avLst/>
              </a:prstGeom>
              <a:noFill/>
            </p:spPr>
            <p:txBody>
              <a:bodyPr wrap="square" rtlCol="0">
                <a:spAutoFit/>
              </a:bodyPr>
              <a:lstStyle/>
              <a:p>
                <a:r>
                  <a:rPr lang="en-US" altLang="zh-CN" sz="1600" dirty="0">
                    <a:latin typeface="Times New Roman" panose="02020603050405020304" pitchFamily="18" charset="0"/>
                    <a:ea typeface="黑体" panose="02010609060101010101" pitchFamily="49" charset="-122"/>
                    <a:cs typeface="Times New Roman" panose="02020603050405020304" pitchFamily="18" charset="0"/>
                  </a:rPr>
                  <a:t> </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该</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AOV</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网进行拓扑排序可</a:t>
                </a:r>
                <a:r>
                  <a:rPr lang="zh-CN" altLang="en-US"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有</a:t>
                </a:r>
                <a:r>
                  <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如下拓扑有序序列</a:t>
                </a:r>
                <a:r>
                  <a:rPr lang="en-US"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zh-CN" sz="1600" dirty="0">
                  <a:solidFill>
                    <a:srgbClr val="C00000"/>
                  </a:solidFill>
                  <a:latin typeface="Times New Roman" panose="02020603050405020304" pitchFamily="18" charset="0"/>
                  <a:ea typeface="黑体" panose="02010609060101010101" pitchFamily="49" charset="-122"/>
                  <a:cs typeface="Times New Roman" panose="02020603050405020304" pitchFamily="18" charset="0"/>
                </a:endParaRPr>
              </a:p>
              <a:p>
                <a:pPr/>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4</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7</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8</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9</m:t>
                          </m:r>
                        </m:sub>
                      </m:sSub>
                    </m:oMath>
                  </m:oMathPara>
                </a14:m>
                <a:endParaRPr lang="en-US" altLang="zh-CN" sz="1600" i="1" dirty="0">
                  <a:latin typeface="Times New Roman" panose="02020603050405020304" pitchFamily="18" charset="0"/>
                  <a:ea typeface="黑体" panose="02010609060101010101" pitchFamily="49" charset="-122"/>
                  <a:cs typeface="Times New Roman" panose="02020603050405020304" pitchFamily="18" charset="0"/>
                </a:endParaRPr>
              </a:p>
              <a:p>
                <a:pPr/>
                <a14:m>
                  <m:oMathPara xmlns:m="http://schemas.openxmlformats.org/officeDocument/2006/math">
                    <m:oMathParaPr>
                      <m:jc m:val="centerGroup"/>
                    </m:oMathParaPr>
                    <m:oMath xmlns:m="http://schemas.openxmlformats.org/officeDocument/2006/math">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2</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1</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3</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4</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6</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5</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7</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8</m:t>
                          </m:r>
                        </m:sub>
                      </m:sSub>
                      <m:sSub>
                        <m:sSubPr>
                          <m:ctrlPr>
                            <a:rPr lang="zh-CN" altLang="zh-CN" sz="1600" i="1">
                              <a:latin typeface="Cambria Math" panose="02040503050406030204" pitchFamily="18" charset="0"/>
                            </a:rPr>
                          </m:ctrlPr>
                        </m:sSubPr>
                        <m:e>
                          <m:r>
                            <m:rPr>
                              <m:sty m:val="p"/>
                            </m:rPr>
                            <a:rPr lang="en-US" altLang="zh-CN" sz="1600">
                              <a:latin typeface="Cambria Math" panose="02040503050406030204" pitchFamily="18" charset="0"/>
                            </a:rPr>
                            <m:t>C</m:t>
                          </m:r>
                        </m:e>
                        <m:sub>
                          <m:r>
                            <a:rPr lang="en-US" altLang="zh-CN" sz="1600" i="1">
                              <a:latin typeface="Cambria Math" panose="02040503050406030204" pitchFamily="18" charset="0"/>
                            </a:rPr>
                            <m:t>9</m:t>
                          </m:r>
                        </m:sub>
                      </m:sSub>
                    </m:oMath>
                  </m:oMathPara>
                </a14:m>
                <a:endParaRPr lang="zh-CN" altLang="zh-CN" sz="1600" dirty="0">
                  <a:latin typeface="Times New Roman" panose="02020603050405020304" pitchFamily="18" charset="0"/>
                  <a:ea typeface="黑体" panose="02010609060101010101" pitchFamily="49" charset="-122"/>
                  <a:cs typeface="Times New Roman" panose="02020603050405020304" pitchFamily="18" charset="0"/>
                </a:endParaRPr>
              </a:p>
              <a:p>
                <a:endParaRPr lang="zh-CN" altLang="en-US" sz="1600" dirty="0">
                  <a:latin typeface="Times New Roman" panose="02020603050405020304" pitchFamily="18" charset="0"/>
                  <a:ea typeface="黑体" panose="02010609060101010101" pitchFamily="49" charset="-122"/>
                  <a:cs typeface="Times New Roman" panose="02020603050405020304" pitchFamily="18" charset="0"/>
                </a:endParaRPr>
              </a:p>
            </p:txBody>
          </p:sp>
        </mc:Choice>
        <mc:Fallback xmlns="">
          <p:sp>
            <p:nvSpPr>
              <p:cNvPr id="7" name="文本框 6"/>
              <p:cNvSpPr txBox="1">
                <a:spLocks noRot="1" noChangeAspect="1" noMove="1" noResize="1" noEditPoints="1" noAdjustHandles="1" noChangeArrowheads="1" noChangeShapeType="1" noTextEdit="1"/>
              </p:cNvSpPr>
              <p:nvPr/>
            </p:nvSpPr>
            <p:spPr>
              <a:xfrm>
                <a:off x="323528" y="3507854"/>
                <a:ext cx="8568952" cy="1077218"/>
              </a:xfrm>
              <a:prstGeom prst="rect">
                <a:avLst/>
              </a:prstGeom>
              <a:blipFill>
                <a:blip r:embed="rId4"/>
                <a:stretch>
                  <a:fillRect t="-2260"/>
                </a:stretch>
              </a:blipFill>
            </p:spPr>
            <p:txBody>
              <a:bodyPr/>
              <a:lstStyle/>
              <a:p>
                <a:r>
                  <a:rPr lang="zh-CN" altLang="en-US">
                    <a:noFill/>
                  </a:rPr>
                  <a:t> </a:t>
                </a:r>
              </a:p>
            </p:txBody>
          </p:sp>
        </mc:Fallback>
      </mc:AlternateContent>
      <p:sp>
        <p:nvSpPr>
          <p:cNvPr id="8" name="文本框 7"/>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拓扑排序示例</a:t>
            </a:r>
          </a:p>
        </p:txBody>
      </p:sp>
    </p:spTree>
    <p:extLst>
      <p:ext uri="{BB962C8B-B14F-4D97-AF65-F5344CB8AC3E}">
        <p14:creationId xmlns:p14="http://schemas.microsoft.com/office/powerpoint/2010/main" val="214685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anim calcmode="lin" valueType="num">
                                      <p:cBhvr>
                                        <p:cTn id="21" dur="1000" fill="hold"/>
                                        <p:tgtEl>
                                          <p:spTgt spid="6"/>
                                        </p:tgtEl>
                                        <p:attrNameLst>
                                          <p:attrName>ppt_x</p:attrName>
                                        </p:attrNameLst>
                                      </p:cBhvr>
                                      <p:tavLst>
                                        <p:tav tm="0">
                                          <p:val>
                                            <p:strVal val="#ppt_x"/>
                                          </p:val>
                                        </p:tav>
                                        <p:tav tm="100000">
                                          <p:val>
                                            <p:strVal val="#ppt_x"/>
                                          </p:val>
                                        </p:tav>
                                      </p:tavLst>
                                    </p:anim>
                                    <p:anim calcmode="lin" valueType="num">
                                      <p:cBhvr>
                                        <p:cTn id="22"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7">
                                            <p:txEl>
                                              <p:pRg st="0" end="0"/>
                                            </p:txEl>
                                          </p:spTgt>
                                        </p:tgtEl>
                                        <p:attrNameLst>
                                          <p:attrName>style.visibility</p:attrName>
                                        </p:attrNameLst>
                                      </p:cBhvr>
                                      <p:to>
                                        <p:strVal val="visible"/>
                                      </p:to>
                                    </p:set>
                                    <p:animEffect transition="in" filter="fade">
                                      <p:cBhvr>
                                        <p:cTn id="27" dur="1000"/>
                                        <p:tgtEl>
                                          <p:spTgt spid="7">
                                            <p:txEl>
                                              <p:pRg st="0" end="0"/>
                                            </p:txEl>
                                          </p:spTgt>
                                        </p:tgtEl>
                                      </p:cBhvr>
                                    </p:animEffect>
                                    <p:anim calcmode="lin" valueType="num">
                                      <p:cBhvr>
                                        <p:cTn id="2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2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7">
                                            <p:txEl>
                                              <p:pRg st="1" end="1"/>
                                            </p:txEl>
                                          </p:spTgt>
                                        </p:tgtEl>
                                        <p:attrNameLst>
                                          <p:attrName>style.visibility</p:attrName>
                                        </p:attrNameLst>
                                      </p:cBhvr>
                                      <p:to>
                                        <p:strVal val="visible"/>
                                      </p:to>
                                    </p:set>
                                    <p:animEffect transition="in" filter="fade">
                                      <p:cBhvr>
                                        <p:cTn id="34" dur="1000"/>
                                        <p:tgtEl>
                                          <p:spTgt spid="7">
                                            <p:txEl>
                                              <p:pRg st="1" end="1"/>
                                            </p:txEl>
                                          </p:spTgt>
                                        </p:tgtEl>
                                      </p:cBhvr>
                                    </p:animEffect>
                                    <p:anim calcmode="lin" valueType="num">
                                      <p:cBhvr>
                                        <p:cTn id="3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3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7">
                                            <p:txEl>
                                              <p:pRg st="2" end="2"/>
                                            </p:txEl>
                                          </p:spTgt>
                                        </p:tgtEl>
                                        <p:attrNameLst>
                                          <p:attrName>style.visibility</p:attrName>
                                        </p:attrNameLst>
                                      </p:cBhvr>
                                      <p:to>
                                        <p:strVal val="visible"/>
                                      </p:to>
                                    </p:set>
                                    <p:anim calcmode="lin" valueType="num">
                                      <p:cBhvr additive="base">
                                        <p:cTn id="41" dur="500" fill="hold"/>
                                        <p:tgtEl>
                                          <p:spTgt spid="7">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7">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1064124"/>
            <a:ext cx="8928992" cy="1435618"/>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a:buNone/>
            </a:pPr>
            <a:endParaRPr lang="zh-CN" altLang="en-US" sz="2000" dirty="0">
              <a:latin typeface="Times New Roman" panose="02020603050405020304" pitchFamily="18" charset="0"/>
              <a:cs typeface="Times New Roman" panose="02020603050405020304" pitchFamily="18" charset="0"/>
            </a:endParaRPr>
          </a:p>
        </p:txBody>
      </p:sp>
      <p:grpSp>
        <p:nvGrpSpPr>
          <p:cNvPr id="4" name="Group 9"/>
          <p:cNvGrpSpPr>
            <a:grpSpLocks/>
          </p:cNvGrpSpPr>
          <p:nvPr/>
        </p:nvGrpSpPr>
        <p:grpSpPr bwMode="auto">
          <a:xfrm>
            <a:off x="611560" y="2500104"/>
            <a:ext cx="1713384" cy="1746453"/>
            <a:chOff x="576" y="1704"/>
            <a:chExt cx="1584" cy="1647"/>
          </a:xfrm>
        </p:grpSpPr>
        <p:grpSp>
          <p:nvGrpSpPr>
            <p:cNvPr id="5" name="Group 10"/>
            <p:cNvGrpSpPr>
              <a:grpSpLocks/>
            </p:cNvGrpSpPr>
            <p:nvPr/>
          </p:nvGrpSpPr>
          <p:grpSpPr bwMode="auto">
            <a:xfrm>
              <a:off x="576" y="2352"/>
              <a:ext cx="1152" cy="672"/>
              <a:chOff x="576" y="2352"/>
              <a:chExt cx="1152" cy="672"/>
            </a:xfrm>
          </p:grpSpPr>
          <p:sp>
            <p:nvSpPr>
              <p:cNvPr id="22" name="Oval 11"/>
              <p:cNvSpPr>
                <a:spLocks noChangeArrowheads="1"/>
              </p:cNvSpPr>
              <p:nvPr/>
            </p:nvSpPr>
            <p:spPr bwMode="auto">
              <a:xfrm>
                <a:off x="576" y="2352"/>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4</a:t>
                </a:r>
                <a:endParaRPr lang="en-US" altLang="zh-CN" sz="2000" dirty="0">
                  <a:solidFill>
                    <a:srgbClr val="FFFFFF"/>
                  </a:solidFill>
                </a:endParaRPr>
              </a:p>
            </p:txBody>
          </p:sp>
          <p:sp>
            <p:nvSpPr>
              <p:cNvPr id="23" name="Line 12"/>
              <p:cNvSpPr>
                <a:spLocks noChangeShapeType="1"/>
              </p:cNvSpPr>
              <p:nvPr/>
            </p:nvSpPr>
            <p:spPr bwMode="auto">
              <a:xfrm>
                <a:off x="1008" y="2592"/>
                <a:ext cx="72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6" name="Group 13"/>
            <p:cNvGrpSpPr>
              <a:grpSpLocks/>
            </p:cNvGrpSpPr>
            <p:nvPr/>
          </p:nvGrpSpPr>
          <p:grpSpPr bwMode="auto">
            <a:xfrm>
              <a:off x="576" y="1704"/>
              <a:ext cx="1584" cy="1647"/>
              <a:chOff x="576" y="1704"/>
              <a:chExt cx="1584" cy="1647"/>
            </a:xfrm>
          </p:grpSpPr>
          <p:sp>
            <p:nvSpPr>
              <p:cNvPr id="7" name="Oval 14"/>
              <p:cNvSpPr>
                <a:spLocks noChangeArrowheads="1"/>
              </p:cNvSpPr>
              <p:nvPr/>
            </p:nvSpPr>
            <p:spPr bwMode="auto">
              <a:xfrm>
                <a:off x="1680" y="1704"/>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2</a:t>
                </a:r>
                <a:endParaRPr lang="en-US" altLang="zh-CN" sz="2000" dirty="0">
                  <a:solidFill>
                    <a:srgbClr val="FFFFFF"/>
                  </a:solidFill>
                </a:endParaRPr>
              </a:p>
            </p:txBody>
          </p:sp>
          <p:sp>
            <p:nvSpPr>
              <p:cNvPr id="8" name="Oval 15"/>
              <p:cNvSpPr>
                <a:spLocks noChangeArrowheads="1"/>
              </p:cNvSpPr>
              <p:nvPr/>
            </p:nvSpPr>
            <p:spPr bwMode="auto">
              <a:xfrm>
                <a:off x="1632" y="2958"/>
                <a:ext cx="480" cy="393"/>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6</a:t>
                </a:r>
                <a:endParaRPr lang="en-US" altLang="zh-CN" sz="2000" dirty="0">
                  <a:solidFill>
                    <a:srgbClr val="FFFFFF"/>
                  </a:solidFill>
                </a:endParaRPr>
              </a:p>
            </p:txBody>
          </p:sp>
          <p:grpSp>
            <p:nvGrpSpPr>
              <p:cNvPr id="9" name="Group 16"/>
              <p:cNvGrpSpPr>
                <a:grpSpLocks/>
              </p:cNvGrpSpPr>
              <p:nvPr/>
            </p:nvGrpSpPr>
            <p:grpSpPr bwMode="auto">
              <a:xfrm>
                <a:off x="1680" y="1968"/>
                <a:ext cx="480" cy="1008"/>
                <a:chOff x="1680" y="1968"/>
                <a:chExt cx="480" cy="1008"/>
              </a:xfrm>
            </p:grpSpPr>
            <p:sp>
              <p:nvSpPr>
                <p:cNvPr id="19" name="Oval 17"/>
                <p:cNvSpPr>
                  <a:spLocks noChangeArrowheads="1"/>
                </p:cNvSpPr>
                <p:nvPr/>
              </p:nvSpPr>
              <p:spPr bwMode="auto">
                <a:xfrm>
                  <a:off x="1680" y="2400"/>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3</a:t>
                  </a:r>
                  <a:endParaRPr lang="en-US" altLang="zh-CN" sz="2000" dirty="0">
                    <a:solidFill>
                      <a:srgbClr val="FFFFFF"/>
                    </a:solidFill>
                  </a:endParaRPr>
                </a:p>
              </p:txBody>
            </p:sp>
            <p:sp>
              <p:nvSpPr>
                <p:cNvPr id="20" name="Line 18"/>
                <p:cNvSpPr>
                  <a:spLocks noChangeShapeType="1"/>
                </p:cNvSpPr>
                <p:nvPr/>
              </p:nvSpPr>
              <p:spPr bwMode="auto">
                <a:xfrm flipV="1">
                  <a:off x="1920" y="1968"/>
                  <a:ext cx="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Line 19"/>
                <p:cNvSpPr>
                  <a:spLocks noChangeShapeType="1"/>
                </p:cNvSpPr>
                <p:nvPr/>
              </p:nvSpPr>
              <p:spPr bwMode="auto">
                <a:xfrm>
                  <a:off x="1920" y="2688"/>
                  <a:ext cx="0" cy="288"/>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0" name="Group 20"/>
              <p:cNvGrpSpPr>
                <a:grpSpLocks/>
              </p:cNvGrpSpPr>
              <p:nvPr/>
            </p:nvGrpSpPr>
            <p:grpSpPr bwMode="auto">
              <a:xfrm>
                <a:off x="624" y="2640"/>
                <a:ext cx="1008" cy="693"/>
                <a:chOff x="624" y="2640"/>
                <a:chExt cx="1008" cy="693"/>
              </a:xfrm>
            </p:grpSpPr>
            <p:sp>
              <p:nvSpPr>
                <p:cNvPr id="16" name="Oval 21"/>
                <p:cNvSpPr>
                  <a:spLocks noChangeArrowheads="1"/>
                </p:cNvSpPr>
                <p:nvPr/>
              </p:nvSpPr>
              <p:spPr bwMode="auto">
                <a:xfrm>
                  <a:off x="624" y="2976"/>
                  <a:ext cx="432" cy="357"/>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5</a:t>
                  </a:r>
                  <a:endParaRPr lang="en-US" altLang="zh-CN" sz="2000" dirty="0">
                    <a:solidFill>
                      <a:srgbClr val="FFFFFF"/>
                    </a:solidFill>
                  </a:endParaRPr>
                </a:p>
              </p:txBody>
            </p:sp>
            <p:sp>
              <p:nvSpPr>
                <p:cNvPr id="17" name="Line 22"/>
                <p:cNvSpPr>
                  <a:spLocks noChangeShapeType="1"/>
                </p:cNvSpPr>
                <p:nvPr/>
              </p:nvSpPr>
              <p:spPr bwMode="auto">
                <a:xfrm>
                  <a:off x="1104" y="3120"/>
                  <a:ext cx="528" cy="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Line 23"/>
                <p:cNvSpPr>
                  <a:spLocks noChangeShapeType="1"/>
                </p:cNvSpPr>
                <p:nvPr/>
              </p:nvSpPr>
              <p:spPr bwMode="auto">
                <a:xfrm flipV="1">
                  <a:off x="864" y="2640"/>
                  <a:ext cx="0" cy="336"/>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1" name="Group 24"/>
              <p:cNvGrpSpPr>
                <a:grpSpLocks/>
              </p:cNvGrpSpPr>
              <p:nvPr/>
            </p:nvGrpSpPr>
            <p:grpSpPr bwMode="auto">
              <a:xfrm>
                <a:off x="576" y="1728"/>
                <a:ext cx="1152" cy="720"/>
                <a:chOff x="576" y="1728"/>
                <a:chExt cx="1152" cy="720"/>
              </a:xfrm>
            </p:grpSpPr>
            <p:sp>
              <p:nvSpPr>
                <p:cNvPr id="12" name="Oval 25"/>
                <p:cNvSpPr>
                  <a:spLocks noChangeArrowheads="1"/>
                </p:cNvSpPr>
                <p:nvPr/>
              </p:nvSpPr>
              <p:spPr bwMode="auto">
                <a:xfrm>
                  <a:off x="576" y="1728"/>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dirty="0">
                      <a:solidFill>
                        <a:srgbClr val="FFFFFF"/>
                      </a:solidFill>
                    </a:rPr>
                    <a:t>v</a:t>
                  </a:r>
                  <a:r>
                    <a:rPr lang="en-US" altLang="zh-CN" baseline="-25000" dirty="0">
                      <a:solidFill>
                        <a:srgbClr val="FFFFFF"/>
                      </a:solidFill>
                    </a:rPr>
                    <a:t>1</a:t>
                  </a:r>
                  <a:endParaRPr lang="en-US" altLang="zh-CN" dirty="0">
                    <a:solidFill>
                      <a:srgbClr val="FFFFFF"/>
                    </a:solidFill>
                  </a:endParaRPr>
                </a:p>
              </p:txBody>
            </p:sp>
            <p:sp>
              <p:nvSpPr>
                <p:cNvPr id="13" name="Line 26"/>
                <p:cNvSpPr>
                  <a:spLocks noChangeShapeType="1"/>
                </p:cNvSpPr>
                <p:nvPr/>
              </p:nvSpPr>
              <p:spPr bwMode="auto">
                <a:xfrm>
                  <a:off x="1056" y="1872"/>
                  <a:ext cx="624" cy="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sp>
              <p:nvSpPr>
                <p:cNvPr id="14" name="Line 27"/>
                <p:cNvSpPr>
                  <a:spLocks noChangeShapeType="1"/>
                </p:cNvSpPr>
                <p:nvPr/>
              </p:nvSpPr>
              <p:spPr bwMode="auto">
                <a:xfrm>
                  <a:off x="816" y="2016"/>
                  <a:ext cx="0" cy="336"/>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Line 28"/>
                <p:cNvSpPr>
                  <a:spLocks noChangeShapeType="1"/>
                </p:cNvSpPr>
                <p:nvPr/>
              </p:nvSpPr>
              <p:spPr bwMode="auto">
                <a:xfrm>
                  <a:off x="1008" y="1968"/>
                  <a:ext cx="720" cy="48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grpSp>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p:sp>
        <p:nvSpPr>
          <p:cNvPr id="25" name="文本框 2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Tree>
    <p:extLst>
      <p:ext uri="{BB962C8B-B14F-4D97-AF65-F5344CB8AC3E}">
        <p14:creationId xmlns:p14="http://schemas.microsoft.com/office/powerpoint/2010/main" val="341705784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9"/>
          <p:cNvGrpSpPr>
            <a:grpSpLocks/>
          </p:cNvGrpSpPr>
          <p:nvPr/>
        </p:nvGrpSpPr>
        <p:grpSpPr bwMode="auto">
          <a:xfrm>
            <a:off x="611560" y="2500104"/>
            <a:ext cx="1713384" cy="1746453"/>
            <a:chOff x="576" y="1704"/>
            <a:chExt cx="1584" cy="1647"/>
          </a:xfrm>
        </p:grpSpPr>
        <p:grpSp>
          <p:nvGrpSpPr>
            <p:cNvPr id="5" name="Group 10"/>
            <p:cNvGrpSpPr>
              <a:grpSpLocks/>
            </p:cNvGrpSpPr>
            <p:nvPr/>
          </p:nvGrpSpPr>
          <p:grpSpPr bwMode="auto">
            <a:xfrm>
              <a:off x="576" y="2352"/>
              <a:ext cx="1152" cy="672"/>
              <a:chOff x="576" y="2352"/>
              <a:chExt cx="1152" cy="672"/>
            </a:xfrm>
          </p:grpSpPr>
          <p:sp>
            <p:nvSpPr>
              <p:cNvPr id="22" name="Oval 11"/>
              <p:cNvSpPr>
                <a:spLocks noChangeArrowheads="1"/>
              </p:cNvSpPr>
              <p:nvPr/>
            </p:nvSpPr>
            <p:spPr bwMode="auto">
              <a:xfrm>
                <a:off x="576" y="2352"/>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4</a:t>
                </a:r>
                <a:endParaRPr lang="en-US" altLang="zh-CN" sz="2000" dirty="0">
                  <a:solidFill>
                    <a:srgbClr val="FFFFFF"/>
                  </a:solidFill>
                </a:endParaRPr>
              </a:p>
            </p:txBody>
          </p:sp>
          <p:sp>
            <p:nvSpPr>
              <p:cNvPr id="23" name="Line 12"/>
              <p:cNvSpPr>
                <a:spLocks noChangeShapeType="1"/>
              </p:cNvSpPr>
              <p:nvPr/>
            </p:nvSpPr>
            <p:spPr bwMode="auto">
              <a:xfrm>
                <a:off x="1008" y="2592"/>
                <a:ext cx="72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6" name="Group 13"/>
            <p:cNvGrpSpPr>
              <a:grpSpLocks/>
            </p:cNvGrpSpPr>
            <p:nvPr/>
          </p:nvGrpSpPr>
          <p:grpSpPr bwMode="auto">
            <a:xfrm>
              <a:off x="624" y="1704"/>
              <a:ext cx="1536" cy="1647"/>
              <a:chOff x="624" y="1704"/>
              <a:chExt cx="1536" cy="1647"/>
            </a:xfrm>
          </p:grpSpPr>
          <p:sp>
            <p:nvSpPr>
              <p:cNvPr id="7" name="Oval 14"/>
              <p:cNvSpPr>
                <a:spLocks noChangeArrowheads="1"/>
              </p:cNvSpPr>
              <p:nvPr/>
            </p:nvSpPr>
            <p:spPr bwMode="auto">
              <a:xfrm>
                <a:off x="1680" y="1704"/>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2</a:t>
                </a:r>
                <a:endParaRPr lang="en-US" altLang="zh-CN" sz="2000" dirty="0">
                  <a:solidFill>
                    <a:srgbClr val="FFFFFF"/>
                  </a:solidFill>
                </a:endParaRPr>
              </a:p>
            </p:txBody>
          </p:sp>
          <p:sp>
            <p:nvSpPr>
              <p:cNvPr id="8" name="Oval 15"/>
              <p:cNvSpPr>
                <a:spLocks noChangeArrowheads="1"/>
              </p:cNvSpPr>
              <p:nvPr/>
            </p:nvSpPr>
            <p:spPr bwMode="auto">
              <a:xfrm>
                <a:off x="1632" y="2958"/>
                <a:ext cx="480" cy="393"/>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6</a:t>
                </a:r>
                <a:endParaRPr lang="en-US" altLang="zh-CN" sz="2000" dirty="0">
                  <a:solidFill>
                    <a:srgbClr val="FFFFFF"/>
                  </a:solidFill>
                </a:endParaRPr>
              </a:p>
            </p:txBody>
          </p:sp>
          <p:grpSp>
            <p:nvGrpSpPr>
              <p:cNvPr id="9" name="Group 16"/>
              <p:cNvGrpSpPr>
                <a:grpSpLocks/>
              </p:cNvGrpSpPr>
              <p:nvPr/>
            </p:nvGrpSpPr>
            <p:grpSpPr bwMode="auto">
              <a:xfrm>
                <a:off x="1680" y="1968"/>
                <a:ext cx="480" cy="1008"/>
                <a:chOff x="1680" y="1968"/>
                <a:chExt cx="480" cy="1008"/>
              </a:xfrm>
            </p:grpSpPr>
            <p:sp>
              <p:nvSpPr>
                <p:cNvPr id="19" name="Oval 17"/>
                <p:cNvSpPr>
                  <a:spLocks noChangeArrowheads="1"/>
                </p:cNvSpPr>
                <p:nvPr/>
              </p:nvSpPr>
              <p:spPr bwMode="auto">
                <a:xfrm>
                  <a:off x="1680" y="2400"/>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3</a:t>
                  </a:r>
                  <a:endParaRPr lang="en-US" altLang="zh-CN" sz="2000" dirty="0">
                    <a:solidFill>
                      <a:srgbClr val="FFFFFF"/>
                    </a:solidFill>
                  </a:endParaRPr>
                </a:p>
              </p:txBody>
            </p:sp>
            <p:sp>
              <p:nvSpPr>
                <p:cNvPr id="20" name="Line 18"/>
                <p:cNvSpPr>
                  <a:spLocks noChangeShapeType="1"/>
                </p:cNvSpPr>
                <p:nvPr/>
              </p:nvSpPr>
              <p:spPr bwMode="auto">
                <a:xfrm flipV="1">
                  <a:off x="1920" y="1968"/>
                  <a:ext cx="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Line 19"/>
                <p:cNvSpPr>
                  <a:spLocks noChangeShapeType="1"/>
                </p:cNvSpPr>
                <p:nvPr/>
              </p:nvSpPr>
              <p:spPr bwMode="auto">
                <a:xfrm>
                  <a:off x="1920" y="2688"/>
                  <a:ext cx="0" cy="288"/>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0" name="Group 20"/>
              <p:cNvGrpSpPr>
                <a:grpSpLocks/>
              </p:cNvGrpSpPr>
              <p:nvPr/>
            </p:nvGrpSpPr>
            <p:grpSpPr bwMode="auto">
              <a:xfrm>
                <a:off x="624" y="2640"/>
                <a:ext cx="1008" cy="693"/>
                <a:chOff x="624" y="2640"/>
                <a:chExt cx="1008" cy="693"/>
              </a:xfrm>
            </p:grpSpPr>
            <p:sp>
              <p:nvSpPr>
                <p:cNvPr id="16" name="Oval 21"/>
                <p:cNvSpPr>
                  <a:spLocks noChangeArrowheads="1"/>
                </p:cNvSpPr>
                <p:nvPr/>
              </p:nvSpPr>
              <p:spPr bwMode="auto">
                <a:xfrm>
                  <a:off x="624" y="2976"/>
                  <a:ext cx="432" cy="357"/>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5</a:t>
                  </a:r>
                  <a:endParaRPr lang="en-US" altLang="zh-CN" sz="2000" dirty="0">
                    <a:solidFill>
                      <a:srgbClr val="FFFFFF"/>
                    </a:solidFill>
                  </a:endParaRPr>
                </a:p>
              </p:txBody>
            </p:sp>
            <p:sp>
              <p:nvSpPr>
                <p:cNvPr id="17" name="Line 22"/>
                <p:cNvSpPr>
                  <a:spLocks noChangeShapeType="1"/>
                </p:cNvSpPr>
                <p:nvPr/>
              </p:nvSpPr>
              <p:spPr bwMode="auto">
                <a:xfrm>
                  <a:off x="1104" y="3120"/>
                  <a:ext cx="528" cy="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Line 23"/>
                <p:cNvSpPr>
                  <a:spLocks noChangeShapeType="1"/>
                </p:cNvSpPr>
                <p:nvPr/>
              </p:nvSpPr>
              <p:spPr bwMode="auto">
                <a:xfrm flipV="1">
                  <a:off x="864" y="2640"/>
                  <a:ext cx="0" cy="336"/>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grpSp>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5" name="文本框 24"/>
              <p:cNvSpPr txBox="1"/>
              <p:nvPr/>
            </p:nvSpPr>
            <p:spPr>
              <a:xfrm>
                <a:off x="3935484" y="2595378"/>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5</m:t>
                          </m:r>
                        </m:sub>
                      </m:sSub>
                    </m:oMath>
                  </m:oMathPara>
                </a14:m>
                <a:endParaRPr lang="zh-CN" altLang="en-US" dirty="0"/>
              </a:p>
            </p:txBody>
          </p:sp>
        </mc:Choice>
        <mc:Fallback xmlns="">
          <p:sp>
            <p:nvSpPr>
              <p:cNvPr id="25" name="文本框 24"/>
              <p:cNvSpPr txBox="1">
                <a:spLocks noRot="1" noChangeAspect="1" noMove="1" noResize="1" noEditPoints="1" noAdjustHandles="1" noChangeArrowheads="1" noChangeShapeType="1" noTextEdit="1"/>
              </p:cNvSpPr>
              <p:nvPr/>
            </p:nvSpPr>
            <p:spPr>
              <a:xfrm>
                <a:off x="3935484" y="2595378"/>
                <a:ext cx="431155" cy="369332"/>
              </a:xfrm>
              <a:prstGeom prst="rect">
                <a:avLst/>
              </a:prstGeom>
              <a:blipFill rotWithShape="0">
                <a:blip r:embed="rId3"/>
                <a:stretch>
                  <a:fillRect b="-1667"/>
                </a:stretch>
              </a:blipFill>
            </p:spPr>
            <p:txBody>
              <a:bodyPr/>
              <a:lstStyle/>
              <a:p>
                <a:r>
                  <a:rPr lang="zh-CN" altLang="en-US">
                    <a:noFill/>
                  </a:rPr>
                  <a:t> </a:t>
                </a:r>
              </a:p>
            </p:txBody>
          </p:sp>
        </mc:Fallback>
      </mc:AlternateContent>
      <p:sp>
        <p:nvSpPr>
          <p:cNvPr id="26" name="文本框 25"/>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
        <p:nvSpPr>
          <p:cNvPr id="12" name="内容占位符 2">
            <a:extLst>
              <a:ext uri="{FF2B5EF4-FFF2-40B4-BE49-F238E27FC236}">
                <a16:creationId xmlns:a16="http://schemas.microsoft.com/office/drawing/2014/main" id="{1411231E-51AD-131C-D9CD-9C21832D4086}"/>
              </a:ext>
            </a:extLst>
          </p:cNvPr>
          <p:cNvSpPr>
            <a:spLocks noGrp="1"/>
          </p:cNvSpPr>
          <p:nvPr>
            <p:ph sz="quarter" idx="11"/>
          </p:nvPr>
        </p:nvSpPr>
        <p:spPr>
          <a:xfrm>
            <a:off x="107504" y="1064124"/>
            <a:ext cx="8928992" cy="1435618"/>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1395515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9"/>
          <p:cNvGrpSpPr>
            <a:grpSpLocks/>
          </p:cNvGrpSpPr>
          <p:nvPr/>
        </p:nvGrpSpPr>
        <p:grpSpPr bwMode="auto">
          <a:xfrm>
            <a:off x="611560" y="2500104"/>
            <a:ext cx="1713384" cy="1746453"/>
            <a:chOff x="576" y="1704"/>
            <a:chExt cx="1584" cy="1647"/>
          </a:xfrm>
        </p:grpSpPr>
        <p:grpSp>
          <p:nvGrpSpPr>
            <p:cNvPr id="5" name="Group 10"/>
            <p:cNvGrpSpPr>
              <a:grpSpLocks/>
            </p:cNvGrpSpPr>
            <p:nvPr/>
          </p:nvGrpSpPr>
          <p:grpSpPr bwMode="auto">
            <a:xfrm>
              <a:off x="576" y="2352"/>
              <a:ext cx="1152" cy="672"/>
              <a:chOff x="576" y="2352"/>
              <a:chExt cx="1152" cy="672"/>
            </a:xfrm>
          </p:grpSpPr>
          <p:sp>
            <p:nvSpPr>
              <p:cNvPr id="22" name="Oval 11"/>
              <p:cNvSpPr>
                <a:spLocks noChangeArrowheads="1"/>
              </p:cNvSpPr>
              <p:nvPr/>
            </p:nvSpPr>
            <p:spPr bwMode="auto">
              <a:xfrm>
                <a:off x="576" y="2352"/>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4</a:t>
                </a:r>
                <a:endParaRPr lang="en-US" altLang="zh-CN" sz="2000" dirty="0">
                  <a:solidFill>
                    <a:srgbClr val="FFFFFF"/>
                  </a:solidFill>
                </a:endParaRPr>
              </a:p>
            </p:txBody>
          </p:sp>
          <p:sp>
            <p:nvSpPr>
              <p:cNvPr id="23" name="Line 12"/>
              <p:cNvSpPr>
                <a:spLocks noChangeShapeType="1"/>
              </p:cNvSpPr>
              <p:nvPr/>
            </p:nvSpPr>
            <p:spPr bwMode="auto">
              <a:xfrm>
                <a:off x="1008" y="2592"/>
                <a:ext cx="72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6" name="Group 13"/>
            <p:cNvGrpSpPr>
              <a:grpSpLocks/>
            </p:cNvGrpSpPr>
            <p:nvPr/>
          </p:nvGrpSpPr>
          <p:grpSpPr bwMode="auto">
            <a:xfrm>
              <a:off x="1632" y="1704"/>
              <a:ext cx="528" cy="1647"/>
              <a:chOff x="1632" y="1704"/>
              <a:chExt cx="528" cy="1647"/>
            </a:xfrm>
          </p:grpSpPr>
          <p:sp>
            <p:nvSpPr>
              <p:cNvPr id="7" name="Oval 14"/>
              <p:cNvSpPr>
                <a:spLocks noChangeArrowheads="1"/>
              </p:cNvSpPr>
              <p:nvPr/>
            </p:nvSpPr>
            <p:spPr bwMode="auto">
              <a:xfrm>
                <a:off x="1680" y="1704"/>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2</a:t>
                </a:r>
                <a:endParaRPr lang="en-US" altLang="zh-CN" sz="2000" dirty="0">
                  <a:solidFill>
                    <a:srgbClr val="FFFFFF"/>
                  </a:solidFill>
                </a:endParaRPr>
              </a:p>
            </p:txBody>
          </p:sp>
          <p:sp>
            <p:nvSpPr>
              <p:cNvPr id="8" name="Oval 15"/>
              <p:cNvSpPr>
                <a:spLocks noChangeArrowheads="1"/>
              </p:cNvSpPr>
              <p:nvPr/>
            </p:nvSpPr>
            <p:spPr bwMode="auto">
              <a:xfrm>
                <a:off x="1632" y="2958"/>
                <a:ext cx="480" cy="393"/>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6</a:t>
                </a:r>
                <a:endParaRPr lang="en-US" altLang="zh-CN" sz="2000" dirty="0">
                  <a:solidFill>
                    <a:srgbClr val="FFFFFF"/>
                  </a:solidFill>
                </a:endParaRPr>
              </a:p>
            </p:txBody>
          </p:sp>
          <p:grpSp>
            <p:nvGrpSpPr>
              <p:cNvPr id="9" name="Group 16"/>
              <p:cNvGrpSpPr>
                <a:grpSpLocks/>
              </p:cNvGrpSpPr>
              <p:nvPr/>
            </p:nvGrpSpPr>
            <p:grpSpPr bwMode="auto">
              <a:xfrm>
                <a:off x="1680" y="1968"/>
                <a:ext cx="480" cy="1008"/>
                <a:chOff x="1680" y="1968"/>
                <a:chExt cx="480" cy="1008"/>
              </a:xfrm>
            </p:grpSpPr>
            <p:sp>
              <p:nvSpPr>
                <p:cNvPr id="19" name="Oval 17"/>
                <p:cNvSpPr>
                  <a:spLocks noChangeArrowheads="1"/>
                </p:cNvSpPr>
                <p:nvPr/>
              </p:nvSpPr>
              <p:spPr bwMode="auto">
                <a:xfrm>
                  <a:off x="1680" y="2400"/>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3</a:t>
                  </a:r>
                  <a:endParaRPr lang="en-US" altLang="zh-CN" sz="2000" dirty="0">
                    <a:solidFill>
                      <a:srgbClr val="FFFFFF"/>
                    </a:solidFill>
                  </a:endParaRPr>
                </a:p>
              </p:txBody>
            </p:sp>
            <p:sp>
              <p:nvSpPr>
                <p:cNvPr id="20" name="Line 18"/>
                <p:cNvSpPr>
                  <a:spLocks noChangeShapeType="1"/>
                </p:cNvSpPr>
                <p:nvPr/>
              </p:nvSpPr>
              <p:spPr bwMode="auto">
                <a:xfrm flipV="1">
                  <a:off x="1920" y="1968"/>
                  <a:ext cx="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Line 19"/>
                <p:cNvSpPr>
                  <a:spLocks noChangeShapeType="1"/>
                </p:cNvSpPr>
                <p:nvPr/>
              </p:nvSpPr>
              <p:spPr bwMode="auto">
                <a:xfrm>
                  <a:off x="1920" y="2688"/>
                  <a:ext cx="0" cy="288"/>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grpSp>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5" name="文本框 24"/>
              <p:cNvSpPr txBox="1"/>
              <p:nvPr/>
            </p:nvSpPr>
            <p:spPr>
              <a:xfrm>
                <a:off x="3935484" y="2595378"/>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5</m:t>
                          </m:r>
                        </m:sub>
                      </m:sSub>
                    </m:oMath>
                  </m:oMathPara>
                </a14:m>
                <a:endParaRPr lang="zh-CN" altLang="en-US" dirty="0"/>
              </a:p>
            </p:txBody>
          </p:sp>
        </mc:Choice>
        <mc:Fallback xmlns="">
          <p:sp>
            <p:nvSpPr>
              <p:cNvPr id="25" name="文本框 24"/>
              <p:cNvSpPr txBox="1">
                <a:spLocks noRot="1" noChangeAspect="1" noMove="1" noResize="1" noEditPoints="1" noAdjustHandles="1" noChangeArrowheads="1" noChangeShapeType="1" noTextEdit="1"/>
              </p:cNvSpPr>
              <p:nvPr/>
            </p:nvSpPr>
            <p:spPr>
              <a:xfrm>
                <a:off x="3935484" y="2595378"/>
                <a:ext cx="431155" cy="369332"/>
              </a:xfrm>
              <a:prstGeom prst="rect">
                <a:avLst/>
              </a:prstGeom>
              <a:blipFill rotWithShape="0">
                <a:blip r:embed="rId3"/>
                <a:stretch>
                  <a:fillRect b="-1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6" name="文本框 25"/>
              <p:cNvSpPr txBox="1"/>
              <p:nvPr/>
            </p:nvSpPr>
            <p:spPr>
              <a:xfrm>
                <a:off x="4283073" y="259927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4</m:t>
                          </m:r>
                        </m:sub>
                      </m:sSub>
                    </m:oMath>
                  </m:oMathPara>
                </a14:m>
                <a:endParaRPr lang="zh-CN" altLang="en-US" dirty="0"/>
              </a:p>
            </p:txBody>
          </p:sp>
        </mc:Choice>
        <mc:Fallback xmlns="">
          <p:sp>
            <p:nvSpPr>
              <p:cNvPr id="26" name="文本框 25"/>
              <p:cNvSpPr txBox="1">
                <a:spLocks noRot="1" noChangeAspect="1" noMove="1" noResize="1" noEditPoints="1" noAdjustHandles="1" noChangeArrowheads="1" noChangeShapeType="1" noTextEdit="1"/>
              </p:cNvSpPr>
              <p:nvPr/>
            </p:nvSpPr>
            <p:spPr>
              <a:xfrm>
                <a:off x="4283073" y="2599272"/>
                <a:ext cx="431155" cy="369332"/>
              </a:xfrm>
              <a:prstGeom prst="rect">
                <a:avLst/>
              </a:prstGeom>
              <a:blipFill rotWithShape="0">
                <a:blip r:embed="rId4"/>
                <a:stretch>
                  <a:fillRect/>
                </a:stretch>
              </a:blipFill>
            </p:spPr>
            <p:txBody>
              <a:bodyPr/>
              <a:lstStyle/>
              <a:p>
                <a:r>
                  <a:rPr lang="zh-CN" altLang="en-US">
                    <a:noFill/>
                  </a:rPr>
                  <a:t> </a:t>
                </a:r>
              </a:p>
            </p:txBody>
          </p:sp>
        </mc:Fallback>
      </mc:AlternateContent>
      <p:sp>
        <p:nvSpPr>
          <p:cNvPr id="18" name="文本框 17"/>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
        <p:nvSpPr>
          <p:cNvPr id="11" name="内容占位符 2">
            <a:extLst>
              <a:ext uri="{FF2B5EF4-FFF2-40B4-BE49-F238E27FC236}">
                <a16:creationId xmlns:a16="http://schemas.microsoft.com/office/drawing/2014/main" id="{5DAE3554-2C66-1D36-F04D-12D843672DB3}"/>
              </a:ext>
            </a:extLst>
          </p:cNvPr>
          <p:cNvSpPr txBox="1">
            <a:spLocks/>
          </p:cNvSpPr>
          <p:nvPr/>
        </p:nvSpPr>
        <p:spPr>
          <a:xfrm>
            <a:off x="107504" y="1064124"/>
            <a:ext cx="8928992" cy="1435618"/>
          </a:xfrm>
          <a:prstGeom prst="rect">
            <a:avLst/>
          </a:prstGeom>
          <a:noFill/>
          <a:ln w="9525">
            <a:noFill/>
          </a:ln>
        </p:spPr>
        <p:txBody>
          <a:bodyPr vert="horz" lIns="68580" tIns="34290" rIns="68580" bIns="34290" anchor="t"/>
          <a:lstStyle>
            <a:lvl1pPr marL="171450" indent="-171450" algn="l" defTabSz="685800" rtl="0" eaLnBrk="1" latinLnBrk="0" hangingPunct="1">
              <a:lnSpc>
                <a:spcPct val="150000"/>
              </a:lnSpc>
              <a:spcBef>
                <a:spcPts val="750"/>
              </a:spcBef>
              <a:buFont typeface="Arial" panose="020B0604020202020204" pitchFamily="34" charset="0"/>
              <a:buChar char="•"/>
              <a:defRPr sz="2400" b="0" kern="1200">
                <a:solidFill>
                  <a:schemeClr val="tx1"/>
                </a:solidFill>
                <a:effectLst/>
                <a:latin typeface="黑体" pitchFamily="49" charset="-122"/>
                <a:ea typeface="黑体" pitchFamily="49" charset="-122"/>
                <a:cs typeface="+mn-cs"/>
              </a:defRPr>
            </a:lvl1pPr>
            <a:lvl2pPr marL="514350" indent="-171450" algn="l" defTabSz="685800" rtl="0" eaLnBrk="1" latinLnBrk="0" hangingPunct="1">
              <a:lnSpc>
                <a:spcPct val="150000"/>
              </a:lnSpc>
              <a:spcBef>
                <a:spcPts val="375"/>
              </a:spcBef>
              <a:buFont typeface="Arial" panose="020B0604020202020204" pitchFamily="34" charset="0"/>
              <a:buChar char="•"/>
              <a:defRPr sz="2000" b="0" kern="1200">
                <a:solidFill>
                  <a:schemeClr val="tx1"/>
                </a:solidFill>
                <a:effectLst/>
                <a:latin typeface="黑体" pitchFamily="49" charset="-122"/>
                <a:ea typeface="黑体" pitchFamily="49" charset="-122"/>
                <a:cs typeface="+mn-cs"/>
              </a:defRPr>
            </a:lvl2pPr>
            <a:lvl3pPr marL="857250" indent="-171450" algn="l" defTabSz="685800" rtl="0" eaLnBrk="1" latinLnBrk="0" hangingPunct="1">
              <a:lnSpc>
                <a:spcPct val="150000"/>
              </a:lnSpc>
              <a:spcBef>
                <a:spcPts val="375"/>
              </a:spcBef>
              <a:buFont typeface="Arial" panose="020B0604020202020204" pitchFamily="34" charset="0"/>
              <a:buChar char="•"/>
              <a:defRPr sz="1600" b="0" kern="1200">
                <a:solidFill>
                  <a:schemeClr val="tx1"/>
                </a:solidFill>
                <a:effectLst/>
                <a:latin typeface="黑体" pitchFamily="49" charset="-122"/>
                <a:ea typeface="黑体" pitchFamily="49" charset="-122"/>
                <a:cs typeface="+mn-cs"/>
              </a:defRPr>
            </a:lvl3pPr>
            <a:lvl4pPr marL="1200150" indent="-171450" algn="l" defTabSz="685800" rtl="0" eaLnBrk="1" latinLnBrk="0" hangingPunct="1">
              <a:lnSpc>
                <a:spcPct val="150000"/>
              </a:lnSpc>
              <a:spcBef>
                <a:spcPts val="375"/>
              </a:spcBef>
              <a:buFont typeface="Arial" panose="020B0604020202020204" pitchFamily="34" charset="0"/>
              <a:buChar char="•"/>
              <a:defRPr sz="1600" b="0" kern="1200">
                <a:solidFill>
                  <a:schemeClr val="tx1"/>
                </a:solidFill>
                <a:effectLst/>
                <a:latin typeface="黑体" pitchFamily="49" charset="-122"/>
                <a:ea typeface="黑体" pitchFamily="49" charset="-122"/>
                <a:cs typeface="+mn-cs"/>
              </a:defRPr>
            </a:lvl4pPr>
            <a:lvl5pPr marL="1543050" indent="-171450" algn="l" defTabSz="685800" rtl="0" eaLnBrk="1" latinLnBrk="0" hangingPunct="1">
              <a:lnSpc>
                <a:spcPct val="150000"/>
              </a:lnSpc>
              <a:spcBef>
                <a:spcPts val="375"/>
              </a:spcBef>
              <a:buFont typeface="Arial" panose="020B0604020202020204" pitchFamily="34" charset="0"/>
              <a:buChar char="•"/>
              <a:defRPr sz="1600" b="0" kern="1200">
                <a:solidFill>
                  <a:schemeClr val="tx1"/>
                </a:solidFill>
                <a:effectLst/>
                <a:latin typeface="黑体" pitchFamily="49" charset="-122"/>
                <a:ea typeface="黑体" pitchFamily="49" charset="-122"/>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9pPr>
          </a:lstStyle>
          <a:p>
            <a:pPr marL="0" indent="0" fontAlgn="auto">
              <a:lnSpc>
                <a:spcPts val="2600"/>
              </a:lnSpc>
              <a:spcBef>
                <a:spcPts val="0"/>
              </a:spcBef>
              <a:spcAft>
                <a:spcPts val="0"/>
              </a:spcAft>
              <a:buFont typeface="Arial" panose="020B0604020202020204" pitchFamily="34" charset="0"/>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fontAlgn="auto">
              <a:lnSpc>
                <a:spcPts val="2600"/>
              </a:lnSpc>
              <a:spcBef>
                <a:spcPts val="0"/>
              </a:spcBef>
              <a:spcAft>
                <a:spcPts val="0"/>
              </a:spcAft>
              <a:buFont typeface="Arial" panose="020B0604020202020204" pitchFamily="34" charset="0"/>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fontAlgn="auto">
              <a:lnSpc>
                <a:spcPts val="2600"/>
              </a:lnSpc>
              <a:spcBef>
                <a:spcPts val="0"/>
              </a:spcBef>
              <a:spcAft>
                <a:spcPts val="0"/>
              </a:spcAft>
              <a:buFont typeface="Arial" panose="020B0604020202020204" pitchFamily="34" charset="0"/>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fontAlgn="auto">
              <a:spcAft>
                <a:spcPts val="0"/>
              </a:spcAft>
              <a:buFont typeface="Arial" panose="020B0604020202020204" pitchFamily="34" charset="0"/>
              <a:buNone/>
            </a:pPr>
            <a:endParaRPr lang="zh-CN"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21408550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13"/>
          <p:cNvGrpSpPr>
            <a:grpSpLocks/>
          </p:cNvGrpSpPr>
          <p:nvPr/>
        </p:nvGrpSpPr>
        <p:grpSpPr bwMode="auto">
          <a:xfrm>
            <a:off x="1753816" y="2500104"/>
            <a:ext cx="571128" cy="1746453"/>
            <a:chOff x="1632" y="1704"/>
            <a:chExt cx="528" cy="1647"/>
          </a:xfrm>
        </p:grpSpPr>
        <p:sp>
          <p:nvSpPr>
            <p:cNvPr id="7" name="Oval 14"/>
            <p:cNvSpPr>
              <a:spLocks noChangeArrowheads="1"/>
            </p:cNvSpPr>
            <p:nvPr/>
          </p:nvSpPr>
          <p:spPr bwMode="auto">
            <a:xfrm>
              <a:off x="1680" y="1704"/>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2</a:t>
              </a:r>
              <a:endParaRPr lang="en-US" altLang="zh-CN" sz="2000" dirty="0">
                <a:solidFill>
                  <a:srgbClr val="FFFFFF"/>
                </a:solidFill>
              </a:endParaRPr>
            </a:p>
          </p:txBody>
        </p:sp>
        <p:sp>
          <p:nvSpPr>
            <p:cNvPr id="8" name="Oval 15"/>
            <p:cNvSpPr>
              <a:spLocks noChangeArrowheads="1"/>
            </p:cNvSpPr>
            <p:nvPr/>
          </p:nvSpPr>
          <p:spPr bwMode="auto">
            <a:xfrm>
              <a:off x="1632" y="2958"/>
              <a:ext cx="480" cy="393"/>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6</a:t>
              </a:r>
              <a:endParaRPr lang="en-US" altLang="zh-CN" sz="2000" dirty="0">
                <a:solidFill>
                  <a:srgbClr val="FFFFFF"/>
                </a:solidFill>
              </a:endParaRPr>
            </a:p>
          </p:txBody>
        </p:sp>
        <p:grpSp>
          <p:nvGrpSpPr>
            <p:cNvPr id="9" name="Group 16"/>
            <p:cNvGrpSpPr>
              <a:grpSpLocks/>
            </p:cNvGrpSpPr>
            <p:nvPr/>
          </p:nvGrpSpPr>
          <p:grpSpPr bwMode="auto">
            <a:xfrm>
              <a:off x="1680" y="1968"/>
              <a:ext cx="480" cy="1008"/>
              <a:chOff x="1680" y="1968"/>
              <a:chExt cx="480" cy="1008"/>
            </a:xfrm>
          </p:grpSpPr>
          <p:sp>
            <p:nvSpPr>
              <p:cNvPr id="19" name="Oval 17"/>
              <p:cNvSpPr>
                <a:spLocks noChangeArrowheads="1"/>
              </p:cNvSpPr>
              <p:nvPr/>
            </p:nvSpPr>
            <p:spPr bwMode="auto">
              <a:xfrm>
                <a:off x="1680" y="2400"/>
                <a:ext cx="480" cy="288"/>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3</a:t>
                </a:r>
                <a:endParaRPr lang="en-US" altLang="zh-CN" sz="2000" dirty="0">
                  <a:solidFill>
                    <a:srgbClr val="FFFFFF"/>
                  </a:solidFill>
                </a:endParaRPr>
              </a:p>
            </p:txBody>
          </p:sp>
          <p:sp>
            <p:nvSpPr>
              <p:cNvPr id="20" name="Line 18"/>
              <p:cNvSpPr>
                <a:spLocks noChangeShapeType="1"/>
              </p:cNvSpPr>
              <p:nvPr/>
            </p:nvSpPr>
            <p:spPr bwMode="auto">
              <a:xfrm flipV="1">
                <a:off x="1920" y="1968"/>
                <a:ext cx="0" cy="43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Line 19"/>
              <p:cNvSpPr>
                <a:spLocks noChangeShapeType="1"/>
              </p:cNvSpPr>
              <p:nvPr/>
            </p:nvSpPr>
            <p:spPr bwMode="auto">
              <a:xfrm>
                <a:off x="1920" y="2688"/>
                <a:ext cx="0" cy="288"/>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5" name="文本框 24"/>
              <p:cNvSpPr txBox="1"/>
              <p:nvPr/>
            </p:nvSpPr>
            <p:spPr>
              <a:xfrm>
                <a:off x="3935484" y="2595378"/>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5</m:t>
                          </m:r>
                        </m:sub>
                      </m:sSub>
                    </m:oMath>
                  </m:oMathPara>
                </a14:m>
                <a:endParaRPr lang="zh-CN" altLang="en-US" dirty="0"/>
              </a:p>
            </p:txBody>
          </p:sp>
        </mc:Choice>
        <mc:Fallback xmlns="">
          <p:sp>
            <p:nvSpPr>
              <p:cNvPr id="25" name="文本框 24"/>
              <p:cNvSpPr txBox="1">
                <a:spLocks noRot="1" noChangeAspect="1" noMove="1" noResize="1" noEditPoints="1" noAdjustHandles="1" noChangeArrowheads="1" noChangeShapeType="1" noTextEdit="1"/>
              </p:cNvSpPr>
              <p:nvPr/>
            </p:nvSpPr>
            <p:spPr>
              <a:xfrm>
                <a:off x="3935484" y="2595378"/>
                <a:ext cx="431155" cy="369332"/>
              </a:xfrm>
              <a:prstGeom prst="rect">
                <a:avLst/>
              </a:prstGeom>
              <a:blipFill rotWithShape="0">
                <a:blip r:embed="rId3"/>
                <a:stretch>
                  <a:fillRect b="-1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6" name="文本框 25"/>
              <p:cNvSpPr txBox="1"/>
              <p:nvPr/>
            </p:nvSpPr>
            <p:spPr>
              <a:xfrm>
                <a:off x="4283073" y="259927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4</m:t>
                          </m:r>
                        </m:sub>
                      </m:sSub>
                    </m:oMath>
                  </m:oMathPara>
                </a14:m>
                <a:endParaRPr lang="zh-CN" altLang="en-US" dirty="0"/>
              </a:p>
            </p:txBody>
          </p:sp>
        </mc:Choice>
        <mc:Fallback xmlns="">
          <p:sp>
            <p:nvSpPr>
              <p:cNvPr id="26" name="文本框 25"/>
              <p:cNvSpPr txBox="1">
                <a:spLocks noRot="1" noChangeAspect="1" noMove="1" noResize="1" noEditPoints="1" noAdjustHandles="1" noChangeArrowheads="1" noChangeShapeType="1" noTextEdit="1"/>
              </p:cNvSpPr>
              <p:nvPr/>
            </p:nvSpPr>
            <p:spPr>
              <a:xfrm>
                <a:off x="4283073" y="2599272"/>
                <a:ext cx="431155" cy="369332"/>
              </a:xfrm>
              <a:prstGeom prst="rect">
                <a:avLst/>
              </a:prstGeom>
              <a:blipFill rotWithShape="0">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文本框 17"/>
              <p:cNvSpPr txBox="1"/>
              <p:nvPr/>
            </p:nvSpPr>
            <p:spPr>
              <a:xfrm>
                <a:off x="4630662" y="260253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3</m:t>
                          </m:r>
                        </m:sub>
                      </m:sSub>
                    </m:oMath>
                  </m:oMathPara>
                </a14:m>
                <a:endParaRPr lang="zh-CN" altLang="en-US" dirty="0"/>
              </a:p>
            </p:txBody>
          </p:sp>
        </mc:Choice>
        <mc:Fallback xmlns="">
          <p:sp>
            <p:nvSpPr>
              <p:cNvPr id="18" name="文本框 17"/>
              <p:cNvSpPr txBox="1">
                <a:spLocks noRot="1" noChangeAspect="1" noMove="1" noResize="1" noEditPoints="1" noAdjustHandles="1" noChangeArrowheads="1" noChangeShapeType="1" noTextEdit="1"/>
              </p:cNvSpPr>
              <p:nvPr/>
            </p:nvSpPr>
            <p:spPr>
              <a:xfrm>
                <a:off x="4630662" y="2602532"/>
                <a:ext cx="431155" cy="369332"/>
              </a:xfrm>
              <a:prstGeom prst="rect">
                <a:avLst/>
              </a:prstGeom>
              <a:blipFill rotWithShape="0">
                <a:blip r:embed="rId5"/>
                <a:stretch>
                  <a:fillRect/>
                </a:stretch>
              </a:blipFill>
            </p:spPr>
            <p:txBody>
              <a:bodyPr/>
              <a:lstStyle/>
              <a:p>
                <a:r>
                  <a:rPr lang="zh-CN" altLang="en-US">
                    <a:noFill/>
                  </a:rPr>
                  <a:t> </a:t>
                </a:r>
              </a:p>
            </p:txBody>
          </p:sp>
        </mc:Fallback>
      </mc:AlternateContent>
      <p:sp>
        <p:nvSpPr>
          <p:cNvPr id="15" name="文本框 14"/>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
        <p:nvSpPr>
          <p:cNvPr id="5" name="内容占位符 2">
            <a:extLst>
              <a:ext uri="{FF2B5EF4-FFF2-40B4-BE49-F238E27FC236}">
                <a16:creationId xmlns:a16="http://schemas.microsoft.com/office/drawing/2014/main" id="{C7658650-E1F2-B019-7886-EEE9847B954E}"/>
              </a:ext>
            </a:extLst>
          </p:cNvPr>
          <p:cNvSpPr>
            <a:spLocks noGrp="1"/>
          </p:cNvSpPr>
          <p:nvPr>
            <p:ph sz="quarter" idx="11"/>
          </p:nvPr>
        </p:nvSpPr>
        <p:spPr>
          <a:xfrm>
            <a:off x="107504" y="1064124"/>
            <a:ext cx="8928992" cy="1435618"/>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2066675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5" name="文本框 24"/>
              <p:cNvSpPr txBox="1"/>
              <p:nvPr/>
            </p:nvSpPr>
            <p:spPr>
              <a:xfrm>
                <a:off x="3935484" y="2595378"/>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5</m:t>
                          </m:r>
                        </m:sub>
                      </m:sSub>
                    </m:oMath>
                  </m:oMathPara>
                </a14:m>
                <a:endParaRPr lang="zh-CN" altLang="en-US" dirty="0"/>
              </a:p>
            </p:txBody>
          </p:sp>
        </mc:Choice>
        <mc:Fallback xmlns="">
          <p:sp>
            <p:nvSpPr>
              <p:cNvPr id="25" name="文本框 24"/>
              <p:cNvSpPr txBox="1">
                <a:spLocks noRot="1" noChangeAspect="1" noMove="1" noResize="1" noEditPoints="1" noAdjustHandles="1" noChangeArrowheads="1" noChangeShapeType="1" noTextEdit="1"/>
              </p:cNvSpPr>
              <p:nvPr/>
            </p:nvSpPr>
            <p:spPr>
              <a:xfrm>
                <a:off x="3935484" y="2595378"/>
                <a:ext cx="431155" cy="369332"/>
              </a:xfrm>
              <a:prstGeom prst="rect">
                <a:avLst/>
              </a:prstGeom>
              <a:blipFill rotWithShape="0">
                <a:blip r:embed="rId3"/>
                <a:stretch>
                  <a:fillRect b="-1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6" name="文本框 25"/>
              <p:cNvSpPr txBox="1"/>
              <p:nvPr/>
            </p:nvSpPr>
            <p:spPr>
              <a:xfrm>
                <a:off x="4283073" y="259927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4</m:t>
                          </m:r>
                        </m:sub>
                      </m:sSub>
                    </m:oMath>
                  </m:oMathPara>
                </a14:m>
                <a:endParaRPr lang="zh-CN" altLang="en-US" dirty="0"/>
              </a:p>
            </p:txBody>
          </p:sp>
        </mc:Choice>
        <mc:Fallback xmlns="">
          <p:sp>
            <p:nvSpPr>
              <p:cNvPr id="26" name="文本框 25"/>
              <p:cNvSpPr txBox="1">
                <a:spLocks noRot="1" noChangeAspect="1" noMove="1" noResize="1" noEditPoints="1" noAdjustHandles="1" noChangeArrowheads="1" noChangeShapeType="1" noTextEdit="1"/>
              </p:cNvSpPr>
              <p:nvPr/>
            </p:nvSpPr>
            <p:spPr>
              <a:xfrm>
                <a:off x="4283073" y="2599272"/>
                <a:ext cx="431155" cy="369332"/>
              </a:xfrm>
              <a:prstGeom prst="rect">
                <a:avLst/>
              </a:prstGeom>
              <a:blipFill rotWithShape="0">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文本框 17"/>
              <p:cNvSpPr txBox="1"/>
              <p:nvPr/>
            </p:nvSpPr>
            <p:spPr>
              <a:xfrm>
                <a:off x="4630662" y="260253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3</m:t>
                          </m:r>
                        </m:sub>
                      </m:sSub>
                    </m:oMath>
                  </m:oMathPara>
                </a14:m>
                <a:endParaRPr lang="zh-CN" altLang="en-US" dirty="0"/>
              </a:p>
            </p:txBody>
          </p:sp>
        </mc:Choice>
        <mc:Fallback xmlns="">
          <p:sp>
            <p:nvSpPr>
              <p:cNvPr id="18" name="文本框 17"/>
              <p:cNvSpPr txBox="1">
                <a:spLocks noRot="1" noChangeAspect="1" noMove="1" noResize="1" noEditPoints="1" noAdjustHandles="1" noChangeArrowheads="1" noChangeShapeType="1" noTextEdit="1"/>
              </p:cNvSpPr>
              <p:nvPr/>
            </p:nvSpPr>
            <p:spPr>
              <a:xfrm>
                <a:off x="4630662" y="2602532"/>
                <a:ext cx="431155" cy="369332"/>
              </a:xfrm>
              <a:prstGeom prst="rect">
                <a:avLst/>
              </a:prstGeom>
              <a:blipFill rotWithShape="0">
                <a:blip r:embed="rId5"/>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文本框 14"/>
              <p:cNvSpPr txBox="1"/>
              <p:nvPr/>
            </p:nvSpPr>
            <p:spPr>
              <a:xfrm>
                <a:off x="5006849" y="2610786"/>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2</m:t>
                          </m:r>
                        </m:sub>
                      </m:sSub>
                    </m:oMath>
                  </m:oMathPara>
                </a14:m>
                <a:endParaRPr lang="zh-CN" altLang="en-US" dirty="0"/>
              </a:p>
            </p:txBody>
          </p:sp>
        </mc:Choice>
        <mc:Fallback xmlns="">
          <p:sp>
            <p:nvSpPr>
              <p:cNvPr id="15" name="文本框 14"/>
              <p:cNvSpPr txBox="1">
                <a:spLocks noRot="1" noChangeAspect="1" noMove="1" noResize="1" noEditPoints="1" noAdjustHandles="1" noChangeArrowheads="1" noChangeShapeType="1" noTextEdit="1"/>
              </p:cNvSpPr>
              <p:nvPr/>
            </p:nvSpPr>
            <p:spPr>
              <a:xfrm>
                <a:off x="5006849" y="2610786"/>
                <a:ext cx="431155" cy="369332"/>
              </a:xfrm>
              <a:prstGeom prst="rect">
                <a:avLst/>
              </a:prstGeom>
              <a:blipFill rotWithShape="0">
                <a:blip r:embed="rId6"/>
                <a:stretch>
                  <a:fillRect/>
                </a:stretch>
              </a:blipFill>
            </p:spPr>
            <p:txBody>
              <a:bodyPr/>
              <a:lstStyle/>
              <a:p>
                <a:r>
                  <a:rPr lang="zh-CN" altLang="en-US">
                    <a:noFill/>
                  </a:rPr>
                  <a:t> </a:t>
                </a:r>
              </a:p>
            </p:txBody>
          </p:sp>
        </mc:Fallback>
      </mc:AlternateContent>
      <p:sp>
        <p:nvSpPr>
          <p:cNvPr id="16" name="Oval 14"/>
          <p:cNvSpPr>
            <a:spLocks noChangeArrowheads="1"/>
          </p:cNvSpPr>
          <p:nvPr/>
        </p:nvSpPr>
        <p:spPr bwMode="auto">
          <a:xfrm>
            <a:off x="1098436" y="2500104"/>
            <a:ext cx="519207" cy="305391"/>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2</a:t>
            </a:r>
            <a:endParaRPr lang="en-US" altLang="zh-CN" sz="2000" dirty="0">
              <a:solidFill>
                <a:srgbClr val="FFFFFF"/>
              </a:solidFill>
            </a:endParaRPr>
          </a:p>
        </p:txBody>
      </p:sp>
      <p:sp>
        <p:nvSpPr>
          <p:cNvPr id="17" name="Oval 15"/>
          <p:cNvSpPr>
            <a:spLocks noChangeArrowheads="1"/>
          </p:cNvSpPr>
          <p:nvPr/>
        </p:nvSpPr>
        <p:spPr bwMode="auto">
          <a:xfrm>
            <a:off x="1098436" y="3621460"/>
            <a:ext cx="519207" cy="416731"/>
          </a:xfrm>
          <a:prstGeom prst="ellipse">
            <a:avLst/>
          </a:prstGeom>
          <a:solidFill>
            <a:srgbClr val="7030A0"/>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2000" dirty="0">
                <a:solidFill>
                  <a:srgbClr val="FFFFFF"/>
                </a:solidFill>
              </a:rPr>
              <a:t>v</a:t>
            </a:r>
            <a:r>
              <a:rPr lang="en-US" altLang="zh-CN" sz="2000" baseline="-25000" dirty="0">
                <a:solidFill>
                  <a:srgbClr val="FFFFFF"/>
                </a:solidFill>
              </a:rPr>
              <a:t>6</a:t>
            </a:r>
            <a:endParaRPr lang="en-US" altLang="zh-CN" sz="2000" dirty="0">
              <a:solidFill>
                <a:srgbClr val="FFFFFF"/>
              </a:solidFill>
            </a:endParaRPr>
          </a:p>
        </p:txBody>
      </p:sp>
      <mc:AlternateContent xmlns:mc="http://schemas.openxmlformats.org/markup-compatibility/2006" xmlns:a14="http://schemas.microsoft.com/office/drawing/2010/main">
        <mc:Choice Requires="a14">
          <p:sp>
            <p:nvSpPr>
              <p:cNvPr id="22" name="文本框 21"/>
              <p:cNvSpPr txBox="1"/>
              <p:nvPr/>
            </p:nvSpPr>
            <p:spPr>
              <a:xfrm>
                <a:off x="5434994" y="2610786"/>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6</m:t>
                          </m:r>
                        </m:sub>
                      </m:sSub>
                    </m:oMath>
                  </m:oMathPara>
                </a14:m>
                <a:endParaRPr lang="zh-CN" altLang="en-US" dirty="0"/>
              </a:p>
            </p:txBody>
          </p:sp>
        </mc:Choice>
        <mc:Fallback xmlns="">
          <p:sp>
            <p:nvSpPr>
              <p:cNvPr id="22" name="文本框 21"/>
              <p:cNvSpPr txBox="1">
                <a:spLocks noRot="1" noChangeAspect="1" noMove="1" noResize="1" noEditPoints="1" noAdjustHandles="1" noChangeArrowheads="1" noChangeShapeType="1" noTextEdit="1"/>
              </p:cNvSpPr>
              <p:nvPr/>
            </p:nvSpPr>
            <p:spPr>
              <a:xfrm>
                <a:off x="5434994" y="2610786"/>
                <a:ext cx="431155" cy="369332"/>
              </a:xfrm>
              <a:prstGeom prst="rect">
                <a:avLst/>
              </a:prstGeom>
              <a:blipFill rotWithShape="0">
                <a:blip r:embed="rId7"/>
                <a:stretch>
                  <a:fillRect/>
                </a:stretch>
              </a:blipFill>
            </p:spPr>
            <p:txBody>
              <a:bodyPr/>
              <a:lstStyle/>
              <a:p>
                <a:r>
                  <a:rPr lang="zh-CN" altLang="en-US">
                    <a:noFill/>
                  </a:rPr>
                  <a:t> </a:t>
                </a:r>
              </a:p>
            </p:txBody>
          </p:sp>
        </mc:Fallback>
      </mc:AlternateContent>
      <p:sp>
        <p:nvSpPr>
          <p:cNvPr id="12" name="文本框 11"/>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
        <p:nvSpPr>
          <p:cNvPr id="5" name="内容占位符 2">
            <a:extLst>
              <a:ext uri="{FF2B5EF4-FFF2-40B4-BE49-F238E27FC236}">
                <a16:creationId xmlns:a16="http://schemas.microsoft.com/office/drawing/2014/main" id="{BED65D10-F0C7-1EC4-A136-C4472AD54377}"/>
              </a:ext>
            </a:extLst>
          </p:cNvPr>
          <p:cNvSpPr>
            <a:spLocks noGrp="1"/>
          </p:cNvSpPr>
          <p:nvPr>
            <p:ph sz="quarter" idx="11"/>
          </p:nvPr>
        </p:nvSpPr>
        <p:spPr>
          <a:xfrm>
            <a:off x="107504" y="1064124"/>
            <a:ext cx="8928992" cy="1435618"/>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8251206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4" name="文本框 23"/>
              <p:cNvSpPr txBox="1"/>
              <p:nvPr/>
            </p:nvSpPr>
            <p:spPr>
              <a:xfrm>
                <a:off x="3635896" y="2641545"/>
                <a:ext cx="28892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1</m:t>
                          </m:r>
                        </m:sub>
                      </m:sSub>
                    </m:oMath>
                  </m:oMathPara>
                </a14:m>
                <a:endParaRPr lang="zh-CN" altLang="en-US" dirty="0"/>
              </a:p>
            </p:txBody>
          </p:sp>
        </mc:Choice>
        <mc:Fallback xmlns="">
          <p:sp>
            <p:nvSpPr>
              <p:cNvPr id="24" name="文本框 23"/>
              <p:cNvSpPr txBox="1">
                <a:spLocks noRot="1" noChangeAspect="1" noMove="1" noResize="1" noEditPoints="1" noAdjustHandles="1" noChangeArrowheads="1" noChangeShapeType="1" noTextEdit="1"/>
              </p:cNvSpPr>
              <p:nvPr/>
            </p:nvSpPr>
            <p:spPr>
              <a:xfrm>
                <a:off x="3635896" y="2641545"/>
                <a:ext cx="288925" cy="276999"/>
              </a:xfrm>
              <a:prstGeom prst="rect">
                <a:avLst/>
              </a:prstGeom>
              <a:blipFill rotWithShape="0">
                <a:blip r:embed="rId2"/>
                <a:stretch>
                  <a:fillRect l="-10417" r="-6250" b="-1739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5" name="文本框 24"/>
              <p:cNvSpPr txBox="1"/>
              <p:nvPr/>
            </p:nvSpPr>
            <p:spPr>
              <a:xfrm>
                <a:off x="3935484" y="2595378"/>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5</m:t>
                          </m:r>
                        </m:sub>
                      </m:sSub>
                    </m:oMath>
                  </m:oMathPara>
                </a14:m>
                <a:endParaRPr lang="zh-CN" altLang="en-US" dirty="0"/>
              </a:p>
            </p:txBody>
          </p:sp>
        </mc:Choice>
        <mc:Fallback xmlns="">
          <p:sp>
            <p:nvSpPr>
              <p:cNvPr id="25" name="文本框 24"/>
              <p:cNvSpPr txBox="1">
                <a:spLocks noRot="1" noChangeAspect="1" noMove="1" noResize="1" noEditPoints="1" noAdjustHandles="1" noChangeArrowheads="1" noChangeShapeType="1" noTextEdit="1"/>
              </p:cNvSpPr>
              <p:nvPr/>
            </p:nvSpPr>
            <p:spPr>
              <a:xfrm>
                <a:off x="3935484" y="2595378"/>
                <a:ext cx="431155" cy="369332"/>
              </a:xfrm>
              <a:prstGeom prst="rect">
                <a:avLst/>
              </a:prstGeom>
              <a:blipFill rotWithShape="0">
                <a:blip r:embed="rId3"/>
                <a:stretch>
                  <a:fillRect b="-1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6" name="文本框 25"/>
              <p:cNvSpPr txBox="1"/>
              <p:nvPr/>
            </p:nvSpPr>
            <p:spPr>
              <a:xfrm>
                <a:off x="4283073" y="259927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4</m:t>
                          </m:r>
                        </m:sub>
                      </m:sSub>
                    </m:oMath>
                  </m:oMathPara>
                </a14:m>
                <a:endParaRPr lang="zh-CN" altLang="en-US" dirty="0"/>
              </a:p>
            </p:txBody>
          </p:sp>
        </mc:Choice>
        <mc:Fallback xmlns="">
          <p:sp>
            <p:nvSpPr>
              <p:cNvPr id="26" name="文本框 25"/>
              <p:cNvSpPr txBox="1">
                <a:spLocks noRot="1" noChangeAspect="1" noMove="1" noResize="1" noEditPoints="1" noAdjustHandles="1" noChangeArrowheads="1" noChangeShapeType="1" noTextEdit="1"/>
              </p:cNvSpPr>
              <p:nvPr/>
            </p:nvSpPr>
            <p:spPr>
              <a:xfrm>
                <a:off x="4283073" y="2599272"/>
                <a:ext cx="431155" cy="369332"/>
              </a:xfrm>
              <a:prstGeom prst="rect">
                <a:avLst/>
              </a:prstGeom>
              <a:blipFill rotWithShape="0">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文本框 17"/>
              <p:cNvSpPr txBox="1"/>
              <p:nvPr/>
            </p:nvSpPr>
            <p:spPr>
              <a:xfrm>
                <a:off x="4630662" y="2602532"/>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3</m:t>
                          </m:r>
                        </m:sub>
                      </m:sSub>
                    </m:oMath>
                  </m:oMathPara>
                </a14:m>
                <a:endParaRPr lang="zh-CN" altLang="en-US" dirty="0"/>
              </a:p>
            </p:txBody>
          </p:sp>
        </mc:Choice>
        <mc:Fallback xmlns="">
          <p:sp>
            <p:nvSpPr>
              <p:cNvPr id="18" name="文本框 17"/>
              <p:cNvSpPr txBox="1">
                <a:spLocks noRot="1" noChangeAspect="1" noMove="1" noResize="1" noEditPoints="1" noAdjustHandles="1" noChangeArrowheads="1" noChangeShapeType="1" noTextEdit="1"/>
              </p:cNvSpPr>
              <p:nvPr/>
            </p:nvSpPr>
            <p:spPr>
              <a:xfrm>
                <a:off x="4630662" y="2602532"/>
                <a:ext cx="431155" cy="369332"/>
              </a:xfrm>
              <a:prstGeom prst="rect">
                <a:avLst/>
              </a:prstGeom>
              <a:blipFill rotWithShape="0">
                <a:blip r:embed="rId5"/>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文本框 14"/>
              <p:cNvSpPr txBox="1"/>
              <p:nvPr/>
            </p:nvSpPr>
            <p:spPr>
              <a:xfrm>
                <a:off x="5006849" y="2610786"/>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2</m:t>
                          </m:r>
                        </m:sub>
                      </m:sSub>
                    </m:oMath>
                  </m:oMathPara>
                </a14:m>
                <a:endParaRPr lang="zh-CN" altLang="en-US" dirty="0"/>
              </a:p>
            </p:txBody>
          </p:sp>
        </mc:Choice>
        <mc:Fallback xmlns="">
          <p:sp>
            <p:nvSpPr>
              <p:cNvPr id="15" name="文本框 14"/>
              <p:cNvSpPr txBox="1">
                <a:spLocks noRot="1" noChangeAspect="1" noMove="1" noResize="1" noEditPoints="1" noAdjustHandles="1" noChangeArrowheads="1" noChangeShapeType="1" noTextEdit="1"/>
              </p:cNvSpPr>
              <p:nvPr/>
            </p:nvSpPr>
            <p:spPr>
              <a:xfrm>
                <a:off x="5006849" y="2610786"/>
                <a:ext cx="431155" cy="369332"/>
              </a:xfrm>
              <a:prstGeom prst="rect">
                <a:avLst/>
              </a:prstGeom>
              <a:blipFill rotWithShape="0">
                <a:blip r:embed="rId6"/>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p:cNvSpPr txBox="1"/>
              <p:nvPr/>
            </p:nvSpPr>
            <p:spPr>
              <a:xfrm>
                <a:off x="5354438" y="2610786"/>
                <a:ext cx="431155" cy="36933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altLang="zh-CN" i="1" smtClean="0">
                              <a:latin typeface="Cambria Math" panose="02040503050406030204" pitchFamily="18" charset="0"/>
                            </a:rPr>
                          </m:ctrlPr>
                        </m:sSubPr>
                        <m:e>
                          <m:r>
                            <a:rPr lang="en-US" altLang="zh-CN" b="0" i="1" smtClean="0">
                              <a:latin typeface="Cambria Math" panose="02040503050406030204" pitchFamily="18" charset="0"/>
                            </a:rPr>
                            <m:t>𝑣</m:t>
                          </m:r>
                        </m:e>
                        <m:sub>
                          <m:r>
                            <a:rPr lang="en-US" altLang="zh-CN" b="0" i="1" smtClean="0">
                              <a:latin typeface="Cambria Math" panose="02040503050406030204" pitchFamily="18" charset="0"/>
                            </a:rPr>
                            <m:t>6</m:t>
                          </m:r>
                        </m:sub>
                      </m:sSub>
                    </m:oMath>
                  </m:oMathPara>
                </a14:m>
                <a:endParaRPr lang="zh-CN" altLang="en-US" dirty="0"/>
              </a:p>
            </p:txBody>
          </p:sp>
        </mc:Choice>
        <mc:Fallback xmlns="">
          <p:sp>
            <p:nvSpPr>
              <p:cNvPr id="12" name="文本框 11"/>
              <p:cNvSpPr txBox="1">
                <a:spLocks noRot="1" noChangeAspect="1" noMove="1" noResize="1" noEditPoints="1" noAdjustHandles="1" noChangeArrowheads="1" noChangeShapeType="1" noTextEdit="1"/>
              </p:cNvSpPr>
              <p:nvPr/>
            </p:nvSpPr>
            <p:spPr>
              <a:xfrm>
                <a:off x="5354438" y="2610786"/>
                <a:ext cx="431155" cy="369332"/>
              </a:xfrm>
              <a:prstGeom prst="rect">
                <a:avLst/>
              </a:prstGeom>
              <a:blipFill rotWithShape="0">
                <a:blip r:embed="rId7"/>
                <a:stretch>
                  <a:fillRect/>
                </a:stretch>
              </a:blipFill>
            </p:spPr>
            <p:txBody>
              <a:bodyPr/>
              <a:lstStyle/>
              <a:p>
                <a:r>
                  <a:rPr lang="zh-CN" altLang="en-US">
                    <a:noFill/>
                  </a:rPr>
                  <a:t> </a:t>
                </a:r>
              </a:p>
            </p:txBody>
          </p:sp>
        </mc:Fallback>
      </mc:AlternateContent>
      <p:sp>
        <p:nvSpPr>
          <p:cNvPr id="4" name="文本框 3"/>
          <p:cNvSpPr txBox="1"/>
          <p:nvPr/>
        </p:nvSpPr>
        <p:spPr>
          <a:xfrm>
            <a:off x="395536" y="3291830"/>
            <a:ext cx="2736304" cy="369332"/>
          </a:xfrm>
          <a:prstGeom prst="rect">
            <a:avLst/>
          </a:prstGeom>
          <a:noFill/>
        </p:spPr>
        <p:txBody>
          <a:bodyPr wrap="square" rtlCol="0">
            <a:spAutoFit/>
          </a:bodyPr>
          <a:lstStyle/>
          <a:p>
            <a:r>
              <a:rPr lang="zh-CN" altLang="en-US" dirty="0">
                <a:solidFill>
                  <a:srgbClr val="C00000"/>
                </a:solidFill>
                <a:latin typeface="隶书" panose="02010509060101010101" pitchFamily="49" charset="-122"/>
                <a:ea typeface="隶书" panose="02010509060101010101" pitchFamily="49" charset="-122"/>
              </a:rPr>
              <a:t>拓扑排序结果不一定唯一</a:t>
            </a:r>
          </a:p>
        </p:txBody>
      </p:sp>
      <p:sp>
        <p:nvSpPr>
          <p:cNvPr id="11" name="文本框 10"/>
          <p:cNvSpPr txBox="1"/>
          <p:nvPr/>
        </p:nvSpPr>
        <p:spPr>
          <a:xfrm>
            <a:off x="611380" y="115457"/>
            <a:ext cx="172837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拓扑排序方法</a:t>
            </a:r>
          </a:p>
        </p:txBody>
      </p:sp>
      <p:sp>
        <p:nvSpPr>
          <p:cNvPr id="6" name="内容占位符 2">
            <a:extLst>
              <a:ext uri="{FF2B5EF4-FFF2-40B4-BE49-F238E27FC236}">
                <a16:creationId xmlns:a16="http://schemas.microsoft.com/office/drawing/2014/main" id="{886C2112-4D4B-E12D-E758-B1081611841E}"/>
              </a:ext>
            </a:extLst>
          </p:cNvPr>
          <p:cNvSpPr>
            <a:spLocks noGrp="1"/>
          </p:cNvSpPr>
          <p:nvPr>
            <p:ph sz="quarter" idx="11"/>
          </p:nvPr>
        </p:nvSpPr>
        <p:spPr>
          <a:xfrm>
            <a:off x="107504" y="1064124"/>
            <a:ext cx="8928992" cy="1435618"/>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）从有向图中选一个没有前驱的顶点且输出之；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）从图中删除该顶点和所有以它为尾的弧；</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）重复上述两步，直至全部顶点均已输出；或者当图中不存在无前驱的顶点为止</a:t>
            </a:r>
            <a:r>
              <a:rPr lang="en-US" altLang="zh-CN"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此时说明图中有环）。</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3710585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70321" y="915566"/>
                <a:ext cx="8894167" cy="3507876"/>
              </a:xfrm>
            </p:spPr>
            <p:txBody>
              <a:bodyPr/>
              <a:lstStyle/>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拓扑排序的算法流程如下：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）把邻接表中入度为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的顶点依此进栈；</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）若栈不空，则</a:t>
                </a:r>
              </a:p>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2.1</a:t>
                </a:r>
                <a:r>
                  <a:rPr lang="zh-CN" altLang="zh-CN" sz="1600" dirty="0">
                    <a:latin typeface="Times New Roman" panose="02020603050405020304" pitchFamily="18" charset="0"/>
                    <a:cs typeface="Times New Roman" panose="02020603050405020304" pitchFamily="18" charset="0"/>
                  </a:rPr>
                  <a:t>）栈顶元素</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oMath>
                </a14:m>
                <a:r>
                  <a:rPr lang="zh-CN" altLang="zh-CN" sz="1600" dirty="0">
                    <a:latin typeface="Times New Roman" panose="02020603050405020304" pitchFamily="18" charset="0"/>
                    <a:cs typeface="Times New Roman" panose="02020603050405020304" pitchFamily="18" charset="0"/>
                  </a:rPr>
                  <a:t>退栈并输出；</a:t>
                </a:r>
              </a:p>
              <a:p>
                <a:pPr marL="0" indent="0">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2.2</a:t>
                </a:r>
                <a:r>
                  <a:rPr lang="zh-CN" altLang="zh-CN" sz="1600" dirty="0">
                    <a:latin typeface="Times New Roman" panose="02020603050405020304" pitchFamily="18" charset="0"/>
                    <a:cs typeface="Times New Roman" panose="02020603050405020304" pitchFamily="18" charset="0"/>
                  </a:rPr>
                  <a:t>）在邻接表中查找</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𝑗</m:t>
                        </m:r>
                      </m:sub>
                    </m:sSub>
                  </m:oMath>
                </a14:m>
                <a:r>
                  <a:rPr lang="zh-CN" altLang="zh-CN" sz="1600" dirty="0">
                    <a:latin typeface="Times New Roman" panose="02020603050405020304" pitchFamily="18" charset="0"/>
                    <a:cs typeface="Times New Roman" panose="02020603050405020304" pitchFamily="18" charset="0"/>
                  </a:rPr>
                  <a:t>的直接后继</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𝑘</m:t>
                        </m:r>
                      </m:sub>
                    </m:sSub>
                  </m:oMath>
                </a14:m>
                <a:r>
                  <a:rPr lang="zh-CN" altLang="zh-CN" sz="1600" dirty="0">
                    <a:latin typeface="Times New Roman" panose="02020603050405020304" pitchFamily="18" charset="0"/>
                    <a:cs typeface="Times New Roman" panose="02020603050405020304" pitchFamily="18" charset="0"/>
                  </a:rPr>
                  <a:t>，把</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𝑘</m:t>
                        </m:r>
                      </m:sub>
                    </m:sSub>
                  </m:oMath>
                </a14:m>
                <a:r>
                  <a:rPr lang="zh-CN" altLang="zh-CN" sz="1600" dirty="0">
                    <a:latin typeface="Times New Roman" panose="02020603050405020304" pitchFamily="18" charset="0"/>
                    <a:cs typeface="Times New Roman" panose="02020603050405020304" pitchFamily="18" charset="0"/>
                  </a:rPr>
                  <a:t>的入度减</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；若</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𝑣</m:t>
                        </m:r>
                      </m:e>
                      <m:sub>
                        <m:r>
                          <a:rPr lang="en-US" altLang="zh-CN" sz="1600" i="1">
                            <a:latin typeface="Cambria Math" panose="02040503050406030204" pitchFamily="18" charset="0"/>
                          </a:rPr>
                          <m:t>𝑘</m:t>
                        </m:r>
                      </m:sub>
                    </m:sSub>
                  </m:oMath>
                </a14:m>
                <a:r>
                  <a:rPr lang="zh-CN" altLang="zh-CN" sz="1600" dirty="0">
                    <a:latin typeface="Times New Roman" panose="02020603050405020304" pitchFamily="18" charset="0"/>
                    <a:cs typeface="Times New Roman" panose="02020603050405020304" pitchFamily="18" charset="0"/>
                  </a:rPr>
                  <a:t>的入度为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，则进栈，继续该过程。</a:t>
                </a:r>
              </a:p>
              <a:p>
                <a:pPr marL="0" indent="0">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）若顶点个数不为</a:t>
                </a:r>
                <a14:m>
                  <m:oMath xmlns:m="http://schemas.openxmlformats.org/officeDocument/2006/math">
                    <m:r>
                      <a:rPr lang="en-US" altLang="zh-CN" sz="1600">
                        <a:latin typeface="Cambria Math" panose="02040503050406030204" pitchFamily="18" charset="0"/>
                        <a:ea typeface="隶书" panose="02010509060101010101" pitchFamily="49" charset="-122"/>
                      </a:rPr>
                      <m:t>𝑛</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𝑛</m:t>
                    </m:r>
                    <m:r>
                      <m:rPr>
                        <m:nor/>
                      </m:rPr>
                      <a:rPr lang="zh-CN" altLang="en-US" sz="1600" dirty="0">
                        <a:latin typeface="Times New Roman" panose="02020603050405020304" pitchFamily="18" charset="0"/>
                        <a:cs typeface="Times New Roman" panose="02020603050405020304" pitchFamily="18" charset="0"/>
                      </a:rPr>
                      <m:t>为有向图的顶点数</m:t>
                    </m:r>
                    <m:r>
                      <a:rPr lang="en-US" altLang="zh-CN" sz="1600">
                        <a:latin typeface="Cambria Math" panose="02040503050406030204" pitchFamily="18" charset="0"/>
                        <a:ea typeface="隶书" panose="02010509060101010101" pitchFamily="49" charset="-122"/>
                      </a:rPr>
                      <m:t>)</m:t>
                    </m:r>
                  </m:oMath>
                </a14:m>
                <a:r>
                  <a:rPr lang="zh-CN" altLang="zh-CN" sz="1600" dirty="0">
                    <a:latin typeface="Times New Roman" panose="02020603050405020304" pitchFamily="18" charset="0"/>
                    <a:cs typeface="Times New Roman" panose="02020603050405020304" pitchFamily="18" charset="0"/>
                  </a:rPr>
                  <a:t>，则有向图有环；否则，拓扑排序完毕。</a:t>
                </a: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70321" y="915566"/>
                <a:ext cx="8894167" cy="3507876"/>
              </a:xfrm>
              <a:blipFill>
                <a:blip r:embed="rId2"/>
                <a:stretch>
                  <a:fillRect l="-685" r="-2810"/>
                </a:stretch>
              </a:blipFill>
            </p:spPr>
            <p:txBody>
              <a:bodyPr/>
              <a:lstStyle/>
              <a:p>
                <a:r>
                  <a:rPr lang="zh-CN" altLang="en-US">
                    <a:noFill/>
                  </a:rPr>
                  <a:t> </a:t>
                </a:r>
              </a:p>
            </p:txBody>
          </p:sp>
        </mc:Fallback>
      </mc:AlternateContent>
      <p:sp>
        <p:nvSpPr>
          <p:cNvPr id="4" name="文本框 3"/>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拓扑排序算法流程</a:t>
            </a:r>
          </a:p>
        </p:txBody>
      </p:sp>
    </p:spTree>
    <p:extLst>
      <p:ext uri="{BB962C8B-B14F-4D97-AF65-F5344CB8AC3E}">
        <p14:creationId xmlns:p14="http://schemas.microsoft.com/office/powerpoint/2010/main" val="1625414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79512" y="843558"/>
            <a:ext cx="3744416" cy="3600400"/>
          </a:xfrm>
        </p:spPr>
        <p:txBody>
          <a:bodyPr/>
          <a:lstStyle/>
          <a:p>
            <a:pPr marL="0" indent="0">
              <a:lnSpc>
                <a:spcPts val="20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ALGprah</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TopSort</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LinkStack</a:t>
            </a:r>
            <a:r>
              <a:rPr lang="en-US" altLang="zh-CN" sz="1600" dirty="0">
                <a:solidFill>
                  <a:srgbClr val="002060"/>
                </a:solidFill>
                <a:latin typeface="Times New Roman" panose="02020603050405020304" pitchFamily="18" charset="0"/>
                <a:cs typeface="Times New Roman" panose="02020603050405020304" pitchFamily="18" charset="0"/>
              </a:rPr>
              <a:t> s;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i,j,k</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ArcNode</a:t>
            </a:r>
            <a:r>
              <a:rPr lang="en-US" altLang="zh-CN" sz="1600" dirty="0">
                <a:solidFill>
                  <a:srgbClr val="002060"/>
                </a:solidFill>
                <a:latin typeface="Times New Roman" panose="02020603050405020304" pitchFamily="18" charset="0"/>
                <a:cs typeface="Times New Roman" panose="02020603050405020304" pitchFamily="18" charset="0"/>
              </a:rPr>
              <a:t> *p;</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findindegree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for(</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=0;i&lt;</a:t>
            </a:r>
            <a:r>
              <a:rPr lang="en-US" altLang="zh-CN" sz="1600" dirty="0" err="1">
                <a:solidFill>
                  <a:srgbClr val="002060"/>
                </a:solidFill>
                <a:latin typeface="Times New Roman" panose="02020603050405020304" pitchFamily="18" charset="0"/>
                <a:cs typeface="Times New Roman" panose="02020603050405020304" pitchFamily="18" charset="0"/>
              </a:rPr>
              <a:t>ag.vexnum;i</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if(</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]==0)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s.Push</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count=0;</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while(!</a:t>
            </a:r>
            <a:r>
              <a:rPr lang="en-US" altLang="zh-CN" sz="1600" dirty="0" err="1">
                <a:solidFill>
                  <a:srgbClr val="002060"/>
                </a:solidFill>
                <a:latin typeface="Times New Roman" panose="02020603050405020304" pitchFamily="18" charset="0"/>
                <a:cs typeface="Times New Roman" panose="02020603050405020304" pitchFamily="18" charset="0"/>
              </a:rPr>
              <a:t>s.EmptyStack</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s.Pop</a:t>
            </a:r>
            <a:r>
              <a:rPr lang="en-US" altLang="zh-CN" sz="1600" dirty="0">
                <a:solidFill>
                  <a:srgbClr val="002060"/>
                </a:solidFill>
                <a:latin typeface="Times New Roman" panose="02020603050405020304" pitchFamily="18" charset="0"/>
                <a:cs typeface="Times New Roman" panose="02020603050405020304" pitchFamily="18" charset="0"/>
              </a:rPr>
              <a:t>(j);</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cout</a:t>
            </a:r>
            <a:r>
              <a:rPr lang="en-US" altLang="zh-CN" sz="1600" dirty="0">
                <a:solidFill>
                  <a:srgbClr val="002060"/>
                </a:solidFill>
                <a:latin typeface="Times New Roman" panose="02020603050405020304" pitchFamily="18" charset="0"/>
                <a:cs typeface="Times New Roman" panose="02020603050405020304" pitchFamily="18" charset="0"/>
              </a:rPr>
              <a:t>&lt;&lt;</a:t>
            </a:r>
            <a:r>
              <a:rPr lang="en-US" altLang="zh-CN" sz="1600" dirty="0" err="1">
                <a:solidFill>
                  <a:srgbClr val="002060"/>
                </a:solidFill>
                <a:latin typeface="Times New Roman" panose="02020603050405020304" pitchFamily="18" charset="0"/>
                <a:cs typeface="Times New Roman" panose="02020603050405020304" pitchFamily="18" charset="0"/>
              </a:rPr>
              <a:t>ag.vertices</a:t>
            </a:r>
            <a:r>
              <a:rPr lang="en-US" altLang="zh-CN" sz="1600" dirty="0">
                <a:solidFill>
                  <a:srgbClr val="002060"/>
                </a:solidFill>
                <a:latin typeface="Times New Roman" panose="02020603050405020304" pitchFamily="18" charset="0"/>
                <a:cs typeface="Times New Roman" panose="02020603050405020304" pitchFamily="18" charset="0"/>
              </a:rPr>
              <a:t>[j].data;</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count++;</a:t>
            </a:r>
            <a:endParaRPr lang="zh-CN" altLang="zh-CN" sz="1600" dirty="0">
              <a:solidFill>
                <a:srgbClr val="002060"/>
              </a:solidFill>
              <a:latin typeface="Times New Roman" panose="02020603050405020304" pitchFamily="18" charset="0"/>
              <a:cs typeface="Times New Roman" panose="02020603050405020304" pitchFamily="18" charset="0"/>
            </a:endParaRPr>
          </a:p>
        </p:txBody>
      </p:sp>
      <p:sp>
        <p:nvSpPr>
          <p:cNvPr id="118" name="文本框 117"/>
          <p:cNvSpPr txBox="1"/>
          <p:nvPr/>
        </p:nvSpPr>
        <p:spPr>
          <a:xfrm>
            <a:off x="2724708" y="521714"/>
            <a:ext cx="6264696" cy="4417645"/>
          </a:xfrm>
          <a:prstGeom prst="rect">
            <a:avLst/>
          </a:prstGeom>
          <a:solidFill>
            <a:schemeClr val="bg1">
              <a:lumMod val="85000"/>
            </a:schemeClr>
          </a:solidFill>
        </p:spPr>
        <p:txBody>
          <a:bodyPr wrap="square" rtlCol="0">
            <a:spAutoFit/>
          </a:bodyPr>
          <a:lstStyle/>
          <a:p>
            <a:endParaRPr lang="zh-CN" altLang="en-US" dirty="0"/>
          </a:p>
        </p:txBody>
      </p:sp>
      <p:grpSp>
        <p:nvGrpSpPr>
          <p:cNvPr id="119" name="Group 138"/>
          <p:cNvGrpSpPr>
            <a:grpSpLocks/>
          </p:cNvGrpSpPr>
          <p:nvPr/>
        </p:nvGrpSpPr>
        <p:grpSpPr bwMode="auto">
          <a:xfrm>
            <a:off x="4274543" y="3645789"/>
            <a:ext cx="4347543" cy="700799"/>
            <a:chOff x="2592" y="1488"/>
            <a:chExt cx="2940" cy="625"/>
          </a:xfrm>
        </p:grpSpPr>
        <p:grpSp>
          <p:nvGrpSpPr>
            <p:cNvPr id="120" name="Group 4"/>
            <p:cNvGrpSpPr>
              <a:grpSpLocks/>
            </p:cNvGrpSpPr>
            <p:nvPr/>
          </p:nvGrpSpPr>
          <p:grpSpPr bwMode="auto">
            <a:xfrm>
              <a:off x="2592" y="1488"/>
              <a:ext cx="2880" cy="288"/>
              <a:chOff x="384" y="3744"/>
              <a:chExt cx="2880" cy="288"/>
            </a:xfrm>
          </p:grpSpPr>
          <p:grpSp>
            <p:nvGrpSpPr>
              <p:cNvPr id="122" name="Group 5"/>
              <p:cNvGrpSpPr>
                <a:grpSpLocks/>
              </p:cNvGrpSpPr>
              <p:nvPr/>
            </p:nvGrpSpPr>
            <p:grpSpPr bwMode="auto">
              <a:xfrm>
                <a:off x="1248" y="3792"/>
                <a:ext cx="2016" cy="192"/>
                <a:chOff x="1392" y="3888"/>
                <a:chExt cx="2016" cy="192"/>
              </a:xfrm>
            </p:grpSpPr>
            <p:sp>
              <p:nvSpPr>
                <p:cNvPr id="124"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0</a:t>
                  </a:r>
                  <a:endParaRPr lang="zh-CN" altLang="en-US">
                    <a:solidFill>
                      <a:schemeClr val="bg1"/>
                    </a:solidFill>
                  </a:endParaRPr>
                </a:p>
              </p:txBody>
            </p:sp>
            <p:sp>
              <p:nvSpPr>
                <p:cNvPr id="125"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2</a:t>
                  </a:r>
                  <a:endParaRPr lang="zh-CN" altLang="en-US">
                    <a:solidFill>
                      <a:schemeClr val="bg1"/>
                    </a:solidFill>
                  </a:endParaRPr>
                </a:p>
              </p:txBody>
            </p:sp>
            <p:sp>
              <p:nvSpPr>
                <p:cNvPr id="126"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2</a:t>
                  </a:r>
                  <a:endParaRPr lang="zh-CN" altLang="en-US">
                    <a:solidFill>
                      <a:schemeClr val="bg1"/>
                    </a:solidFill>
                  </a:endParaRPr>
                </a:p>
              </p:txBody>
            </p:sp>
            <p:sp>
              <p:nvSpPr>
                <p:cNvPr id="127"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0</a:t>
                  </a:r>
                  <a:endParaRPr lang="zh-CN" altLang="en-US">
                    <a:solidFill>
                      <a:schemeClr val="bg1"/>
                    </a:solidFill>
                  </a:endParaRPr>
                </a:p>
              </p:txBody>
            </p:sp>
            <p:sp>
              <p:nvSpPr>
                <p:cNvPr id="128"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3</a:t>
                  </a:r>
                  <a:endParaRPr lang="zh-CN" altLang="en-US">
                    <a:solidFill>
                      <a:schemeClr val="bg1"/>
                    </a:solidFill>
                  </a:endParaRPr>
                </a:p>
              </p:txBody>
            </p:sp>
            <p:sp>
              <p:nvSpPr>
                <p:cNvPr id="129"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solidFill>
                        <a:srgbClr val="FFFFFF"/>
                      </a:solidFill>
                    </a:rPr>
                    <a:t>1</a:t>
                  </a:r>
                  <a:endParaRPr lang="zh-CN" altLang="en-US">
                    <a:solidFill>
                      <a:schemeClr val="bg1"/>
                    </a:solidFill>
                  </a:endParaRPr>
                </a:p>
              </p:txBody>
            </p:sp>
          </p:grpSp>
          <p:sp>
            <p:nvSpPr>
              <p:cNvPr id="123" name="Text Box 12"/>
              <p:cNvSpPr txBox="1">
                <a:spLocks noChangeArrowheads="1"/>
              </p:cNvSpPr>
              <p:nvPr/>
            </p:nvSpPr>
            <p:spPr bwMode="auto">
              <a:xfrm>
                <a:off x="384" y="3744"/>
                <a:ext cx="883"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dirty="0" err="1"/>
                  <a:t>indegree</a:t>
                </a:r>
                <a:r>
                  <a:rPr lang="en-US" altLang="zh-CN" dirty="0"/>
                  <a:t>:</a:t>
                </a:r>
              </a:p>
            </p:txBody>
          </p:sp>
        </p:grpSp>
        <p:sp>
          <p:nvSpPr>
            <p:cNvPr id="121" name="Text Box 13"/>
            <p:cNvSpPr txBox="1">
              <a:spLocks noChangeArrowheads="1"/>
            </p:cNvSpPr>
            <p:nvPr/>
          </p:nvSpPr>
          <p:spPr bwMode="auto">
            <a:xfrm>
              <a:off x="3517" y="1756"/>
              <a:ext cx="2015" cy="3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2000" dirty="0">
                  <a:solidFill>
                    <a:srgbClr val="FF0000"/>
                  </a:solidFill>
                </a:rPr>
                <a:t>1      2      3      4      5     6</a:t>
              </a:r>
              <a:endParaRPr lang="zh-CN" altLang="en-US" sz="2000" dirty="0"/>
            </a:p>
          </p:txBody>
        </p:sp>
      </p:grpSp>
      <p:grpSp>
        <p:nvGrpSpPr>
          <p:cNvPr id="130" name="Group 75"/>
          <p:cNvGrpSpPr>
            <a:grpSpLocks/>
          </p:cNvGrpSpPr>
          <p:nvPr/>
        </p:nvGrpSpPr>
        <p:grpSpPr bwMode="auto">
          <a:xfrm>
            <a:off x="4790256" y="870781"/>
            <a:ext cx="3886200" cy="2347913"/>
            <a:chOff x="1968" y="1296"/>
            <a:chExt cx="2448" cy="1479"/>
          </a:xfrm>
        </p:grpSpPr>
        <p:grpSp>
          <p:nvGrpSpPr>
            <p:cNvPr id="131" name="Group 76"/>
            <p:cNvGrpSpPr>
              <a:grpSpLocks/>
            </p:cNvGrpSpPr>
            <p:nvPr/>
          </p:nvGrpSpPr>
          <p:grpSpPr bwMode="auto">
            <a:xfrm>
              <a:off x="2112" y="1584"/>
              <a:ext cx="2304" cy="1191"/>
              <a:chOff x="2256" y="480"/>
              <a:chExt cx="2304" cy="1191"/>
            </a:xfrm>
          </p:grpSpPr>
          <p:grpSp>
            <p:nvGrpSpPr>
              <p:cNvPr id="133" name="Group 77"/>
              <p:cNvGrpSpPr>
                <a:grpSpLocks/>
              </p:cNvGrpSpPr>
              <p:nvPr/>
            </p:nvGrpSpPr>
            <p:grpSpPr bwMode="auto">
              <a:xfrm>
                <a:off x="3024" y="864"/>
                <a:ext cx="576" cy="144"/>
                <a:chOff x="3264" y="1152"/>
                <a:chExt cx="576" cy="144"/>
              </a:xfrm>
            </p:grpSpPr>
            <p:sp>
              <p:nvSpPr>
                <p:cNvPr id="188" name="Rectangle 78"/>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5</a:t>
                  </a:r>
                  <a:endParaRPr kumimoji="1" lang="zh-CN" altLang="en-US" b="0"/>
                </a:p>
              </p:txBody>
            </p:sp>
            <p:sp>
              <p:nvSpPr>
                <p:cNvPr id="189" name="Rectangle 79"/>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sp>
              <p:nvSpPr>
                <p:cNvPr id="190" name="Line 80"/>
                <p:cNvSpPr>
                  <a:spLocks noChangeShapeType="1"/>
                </p:cNvSpPr>
                <p:nvPr/>
              </p:nvSpPr>
              <p:spPr bwMode="auto">
                <a:xfrm>
                  <a:off x="3600" y="1248"/>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34" name="Rectangle 81"/>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2</a:t>
                </a:r>
                <a:endParaRPr kumimoji="1" lang="zh-CN" altLang="en-US" b="0"/>
              </a:p>
            </p:txBody>
          </p:sp>
          <p:sp>
            <p:nvSpPr>
              <p:cNvPr id="135" name="Rectangle 82"/>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t>^</a:t>
                </a:r>
                <a:endParaRPr lang="zh-CN" altLang="en-US" sz="2000" b="0"/>
              </a:p>
            </p:txBody>
          </p:sp>
          <p:grpSp>
            <p:nvGrpSpPr>
              <p:cNvPr id="136" name="Group 83"/>
              <p:cNvGrpSpPr>
                <a:grpSpLocks/>
              </p:cNvGrpSpPr>
              <p:nvPr/>
            </p:nvGrpSpPr>
            <p:grpSpPr bwMode="auto">
              <a:xfrm>
                <a:off x="3024" y="1104"/>
                <a:ext cx="384" cy="144"/>
                <a:chOff x="4176" y="1056"/>
                <a:chExt cx="384" cy="144"/>
              </a:xfrm>
            </p:grpSpPr>
            <p:sp>
              <p:nvSpPr>
                <p:cNvPr id="186" name="Rectangle 84"/>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5</a:t>
                  </a:r>
                  <a:endParaRPr kumimoji="1" lang="zh-CN" altLang="en-US" b="0"/>
                </a:p>
              </p:txBody>
            </p:sp>
            <p:sp>
              <p:nvSpPr>
                <p:cNvPr id="187" name="Rectangle 85"/>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dirty="0"/>
                    <a:t>^</a:t>
                  </a:r>
                  <a:endParaRPr lang="zh-CN" altLang="en-US" sz="2000" b="0" dirty="0"/>
                </a:p>
              </p:txBody>
            </p:sp>
          </p:grpSp>
          <p:grpSp>
            <p:nvGrpSpPr>
              <p:cNvPr id="137" name="Group 86"/>
              <p:cNvGrpSpPr>
                <a:grpSpLocks/>
              </p:cNvGrpSpPr>
              <p:nvPr/>
            </p:nvGrpSpPr>
            <p:grpSpPr bwMode="auto">
              <a:xfrm>
                <a:off x="3024" y="1488"/>
                <a:ext cx="576" cy="144"/>
                <a:chOff x="3264" y="1152"/>
                <a:chExt cx="576" cy="144"/>
              </a:xfrm>
            </p:grpSpPr>
            <p:sp>
              <p:nvSpPr>
                <p:cNvPr id="183" name="Rectangle 8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5</a:t>
                  </a:r>
                  <a:endParaRPr kumimoji="1" lang="zh-CN" altLang="en-US" b="0"/>
                </a:p>
              </p:txBody>
            </p:sp>
            <p:sp>
              <p:nvSpPr>
                <p:cNvPr id="184" name="Rectangle 8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sp>
              <p:nvSpPr>
                <p:cNvPr id="185" name="Line 89"/>
                <p:cNvSpPr>
                  <a:spLocks noChangeShapeType="1"/>
                </p:cNvSpPr>
                <p:nvPr/>
              </p:nvSpPr>
              <p:spPr bwMode="auto">
                <a:xfrm>
                  <a:off x="3600" y="1248"/>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38" name="Rectangle 90"/>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4</a:t>
                </a:r>
                <a:endParaRPr kumimoji="1" lang="zh-CN" altLang="en-US" b="0"/>
              </a:p>
            </p:txBody>
          </p:sp>
          <p:sp>
            <p:nvSpPr>
              <p:cNvPr id="139" name="Rectangle 91"/>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t>^</a:t>
                </a:r>
                <a:endParaRPr lang="zh-CN" altLang="en-US" sz="2000" b="0"/>
              </a:p>
            </p:txBody>
          </p:sp>
          <p:grpSp>
            <p:nvGrpSpPr>
              <p:cNvPr id="140" name="Group 92"/>
              <p:cNvGrpSpPr>
                <a:grpSpLocks/>
              </p:cNvGrpSpPr>
              <p:nvPr/>
            </p:nvGrpSpPr>
            <p:grpSpPr bwMode="auto">
              <a:xfrm>
                <a:off x="2256" y="480"/>
                <a:ext cx="2304" cy="1191"/>
                <a:chOff x="2256" y="480"/>
                <a:chExt cx="2304" cy="1191"/>
              </a:xfrm>
            </p:grpSpPr>
            <p:sp>
              <p:nvSpPr>
                <p:cNvPr id="141" name="Text Box 93"/>
                <p:cNvSpPr txBox="1">
                  <a:spLocks noChangeArrowheads="1"/>
                </p:cNvSpPr>
                <p:nvPr/>
              </p:nvSpPr>
              <p:spPr bwMode="auto">
                <a:xfrm>
                  <a:off x="2256" y="1248"/>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4</a:t>
                  </a:r>
                  <a:endParaRPr kumimoji="1" lang="zh-CN" altLang="en-US" b="0"/>
                </a:p>
              </p:txBody>
            </p:sp>
            <p:grpSp>
              <p:nvGrpSpPr>
                <p:cNvPr id="142" name="Group 94"/>
                <p:cNvGrpSpPr>
                  <a:grpSpLocks/>
                </p:cNvGrpSpPr>
                <p:nvPr/>
              </p:nvGrpSpPr>
              <p:grpSpPr bwMode="auto">
                <a:xfrm>
                  <a:off x="2256" y="1440"/>
                  <a:ext cx="576" cy="231"/>
                  <a:chOff x="1824" y="1152"/>
                  <a:chExt cx="576" cy="231"/>
                </a:xfrm>
              </p:grpSpPr>
              <p:grpSp>
                <p:nvGrpSpPr>
                  <p:cNvPr id="179" name="Group 95"/>
                  <p:cNvGrpSpPr>
                    <a:grpSpLocks/>
                  </p:cNvGrpSpPr>
                  <p:nvPr/>
                </p:nvGrpSpPr>
                <p:grpSpPr bwMode="auto">
                  <a:xfrm>
                    <a:off x="2016" y="1152"/>
                    <a:ext cx="384" cy="192"/>
                    <a:chOff x="2016" y="1152"/>
                    <a:chExt cx="384" cy="192"/>
                  </a:xfrm>
                </p:grpSpPr>
                <p:sp>
                  <p:nvSpPr>
                    <p:cNvPr id="181" name="Rectangle 96"/>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6</a:t>
                      </a:r>
                      <a:endParaRPr kumimoji="1" lang="zh-CN" altLang="en-US" b="0"/>
                    </a:p>
                  </p:txBody>
                </p:sp>
                <p:sp>
                  <p:nvSpPr>
                    <p:cNvPr id="182" name="Rectangle 97"/>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grpSp>
              <p:sp>
                <p:nvSpPr>
                  <p:cNvPr id="180" name="Text Box 98"/>
                  <p:cNvSpPr txBox="1">
                    <a:spLocks noChangeArrowheads="1"/>
                  </p:cNvSpPr>
                  <p:nvPr/>
                </p:nvSpPr>
                <p:spPr bwMode="auto">
                  <a:xfrm>
                    <a:off x="1824" y="1152"/>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5</a:t>
                    </a:r>
                    <a:endParaRPr kumimoji="1" lang="zh-CN" altLang="en-US" b="0"/>
                  </a:p>
                </p:txBody>
              </p:sp>
            </p:grpSp>
            <p:grpSp>
              <p:nvGrpSpPr>
                <p:cNvPr id="143" name="Group 99"/>
                <p:cNvGrpSpPr>
                  <a:grpSpLocks/>
                </p:cNvGrpSpPr>
                <p:nvPr/>
              </p:nvGrpSpPr>
              <p:grpSpPr bwMode="auto">
                <a:xfrm>
                  <a:off x="2256" y="480"/>
                  <a:ext cx="576" cy="231"/>
                  <a:chOff x="1824" y="1152"/>
                  <a:chExt cx="576" cy="231"/>
                </a:xfrm>
              </p:grpSpPr>
              <p:grpSp>
                <p:nvGrpSpPr>
                  <p:cNvPr id="175" name="Group 100"/>
                  <p:cNvGrpSpPr>
                    <a:grpSpLocks/>
                  </p:cNvGrpSpPr>
                  <p:nvPr/>
                </p:nvGrpSpPr>
                <p:grpSpPr bwMode="auto">
                  <a:xfrm>
                    <a:off x="2016" y="1152"/>
                    <a:ext cx="384" cy="192"/>
                    <a:chOff x="2016" y="1152"/>
                    <a:chExt cx="384" cy="192"/>
                  </a:xfrm>
                </p:grpSpPr>
                <p:sp>
                  <p:nvSpPr>
                    <p:cNvPr id="177" name="Rectangle 101"/>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1</a:t>
                      </a:r>
                      <a:endParaRPr kumimoji="1" lang="zh-CN" altLang="en-US" b="0"/>
                    </a:p>
                  </p:txBody>
                </p:sp>
                <p:sp>
                  <p:nvSpPr>
                    <p:cNvPr id="178" name="Rectangle 102"/>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grpSp>
              <p:sp>
                <p:nvSpPr>
                  <p:cNvPr id="176" name="Text Box 103"/>
                  <p:cNvSpPr txBox="1">
                    <a:spLocks noChangeArrowheads="1"/>
                  </p:cNvSpPr>
                  <p:nvPr/>
                </p:nvSpPr>
                <p:spPr bwMode="auto">
                  <a:xfrm>
                    <a:off x="1824" y="1152"/>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0</a:t>
                    </a:r>
                    <a:endParaRPr kumimoji="1" lang="zh-CN" altLang="en-US" b="0"/>
                  </a:p>
                </p:txBody>
              </p:sp>
            </p:grpSp>
            <p:grpSp>
              <p:nvGrpSpPr>
                <p:cNvPr id="144" name="Group 104"/>
                <p:cNvGrpSpPr>
                  <a:grpSpLocks/>
                </p:cNvGrpSpPr>
                <p:nvPr/>
              </p:nvGrpSpPr>
              <p:grpSpPr bwMode="auto">
                <a:xfrm>
                  <a:off x="2256" y="672"/>
                  <a:ext cx="576" cy="231"/>
                  <a:chOff x="1824" y="1152"/>
                  <a:chExt cx="576" cy="231"/>
                </a:xfrm>
              </p:grpSpPr>
              <p:grpSp>
                <p:nvGrpSpPr>
                  <p:cNvPr id="171" name="Group 105"/>
                  <p:cNvGrpSpPr>
                    <a:grpSpLocks/>
                  </p:cNvGrpSpPr>
                  <p:nvPr/>
                </p:nvGrpSpPr>
                <p:grpSpPr bwMode="auto">
                  <a:xfrm>
                    <a:off x="2016" y="1152"/>
                    <a:ext cx="384" cy="192"/>
                    <a:chOff x="2016" y="1152"/>
                    <a:chExt cx="384" cy="192"/>
                  </a:xfrm>
                </p:grpSpPr>
                <p:sp>
                  <p:nvSpPr>
                    <p:cNvPr id="173" name="Rectangle 106"/>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2</a:t>
                      </a:r>
                      <a:endParaRPr kumimoji="1" lang="zh-CN" altLang="en-US" b="0"/>
                    </a:p>
                  </p:txBody>
                </p:sp>
                <p:sp>
                  <p:nvSpPr>
                    <p:cNvPr id="174" name="Rectangle 107"/>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t>^</a:t>
                      </a:r>
                      <a:endParaRPr lang="zh-CN" altLang="en-US" sz="2000" b="0"/>
                    </a:p>
                  </p:txBody>
                </p:sp>
              </p:grpSp>
              <p:sp>
                <p:nvSpPr>
                  <p:cNvPr id="172" name="Text Box 108"/>
                  <p:cNvSpPr txBox="1">
                    <a:spLocks noChangeArrowheads="1"/>
                  </p:cNvSpPr>
                  <p:nvPr/>
                </p:nvSpPr>
                <p:spPr bwMode="auto">
                  <a:xfrm>
                    <a:off x="1824" y="1152"/>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1</a:t>
                    </a:r>
                    <a:endParaRPr kumimoji="1" lang="zh-CN" altLang="en-US" b="0"/>
                  </a:p>
                </p:txBody>
              </p:sp>
            </p:grpSp>
            <p:grpSp>
              <p:nvGrpSpPr>
                <p:cNvPr id="145" name="Group 109"/>
                <p:cNvGrpSpPr>
                  <a:grpSpLocks/>
                </p:cNvGrpSpPr>
                <p:nvPr/>
              </p:nvGrpSpPr>
              <p:grpSpPr bwMode="auto">
                <a:xfrm>
                  <a:off x="2256" y="864"/>
                  <a:ext cx="576" cy="231"/>
                  <a:chOff x="1824" y="1152"/>
                  <a:chExt cx="576" cy="231"/>
                </a:xfrm>
              </p:grpSpPr>
              <p:grpSp>
                <p:nvGrpSpPr>
                  <p:cNvPr id="167" name="Group 110"/>
                  <p:cNvGrpSpPr>
                    <a:grpSpLocks/>
                  </p:cNvGrpSpPr>
                  <p:nvPr/>
                </p:nvGrpSpPr>
                <p:grpSpPr bwMode="auto">
                  <a:xfrm>
                    <a:off x="2016" y="1152"/>
                    <a:ext cx="384" cy="192"/>
                    <a:chOff x="2016" y="1152"/>
                    <a:chExt cx="384" cy="192"/>
                  </a:xfrm>
                </p:grpSpPr>
                <p:sp>
                  <p:nvSpPr>
                    <p:cNvPr id="169" name="Rectangle 111"/>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3</a:t>
                      </a:r>
                      <a:endParaRPr kumimoji="1" lang="zh-CN" altLang="en-US" b="0"/>
                    </a:p>
                  </p:txBody>
                </p:sp>
                <p:sp>
                  <p:nvSpPr>
                    <p:cNvPr id="170" name="Rectangle 112"/>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grpSp>
              <p:sp>
                <p:nvSpPr>
                  <p:cNvPr id="168" name="Text Box 113"/>
                  <p:cNvSpPr txBox="1">
                    <a:spLocks noChangeArrowheads="1"/>
                  </p:cNvSpPr>
                  <p:nvPr/>
                </p:nvSpPr>
                <p:spPr bwMode="auto">
                  <a:xfrm>
                    <a:off x="1824" y="1152"/>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2</a:t>
                    </a:r>
                    <a:endParaRPr kumimoji="1" lang="zh-CN" altLang="en-US" b="0"/>
                  </a:p>
                </p:txBody>
              </p:sp>
            </p:grpSp>
            <p:grpSp>
              <p:nvGrpSpPr>
                <p:cNvPr id="146" name="Group 114"/>
                <p:cNvGrpSpPr>
                  <a:grpSpLocks/>
                </p:cNvGrpSpPr>
                <p:nvPr/>
              </p:nvGrpSpPr>
              <p:grpSpPr bwMode="auto">
                <a:xfrm>
                  <a:off x="2256" y="1056"/>
                  <a:ext cx="576" cy="231"/>
                  <a:chOff x="1824" y="1152"/>
                  <a:chExt cx="576" cy="231"/>
                </a:xfrm>
              </p:grpSpPr>
              <p:grpSp>
                <p:nvGrpSpPr>
                  <p:cNvPr id="163" name="Group 115"/>
                  <p:cNvGrpSpPr>
                    <a:grpSpLocks/>
                  </p:cNvGrpSpPr>
                  <p:nvPr/>
                </p:nvGrpSpPr>
                <p:grpSpPr bwMode="auto">
                  <a:xfrm>
                    <a:off x="2016" y="1152"/>
                    <a:ext cx="384" cy="192"/>
                    <a:chOff x="2016" y="1152"/>
                    <a:chExt cx="384" cy="192"/>
                  </a:xfrm>
                </p:grpSpPr>
                <p:sp>
                  <p:nvSpPr>
                    <p:cNvPr id="165" name="Rectangle 116"/>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4</a:t>
                      </a:r>
                      <a:endParaRPr kumimoji="1" lang="zh-CN" altLang="en-US" b="0"/>
                    </a:p>
                  </p:txBody>
                </p:sp>
                <p:sp>
                  <p:nvSpPr>
                    <p:cNvPr id="166" name="Rectangle 117"/>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grpSp>
              <p:sp>
                <p:nvSpPr>
                  <p:cNvPr id="164" name="Text Box 118"/>
                  <p:cNvSpPr txBox="1">
                    <a:spLocks noChangeArrowheads="1"/>
                  </p:cNvSpPr>
                  <p:nvPr/>
                </p:nvSpPr>
                <p:spPr bwMode="auto">
                  <a:xfrm>
                    <a:off x="1824" y="1152"/>
                    <a:ext cx="14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zh-CN" altLang="en-US" sz="1800"/>
                      <a:t>3</a:t>
                    </a:r>
                    <a:endParaRPr kumimoji="1" lang="zh-CN" altLang="en-US" b="0"/>
                  </a:p>
                </p:txBody>
              </p:sp>
            </p:grpSp>
            <p:sp>
              <p:nvSpPr>
                <p:cNvPr id="147" name="Rectangle 119"/>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5</a:t>
                  </a:r>
                  <a:endParaRPr kumimoji="1" lang="zh-CN" altLang="en-US" b="0"/>
                </a:p>
              </p:txBody>
            </p:sp>
            <p:sp>
              <p:nvSpPr>
                <p:cNvPr id="148" name="Rectangle 120"/>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t>^</a:t>
                  </a:r>
                  <a:endParaRPr lang="zh-CN" altLang="en-US" sz="2000" b="0"/>
                </a:p>
              </p:txBody>
            </p:sp>
            <p:grpSp>
              <p:nvGrpSpPr>
                <p:cNvPr id="149" name="Group 121"/>
                <p:cNvGrpSpPr>
                  <a:grpSpLocks/>
                </p:cNvGrpSpPr>
                <p:nvPr/>
              </p:nvGrpSpPr>
              <p:grpSpPr bwMode="auto">
                <a:xfrm>
                  <a:off x="3024" y="480"/>
                  <a:ext cx="1536" cy="144"/>
                  <a:chOff x="3360" y="1248"/>
                  <a:chExt cx="1536" cy="144"/>
                </a:xfrm>
              </p:grpSpPr>
              <p:sp>
                <p:nvSpPr>
                  <p:cNvPr id="154" name="Rectangle 122"/>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3</a:t>
                    </a:r>
                    <a:endParaRPr kumimoji="1" lang="zh-CN" altLang="en-US" b="0"/>
                  </a:p>
                </p:txBody>
              </p:sp>
              <p:sp>
                <p:nvSpPr>
                  <p:cNvPr id="155" name="Rectangle 123"/>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sp>
                <p:nvSpPr>
                  <p:cNvPr id="156" name="Line 124"/>
                  <p:cNvSpPr>
                    <a:spLocks noChangeShapeType="1"/>
                  </p:cNvSpPr>
                  <p:nvPr/>
                </p:nvSpPr>
                <p:spPr bwMode="auto">
                  <a:xfrm>
                    <a:off x="4272" y="1344"/>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157" name="Group 125"/>
                  <p:cNvGrpSpPr>
                    <a:grpSpLocks/>
                  </p:cNvGrpSpPr>
                  <p:nvPr/>
                </p:nvGrpSpPr>
                <p:grpSpPr bwMode="auto">
                  <a:xfrm>
                    <a:off x="3360" y="1248"/>
                    <a:ext cx="576" cy="144"/>
                    <a:chOff x="3264" y="1152"/>
                    <a:chExt cx="576" cy="144"/>
                  </a:xfrm>
                </p:grpSpPr>
                <p:sp>
                  <p:nvSpPr>
                    <p:cNvPr id="160" name="Rectangle 1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4</a:t>
                      </a:r>
                      <a:endParaRPr kumimoji="1" lang="zh-CN" altLang="en-US" b="0"/>
                    </a:p>
                  </p:txBody>
                </p:sp>
                <p:sp>
                  <p:nvSpPr>
                    <p:cNvPr id="161" name="Rectangle 1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endParaRPr lang="zh-CN" altLang="en-US" sz="2000" b="0"/>
                    </a:p>
                  </p:txBody>
                </p:sp>
                <p:sp>
                  <p:nvSpPr>
                    <p:cNvPr id="162" name="Line 128"/>
                    <p:cNvSpPr>
                      <a:spLocks noChangeShapeType="1"/>
                    </p:cNvSpPr>
                    <p:nvPr/>
                  </p:nvSpPr>
                  <p:spPr bwMode="auto">
                    <a:xfrm>
                      <a:off x="3600" y="1248"/>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58" name="Rectangle 129"/>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kumimoji="1" lang="zh-CN" altLang="en-US" sz="1800"/>
                      <a:t>2</a:t>
                    </a:r>
                    <a:endParaRPr kumimoji="1" lang="zh-CN" altLang="en-US" b="0"/>
                  </a:p>
                </p:txBody>
              </p:sp>
              <p:sp>
                <p:nvSpPr>
                  <p:cNvPr id="159" name="Rectangle 130"/>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a:t>^</a:t>
                    </a:r>
                    <a:endParaRPr lang="zh-CN" altLang="en-US" sz="2000" b="0"/>
                  </a:p>
                </p:txBody>
              </p:sp>
            </p:grpSp>
            <p:sp>
              <p:nvSpPr>
                <p:cNvPr id="150" name="Line 131"/>
                <p:cNvSpPr>
                  <a:spLocks noChangeShapeType="1"/>
                </p:cNvSpPr>
                <p:nvPr/>
              </p:nvSpPr>
              <p:spPr bwMode="auto">
                <a:xfrm>
                  <a:off x="2784" y="576"/>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 name="Line 132"/>
                <p:cNvSpPr>
                  <a:spLocks noChangeShapeType="1"/>
                </p:cNvSpPr>
                <p:nvPr/>
              </p:nvSpPr>
              <p:spPr bwMode="auto">
                <a:xfrm>
                  <a:off x="2784" y="960"/>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2" name="Line 133"/>
                <p:cNvSpPr>
                  <a:spLocks noChangeShapeType="1"/>
                </p:cNvSpPr>
                <p:nvPr/>
              </p:nvSpPr>
              <p:spPr bwMode="auto">
                <a:xfrm>
                  <a:off x="2784" y="1152"/>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 name="Line 134"/>
                <p:cNvSpPr>
                  <a:spLocks noChangeShapeType="1"/>
                </p:cNvSpPr>
                <p:nvPr/>
              </p:nvSpPr>
              <p:spPr bwMode="auto">
                <a:xfrm>
                  <a:off x="2784" y="1536"/>
                  <a:ext cx="240" cy="0"/>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132" name="Text Box 135"/>
            <p:cNvSpPr txBox="1">
              <a:spLocks noChangeArrowheads="1"/>
            </p:cNvSpPr>
            <p:nvPr/>
          </p:nvSpPr>
          <p:spPr bwMode="auto">
            <a:xfrm>
              <a:off x="1968" y="1296"/>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eaLnBrk="1" hangingPunct="1"/>
              <a:r>
                <a:rPr kumimoji="1" lang="en-US" altLang="zh-CN" dirty="0" err="1"/>
                <a:t>adj</a:t>
              </a:r>
              <a:endParaRPr kumimoji="1" lang="en-US" altLang="zh-CN" b="0" dirty="0"/>
            </a:p>
          </p:txBody>
        </p:sp>
      </p:grpSp>
      <p:grpSp>
        <p:nvGrpSpPr>
          <p:cNvPr id="191" name="Group 99"/>
          <p:cNvGrpSpPr>
            <a:grpSpLocks/>
          </p:cNvGrpSpPr>
          <p:nvPr/>
        </p:nvGrpSpPr>
        <p:grpSpPr bwMode="auto">
          <a:xfrm>
            <a:off x="3284956" y="1134564"/>
            <a:ext cx="966787" cy="1457424"/>
            <a:chOff x="384" y="1296"/>
            <a:chExt cx="819" cy="1221"/>
          </a:xfrm>
        </p:grpSpPr>
        <p:sp>
          <p:nvSpPr>
            <p:cNvPr id="192" name="Oval 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a:t>1</a:t>
              </a:r>
            </a:p>
          </p:txBody>
        </p:sp>
        <p:sp>
          <p:nvSpPr>
            <p:cNvPr id="193" name="Oval 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dirty="0"/>
                <a:t>2</a:t>
              </a:r>
            </a:p>
          </p:txBody>
        </p:sp>
        <p:sp>
          <p:nvSpPr>
            <p:cNvPr id="194" name="Oval 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dirty="0"/>
                <a:t>3</a:t>
              </a:r>
            </a:p>
          </p:txBody>
        </p:sp>
        <p:sp>
          <p:nvSpPr>
            <p:cNvPr id="195" name="Oval 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a:t>4</a:t>
              </a:r>
            </a:p>
          </p:txBody>
        </p:sp>
        <p:sp>
          <p:nvSpPr>
            <p:cNvPr id="196" name="Oval 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dirty="0"/>
                <a:t>5</a:t>
              </a:r>
            </a:p>
          </p:txBody>
        </p:sp>
        <p:sp>
          <p:nvSpPr>
            <p:cNvPr id="197" name="Oval 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2000" b="0"/>
                <a:t>6</a:t>
              </a:r>
            </a:p>
          </p:txBody>
        </p:sp>
        <p:sp>
          <p:nvSpPr>
            <p:cNvPr id="198" name="Line 12"/>
            <p:cNvSpPr>
              <a:spLocks noChangeShapeType="1"/>
            </p:cNvSpPr>
            <p:nvPr/>
          </p:nvSpPr>
          <p:spPr bwMode="auto">
            <a:xfrm>
              <a:off x="480" y="1488"/>
              <a:ext cx="0" cy="288"/>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9" name="Line 13"/>
            <p:cNvSpPr>
              <a:spLocks noChangeShapeType="1"/>
            </p:cNvSpPr>
            <p:nvPr/>
          </p:nvSpPr>
          <p:spPr bwMode="auto">
            <a:xfrm>
              <a:off x="624" y="2400"/>
              <a:ext cx="384" cy="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0" name="Line 14"/>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1" name="Line 15"/>
            <p:cNvSpPr>
              <a:spLocks noChangeShapeType="1"/>
            </p:cNvSpPr>
            <p:nvPr/>
          </p:nvSpPr>
          <p:spPr bwMode="auto">
            <a:xfrm>
              <a:off x="1104" y="1968"/>
              <a:ext cx="0" cy="336"/>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2" name="Line 16"/>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3" name="Line 17"/>
            <p:cNvSpPr>
              <a:spLocks noChangeShapeType="1"/>
            </p:cNvSpPr>
            <p:nvPr/>
          </p:nvSpPr>
          <p:spPr bwMode="auto">
            <a:xfrm>
              <a:off x="576" y="1440"/>
              <a:ext cx="444" cy="344"/>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4" name="Line 18"/>
            <p:cNvSpPr>
              <a:spLocks noChangeShapeType="1"/>
            </p:cNvSpPr>
            <p:nvPr/>
          </p:nvSpPr>
          <p:spPr bwMode="auto">
            <a:xfrm>
              <a:off x="576" y="1920"/>
              <a:ext cx="478" cy="388"/>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5" name="Line 98"/>
            <p:cNvSpPr>
              <a:spLocks noChangeShapeType="1"/>
            </p:cNvSpPr>
            <p:nvPr/>
          </p:nvSpPr>
          <p:spPr bwMode="auto">
            <a:xfrm>
              <a:off x="576" y="1392"/>
              <a:ext cx="432" cy="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3" name="文本框 92"/>
          <p:cNvSpPr txBox="1"/>
          <p:nvPr/>
        </p:nvSpPr>
        <p:spPr>
          <a:xfrm>
            <a:off x="611380" y="115457"/>
            <a:ext cx="201640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拓扑排序伪代码</a:t>
            </a:r>
          </a:p>
        </p:txBody>
      </p:sp>
    </p:spTree>
    <p:extLst>
      <p:ext uri="{BB962C8B-B14F-4D97-AF65-F5344CB8AC3E}">
        <p14:creationId xmlns:p14="http://schemas.microsoft.com/office/powerpoint/2010/main" val="670801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1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1F58B9-F1AD-1AD3-624E-4A65EB6DA413}"/>
            </a:ext>
          </a:extLst>
        </p:cNvPr>
        <p:cNvGrpSpPr/>
        <p:nvPr/>
      </p:nvGrpSpPr>
      <p:grpSpPr>
        <a:xfrm>
          <a:off x="0" y="0"/>
          <a:ext cx="0" cy="0"/>
          <a:chOff x="0" y="0"/>
          <a:chExt cx="0" cy="0"/>
        </a:xfrm>
      </p:grpSpPr>
      <p:sp>
        <p:nvSpPr>
          <p:cNvPr id="3" name="内容占位符 2">
            <a:extLst>
              <a:ext uri="{FF2B5EF4-FFF2-40B4-BE49-F238E27FC236}">
                <a16:creationId xmlns:a16="http://schemas.microsoft.com/office/drawing/2014/main" id="{6C6C678F-2CB7-7AFD-72E7-86CCBDCFA208}"/>
              </a:ext>
            </a:extLst>
          </p:cNvPr>
          <p:cNvSpPr>
            <a:spLocks noGrp="1"/>
          </p:cNvSpPr>
          <p:nvPr>
            <p:ph sz="quarter" idx="11"/>
          </p:nvPr>
        </p:nvSpPr>
        <p:spPr>
          <a:xfrm>
            <a:off x="179512" y="843558"/>
            <a:ext cx="3744416" cy="3600400"/>
          </a:xfrm>
        </p:spPr>
        <p:txBody>
          <a:bodyPr/>
          <a:lstStyle/>
          <a:p>
            <a:pPr marL="0" indent="0">
              <a:lnSpc>
                <a:spcPts val="2000"/>
              </a:lnSpc>
              <a:spcBef>
                <a:spcPts val="0"/>
              </a:spcBef>
              <a:buNone/>
            </a:pP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ALGprah</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TopSort</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LinkStack</a:t>
            </a:r>
            <a:r>
              <a:rPr lang="en-US" altLang="zh-CN" sz="1600" dirty="0">
                <a:solidFill>
                  <a:srgbClr val="002060"/>
                </a:solidFill>
                <a:latin typeface="Times New Roman" panose="02020603050405020304" pitchFamily="18" charset="0"/>
                <a:cs typeface="Times New Roman" panose="02020603050405020304" pitchFamily="18" charset="0"/>
              </a:rPr>
              <a:t> s;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i,j,k</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ArcNode</a:t>
            </a:r>
            <a:r>
              <a:rPr lang="en-US" altLang="zh-CN" sz="1600" dirty="0">
                <a:solidFill>
                  <a:srgbClr val="002060"/>
                </a:solidFill>
                <a:latin typeface="Times New Roman" panose="02020603050405020304" pitchFamily="18" charset="0"/>
                <a:cs typeface="Times New Roman" panose="02020603050405020304" pitchFamily="18" charset="0"/>
              </a:rPr>
              <a:t> *p;</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MaxVex</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findindegree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for(</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=0;i&lt;</a:t>
            </a:r>
            <a:r>
              <a:rPr lang="en-US" altLang="zh-CN" sz="1600" dirty="0" err="1">
                <a:solidFill>
                  <a:srgbClr val="002060"/>
                </a:solidFill>
                <a:latin typeface="Times New Roman" panose="02020603050405020304" pitchFamily="18" charset="0"/>
                <a:cs typeface="Times New Roman" panose="02020603050405020304" pitchFamily="18" charset="0"/>
              </a:rPr>
              <a:t>ag.vexnum;i</a:t>
            </a:r>
            <a:r>
              <a:rPr lang="en-US" altLang="zh-CN" sz="1600" dirty="0">
                <a:solidFill>
                  <a:srgbClr val="002060"/>
                </a:solidFill>
                <a:latin typeface="Times New Roman" panose="02020603050405020304" pitchFamily="18" charset="0"/>
                <a:cs typeface="Times New Roman" panose="02020603050405020304" pitchFamily="18" charset="0"/>
              </a:rPr>
              <a:t>++)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if(</a:t>
            </a:r>
            <a:r>
              <a:rPr lang="en-US" altLang="zh-CN" sz="1600" dirty="0" err="1">
                <a:solidFill>
                  <a:srgbClr val="002060"/>
                </a:solidFill>
                <a:latin typeface="Times New Roman" panose="02020603050405020304" pitchFamily="18" charset="0"/>
                <a:cs typeface="Times New Roman" panose="02020603050405020304" pitchFamily="18" charset="0"/>
              </a:rPr>
              <a:t>indegree</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]==0)                   </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s.Push</a:t>
            </a:r>
            <a:r>
              <a:rPr lang="en-US" altLang="zh-CN" sz="1600" dirty="0">
                <a:solidFill>
                  <a:srgbClr val="002060"/>
                </a:solidFill>
                <a:latin typeface="Times New Roman" panose="02020603050405020304" pitchFamily="18" charset="0"/>
                <a:cs typeface="Times New Roman" panose="02020603050405020304" pitchFamily="18" charset="0"/>
              </a:rPr>
              <a:t>(</a:t>
            </a:r>
            <a:r>
              <a:rPr lang="en-US" altLang="zh-CN" sz="1600" dirty="0" err="1">
                <a:solidFill>
                  <a:srgbClr val="002060"/>
                </a:solidFill>
                <a:latin typeface="Times New Roman" panose="02020603050405020304" pitchFamily="18" charset="0"/>
                <a:cs typeface="Times New Roman" panose="02020603050405020304" pitchFamily="18" charset="0"/>
              </a:rPr>
              <a:t>i</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int</a:t>
            </a:r>
            <a:r>
              <a:rPr lang="en-US" altLang="zh-CN" sz="1600" dirty="0">
                <a:solidFill>
                  <a:srgbClr val="002060"/>
                </a:solidFill>
                <a:latin typeface="Times New Roman" panose="02020603050405020304" pitchFamily="18" charset="0"/>
                <a:cs typeface="Times New Roman" panose="02020603050405020304" pitchFamily="18" charset="0"/>
              </a:rPr>
              <a:t> count=0;</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while(!</a:t>
            </a:r>
            <a:r>
              <a:rPr lang="en-US" altLang="zh-CN" sz="1600" dirty="0" err="1">
                <a:solidFill>
                  <a:srgbClr val="002060"/>
                </a:solidFill>
                <a:latin typeface="Times New Roman" panose="02020603050405020304" pitchFamily="18" charset="0"/>
                <a:cs typeface="Times New Roman" panose="02020603050405020304" pitchFamily="18" charset="0"/>
              </a:rPr>
              <a:t>s.EmptyStack</a:t>
            </a:r>
            <a:r>
              <a:rPr lang="en-US" altLang="zh-CN" sz="1600" dirty="0">
                <a:solidFill>
                  <a:srgbClr val="002060"/>
                </a:solidFill>
                <a:latin typeface="Times New Roman" panose="02020603050405020304" pitchFamily="18" charset="0"/>
                <a:cs typeface="Times New Roman" panose="02020603050405020304" pitchFamily="18" charset="0"/>
              </a:rPr>
              <a:t>()){</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s.Pop</a:t>
            </a:r>
            <a:r>
              <a:rPr lang="en-US" altLang="zh-CN" sz="1600" dirty="0">
                <a:solidFill>
                  <a:srgbClr val="002060"/>
                </a:solidFill>
                <a:latin typeface="Times New Roman" panose="02020603050405020304" pitchFamily="18" charset="0"/>
                <a:cs typeface="Times New Roman" panose="02020603050405020304" pitchFamily="18" charset="0"/>
              </a:rPr>
              <a:t>(j);</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a:t>
            </a:r>
            <a:r>
              <a:rPr lang="en-US" altLang="zh-CN" sz="1600" dirty="0" err="1">
                <a:solidFill>
                  <a:srgbClr val="002060"/>
                </a:solidFill>
                <a:latin typeface="Times New Roman" panose="02020603050405020304" pitchFamily="18" charset="0"/>
                <a:cs typeface="Times New Roman" panose="02020603050405020304" pitchFamily="18" charset="0"/>
              </a:rPr>
              <a:t>cout</a:t>
            </a:r>
            <a:r>
              <a:rPr lang="en-US" altLang="zh-CN" sz="1600" dirty="0">
                <a:solidFill>
                  <a:srgbClr val="002060"/>
                </a:solidFill>
                <a:latin typeface="Times New Roman" panose="02020603050405020304" pitchFamily="18" charset="0"/>
                <a:cs typeface="Times New Roman" panose="02020603050405020304" pitchFamily="18" charset="0"/>
              </a:rPr>
              <a:t>&lt;&lt;</a:t>
            </a:r>
            <a:r>
              <a:rPr lang="en-US" altLang="zh-CN" sz="1600" dirty="0" err="1">
                <a:solidFill>
                  <a:srgbClr val="002060"/>
                </a:solidFill>
                <a:latin typeface="Times New Roman" panose="02020603050405020304" pitchFamily="18" charset="0"/>
                <a:cs typeface="Times New Roman" panose="02020603050405020304" pitchFamily="18" charset="0"/>
              </a:rPr>
              <a:t>ag.vertices</a:t>
            </a:r>
            <a:r>
              <a:rPr lang="en-US" altLang="zh-CN" sz="1600" dirty="0">
                <a:solidFill>
                  <a:srgbClr val="002060"/>
                </a:solidFill>
                <a:latin typeface="Times New Roman" panose="02020603050405020304" pitchFamily="18" charset="0"/>
                <a:cs typeface="Times New Roman" panose="02020603050405020304" pitchFamily="18" charset="0"/>
              </a:rPr>
              <a:t>[j].data;</a:t>
            </a:r>
            <a:endParaRPr lang="zh-CN" altLang="zh-CN" sz="1600" dirty="0">
              <a:solidFill>
                <a:srgbClr val="002060"/>
              </a:solidFill>
              <a:latin typeface="Times New Roman" panose="02020603050405020304" pitchFamily="18" charset="0"/>
              <a:cs typeface="Times New Roman" panose="02020603050405020304" pitchFamily="18" charset="0"/>
            </a:endParaRPr>
          </a:p>
          <a:p>
            <a:pPr marL="0" indent="0">
              <a:lnSpc>
                <a:spcPts val="2000"/>
              </a:lnSpc>
              <a:spcBef>
                <a:spcPts val="0"/>
              </a:spcBef>
              <a:buNone/>
            </a:pPr>
            <a:r>
              <a:rPr lang="en-US" altLang="zh-CN" sz="1600" dirty="0">
                <a:solidFill>
                  <a:srgbClr val="002060"/>
                </a:solidFill>
                <a:latin typeface="Times New Roman" panose="02020603050405020304" pitchFamily="18" charset="0"/>
                <a:cs typeface="Times New Roman" panose="02020603050405020304" pitchFamily="18" charset="0"/>
              </a:rPr>
              <a:t>     count++;</a:t>
            </a:r>
            <a:endParaRPr lang="zh-CN" altLang="zh-CN" sz="1600" dirty="0">
              <a:solidFill>
                <a:srgbClr val="002060"/>
              </a:solidFill>
              <a:latin typeface="Times New Roman" panose="02020603050405020304" pitchFamily="18" charset="0"/>
              <a:cs typeface="Times New Roman" panose="02020603050405020304" pitchFamily="18" charset="0"/>
            </a:endParaRPr>
          </a:p>
        </p:txBody>
      </p:sp>
      <p:sp>
        <p:nvSpPr>
          <p:cNvPr id="4" name="文本框 3">
            <a:extLst>
              <a:ext uri="{FF2B5EF4-FFF2-40B4-BE49-F238E27FC236}">
                <a16:creationId xmlns:a16="http://schemas.microsoft.com/office/drawing/2014/main" id="{067E18FD-7905-0FEA-408E-B2D1C3F4E460}"/>
              </a:ext>
            </a:extLst>
          </p:cNvPr>
          <p:cNvSpPr txBox="1"/>
          <p:nvPr/>
        </p:nvSpPr>
        <p:spPr>
          <a:xfrm>
            <a:off x="3779912" y="674385"/>
            <a:ext cx="4896544" cy="4196020"/>
          </a:xfrm>
          <a:prstGeom prst="rect">
            <a:avLst/>
          </a:prstGeom>
          <a:solidFill>
            <a:schemeClr val="accent2">
              <a:lumMod val="40000"/>
              <a:lumOff val="60000"/>
            </a:schemeClr>
          </a:solidFill>
        </p:spPr>
        <p:txBody>
          <a:bodyPr wrap="square" rtlCol="0">
            <a:spAutoFit/>
          </a:bodyPr>
          <a:lstStyle/>
          <a:p>
            <a:pPr>
              <a:lnSpc>
                <a:spcPts val="2000"/>
              </a:lnSpc>
              <a:spcBef>
                <a:spcPts val="0"/>
              </a:spcBef>
            </a:pPr>
            <a:r>
              <a:rPr lang="en-US" altLang="zh-CN"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for(p=</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ag.vertices</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[j].</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firstarc;p</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NULL;p</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=p-&gt;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nextarc</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k=p-&gt;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adjvex</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indegree</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[k]--;</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if(</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indegree</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[k]==0)               //</a:t>
            </a:r>
            <a:r>
              <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入度为</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0</a:t>
            </a:r>
            <a:r>
              <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的顶点入栈</a:t>
            </a: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s.Push</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(k); </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if(count&lt;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ag.vexnum</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cout</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&lt;&lt;“</a:t>
            </a:r>
            <a:r>
              <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图中存在回路，不存在拓扑排序</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”&lt;&lt;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endl</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return 0;</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else{</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cout</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&lt;&lt;”</a:t>
            </a:r>
            <a:r>
              <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是一个拓扑序列</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”&lt;&lt;</a:t>
            </a:r>
            <a:r>
              <a:rPr lang="en-US" altLang="zh-CN" sz="1400" dirty="0" err="1">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endl</a:t>
            </a: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return 1;</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   }</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2000"/>
              </a:lnSpc>
              <a:spcBef>
                <a:spcPts val="0"/>
              </a:spcBef>
            </a:pPr>
            <a:r>
              <a:rPr lang="en-US"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rPr>
              <a:t>}</a:t>
            </a:r>
            <a:endParaRPr lang="zh-CN" altLang="zh-CN" sz="1400" dirty="0">
              <a:solidFill>
                <a:srgbClr val="002060"/>
              </a:solidFill>
              <a:latin typeface="Times New Roman" panose="02020603050405020304" pitchFamily="18" charset="0"/>
              <a:ea typeface="Arial Unicode MS" panose="020B0604020202020204" pitchFamily="34" charset="-122"/>
              <a:cs typeface="Times New Roman" panose="02020603050405020304" pitchFamily="18" charset="0"/>
            </a:endParaRPr>
          </a:p>
        </p:txBody>
      </p:sp>
      <p:sp>
        <p:nvSpPr>
          <p:cNvPr id="93" name="文本框 92">
            <a:extLst>
              <a:ext uri="{FF2B5EF4-FFF2-40B4-BE49-F238E27FC236}">
                <a16:creationId xmlns:a16="http://schemas.microsoft.com/office/drawing/2014/main" id="{DC8548EF-F0D1-C136-21C4-98432549F224}"/>
              </a:ext>
            </a:extLst>
          </p:cNvPr>
          <p:cNvSpPr txBox="1"/>
          <p:nvPr/>
        </p:nvSpPr>
        <p:spPr>
          <a:xfrm>
            <a:off x="611380" y="115457"/>
            <a:ext cx="201640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拓扑排序伪代码</a:t>
            </a:r>
          </a:p>
        </p:txBody>
      </p:sp>
    </p:spTree>
    <p:extLst>
      <p:ext uri="{BB962C8B-B14F-4D97-AF65-F5344CB8AC3E}">
        <p14:creationId xmlns:p14="http://schemas.microsoft.com/office/powerpoint/2010/main" val="1612112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cs typeface="Times New Roman" panose="02020603050405020304" pitchFamily="18" charset="0"/>
              </a:rPr>
              <a:t>   }</a:t>
            </a:r>
          </a:p>
          <a:p>
            <a:pPr eaLnBrk="1" hangingPunct="1"/>
            <a:r>
              <a:rPr lang="en-US" altLang="zh-CN" sz="1500" dirty="0">
                <a:solidFill>
                  <a:schemeClr val="tx1"/>
                </a:solidFill>
                <a:cs typeface="Times New Roman" panose="02020603050405020304" pitchFamily="18" charset="0"/>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3</a:t>
                  </a:r>
                  <a:endParaRPr lang="zh-CN" altLang="en-US" sz="1800">
                    <a:solidFill>
                      <a:schemeClr val="bg1"/>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dirty="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657601"/>
            <a:ext cx="857250" cy="940594"/>
            <a:chOff x="4128" y="3072"/>
            <a:chExt cx="720" cy="790"/>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5" name="Rectangle 77"/>
            <p:cNvSpPr>
              <a:spLocks noChangeArrowheads="1"/>
            </p:cNvSpPr>
            <p:nvPr/>
          </p:nvSpPr>
          <p:spPr bwMode="auto">
            <a:xfrm>
              <a:off x="4128" y="3072"/>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5</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3" name="圆角矩形 2"/>
          <p:cNvSpPr/>
          <p:nvPr/>
        </p:nvSpPr>
        <p:spPr>
          <a:xfrm>
            <a:off x="107504" y="1240632"/>
            <a:ext cx="2232248" cy="5461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p:nvPr/>
        </p:nvCxnSpPr>
        <p:spPr>
          <a:xfrm>
            <a:off x="2339752" y="1774032"/>
            <a:ext cx="3718148" cy="188356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9024E10C-67EF-EE9A-6F80-0769134F55D4}"/>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6388698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499"/>
                                          </p:stCondLst>
                                        </p:cTn>
                                        <p:tgtEl>
                                          <p:spTgt spid="2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fade">
                                      <p:cBhvr>
                                        <p:cTn id="30" dur="1000"/>
                                        <p:tgtEl>
                                          <p:spTgt spid="3"/>
                                        </p:tgtEl>
                                      </p:cBhvr>
                                    </p:animEffect>
                                    <p:anim calcmode="lin" valueType="num">
                                      <p:cBhvr>
                                        <p:cTn id="31" dur="1000" fill="hold"/>
                                        <p:tgtEl>
                                          <p:spTgt spid="3"/>
                                        </p:tgtEl>
                                        <p:attrNameLst>
                                          <p:attrName>ppt_x</p:attrName>
                                        </p:attrNameLst>
                                      </p:cBhvr>
                                      <p:tavLst>
                                        <p:tav tm="0">
                                          <p:val>
                                            <p:strVal val="#ppt_x"/>
                                          </p:val>
                                        </p:tav>
                                        <p:tav tm="100000">
                                          <p:val>
                                            <p:strVal val="#ppt_x"/>
                                          </p:val>
                                        </p:tav>
                                      </p:tavLst>
                                    </p:anim>
                                    <p:anim calcmode="lin" valueType="num">
                                      <p:cBhvr>
                                        <p:cTn id="3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3</a:t>
                  </a:r>
                  <a:endParaRPr lang="zh-CN" altLang="en-US" sz="1800">
                    <a:solidFill>
                      <a:schemeClr val="bg1"/>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3" name="圆角矩形 2"/>
          <p:cNvSpPr/>
          <p:nvPr/>
        </p:nvSpPr>
        <p:spPr>
          <a:xfrm>
            <a:off x="168342" y="2211710"/>
            <a:ext cx="947274" cy="152276"/>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a:endCxn id="96" idx="1"/>
          </p:cNvCxnSpPr>
          <p:nvPr/>
        </p:nvCxnSpPr>
        <p:spPr>
          <a:xfrm>
            <a:off x="1043608" y="2363986"/>
            <a:ext cx="5014292" cy="140791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Rectangle 77"/>
          <p:cNvSpPr>
            <a:spLocks noChangeArrowheads="1"/>
          </p:cNvSpPr>
          <p:nvPr/>
        </p:nvSpPr>
        <p:spPr bwMode="auto">
          <a:xfrm>
            <a:off x="6057900" y="3657601"/>
            <a:ext cx="857250" cy="2286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5</a:t>
            </a:r>
            <a:endParaRPr lang="zh-CN" altLang="en-US" sz="1800">
              <a:solidFill>
                <a:schemeClr val="bg1"/>
              </a:solidFill>
            </a:endParaRPr>
          </a:p>
        </p:txBody>
      </p:sp>
      <p:sp>
        <p:nvSpPr>
          <p:cNvPr id="4" name="Text Box 13">
            <a:extLst>
              <a:ext uri="{FF2B5EF4-FFF2-40B4-BE49-F238E27FC236}">
                <a16:creationId xmlns:a16="http://schemas.microsoft.com/office/drawing/2014/main" id="{60DF0341-B0C7-3680-40F1-FE468CC446C0}"/>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1670473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3</a:t>
                  </a:r>
                  <a:endParaRPr lang="zh-CN" altLang="en-US" sz="1800">
                    <a:solidFill>
                      <a:schemeClr val="bg1"/>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3" name="圆角矩形 2"/>
          <p:cNvSpPr/>
          <p:nvPr/>
        </p:nvSpPr>
        <p:spPr>
          <a:xfrm>
            <a:off x="107504" y="2363986"/>
            <a:ext cx="2232248" cy="207764"/>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a:endCxn id="94" idx="0"/>
          </p:cNvCxnSpPr>
          <p:nvPr/>
        </p:nvCxnSpPr>
        <p:spPr>
          <a:xfrm>
            <a:off x="2339752" y="2571750"/>
            <a:ext cx="778651" cy="19958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4E882603-D7CC-9700-6B09-9FAA80D88423}"/>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302625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94"/>
                                        </p:tgtEl>
                                        <p:attrNameLst>
                                          <p:attrName>style.visibility</p:attrName>
                                        </p:attrNameLst>
                                      </p:cBhvr>
                                      <p:to>
                                        <p:strVal val="visible"/>
                                      </p:to>
                                    </p:set>
                                    <p:animEffect transition="in" filter="fade">
                                      <p:cBhvr>
                                        <p:cTn id="17" dur="1000"/>
                                        <p:tgtEl>
                                          <p:spTgt spid="94"/>
                                        </p:tgtEl>
                                      </p:cBhvr>
                                    </p:animEffect>
                                    <p:anim calcmode="lin" valueType="num">
                                      <p:cBhvr>
                                        <p:cTn id="18" dur="1000" fill="hold"/>
                                        <p:tgtEl>
                                          <p:spTgt spid="94"/>
                                        </p:tgtEl>
                                        <p:attrNameLst>
                                          <p:attrName>ppt_x</p:attrName>
                                        </p:attrNameLst>
                                      </p:cBhvr>
                                      <p:tavLst>
                                        <p:tav tm="0">
                                          <p:val>
                                            <p:strVal val="#ppt_x"/>
                                          </p:val>
                                        </p:tav>
                                        <p:tav tm="100000">
                                          <p:val>
                                            <p:strVal val="#ppt_x"/>
                                          </p:val>
                                        </p:tav>
                                      </p:tavLst>
                                    </p:anim>
                                    <p:anim calcmode="lin" valueType="num">
                                      <p:cBhvr>
                                        <p:cTn id="19" dur="10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3"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3</a:t>
                  </a:r>
                  <a:endParaRPr lang="zh-CN" altLang="en-US" sz="1800">
                    <a:solidFill>
                      <a:schemeClr val="bg1"/>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Line 78"/>
          <p:cNvSpPr>
            <a:spLocks noChangeShapeType="1"/>
          </p:cNvSpPr>
          <p:nvPr/>
        </p:nvSpPr>
        <p:spPr bwMode="auto">
          <a:xfrm>
            <a:off x="5940152" y="1257301"/>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圆角矩形 2"/>
          <p:cNvSpPr/>
          <p:nvPr/>
        </p:nvSpPr>
        <p:spPr>
          <a:xfrm>
            <a:off x="539552" y="2806725"/>
            <a:ext cx="1855908" cy="149064"/>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p:nvPr/>
        </p:nvCxnSpPr>
        <p:spPr>
          <a:xfrm flipV="1">
            <a:off x="2395459" y="1443175"/>
            <a:ext cx="3537583" cy="133070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圆角矩形 8"/>
          <p:cNvSpPr/>
          <p:nvPr/>
        </p:nvSpPr>
        <p:spPr>
          <a:xfrm>
            <a:off x="595235" y="2955789"/>
            <a:ext cx="1675366" cy="336041"/>
          </a:xfrm>
          <a:prstGeom prst="round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 name="直接箭头连接符 10"/>
          <p:cNvCxnSpPr>
            <a:stCxn id="9" idx="3"/>
          </p:cNvCxnSpPr>
          <p:nvPr/>
        </p:nvCxnSpPr>
        <p:spPr>
          <a:xfrm flipV="1">
            <a:off x="2270601" y="2363986"/>
            <a:ext cx="5253727" cy="759824"/>
          </a:xfrm>
          <a:prstGeom prst="straightConnector1">
            <a:avLst/>
          </a:prstGeom>
          <a:ln>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AF8646CB-AE5B-15C8-81CF-9D4634388E23}"/>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2780527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500" fill="hold"/>
                                        <p:tgtEl>
                                          <p:spTgt spid="95"/>
                                        </p:tgtEl>
                                        <p:attrNameLst>
                                          <p:attrName>ppt_x</p:attrName>
                                        </p:attrNameLst>
                                      </p:cBhvr>
                                      <p:tavLst>
                                        <p:tav tm="0">
                                          <p:val>
                                            <p:strVal val="#ppt_x"/>
                                          </p:val>
                                        </p:tav>
                                        <p:tav tm="100000">
                                          <p:val>
                                            <p:strVal val="#ppt_x"/>
                                          </p:val>
                                        </p:tav>
                                      </p:tavLst>
                                    </p:anim>
                                    <p:anim calcmode="lin" valueType="num">
                                      <p:cBhvr additive="base">
                                        <p:cTn id="8" dur="500" fill="hold"/>
                                        <p:tgtEl>
                                          <p:spTgt spid="9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ppt_x"/>
                                          </p:val>
                                        </p:tav>
                                        <p:tav tm="100000">
                                          <p:val>
                                            <p:strVal val="#ppt_x"/>
                                          </p:val>
                                        </p:tav>
                                      </p:tavLst>
                                    </p:anim>
                                    <p:anim calcmode="lin" valueType="num">
                                      <p:cBhvr additive="base">
                                        <p:cTn id="1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1000"/>
                                        <p:tgtEl>
                                          <p:spTgt spid="9"/>
                                        </p:tgtEl>
                                      </p:cBhvr>
                                    </p:animEffect>
                                    <p:anim calcmode="lin" valueType="num">
                                      <p:cBhvr>
                                        <p:cTn id="24" dur="1000" fill="hold"/>
                                        <p:tgtEl>
                                          <p:spTgt spid="9"/>
                                        </p:tgtEl>
                                        <p:attrNameLst>
                                          <p:attrName>ppt_x</p:attrName>
                                        </p:attrNameLst>
                                      </p:cBhvr>
                                      <p:tavLst>
                                        <p:tav tm="0">
                                          <p:val>
                                            <p:strVal val="#ppt_x"/>
                                          </p:val>
                                        </p:tav>
                                        <p:tav tm="100000">
                                          <p:val>
                                            <p:strVal val="#ppt_x"/>
                                          </p:val>
                                        </p:tav>
                                      </p:tavLst>
                                    </p:anim>
                                    <p:anim calcmode="lin" valueType="num">
                                      <p:cBhvr>
                                        <p:cTn id="25" dur="1000" fill="hold"/>
                                        <p:tgtEl>
                                          <p:spTgt spid="9"/>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1000"/>
                                        <p:tgtEl>
                                          <p:spTgt spid="11"/>
                                        </p:tgtEl>
                                      </p:cBhvr>
                                    </p:animEffect>
                                    <p:anim calcmode="lin" valueType="num">
                                      <p:cBhvr>
                                        <p:cTn id="29" dur="1000" fill="hold"/>
                                        <p:tgtEl>
                                          <p:spTgt spid="11"/>
                                        </p:tgtEl>
                                        <p:attrNameLst>
                                          <p:attrName>ppt_x</p:attrName>
                                        </p:attrNameLst>
                                      </p:cBhvr>
                                      <p:tavLst>
                                        <p:tav tm="0">
                                          <p:val>
                                            <p:strVal val="#ppt_x"/>
                                          </p:val>
                                        </p:tav>
                                        <p:tav tm="100000">
                                          <p:val>
                                            <p:strVal val="#ppt_x"/>
                                          </p:val>
                                        </p:tav>
                                      </p:tavLst>
                                    </p:anim>
                                    <p:anim calcmode="lin" valueType="num">
                                      <p:cBhvr>
                                        <p:cTn id="3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 grpId="0" animBg="1"/>
      <p:bldP spid="9"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Line 78"/>
          <p:cNvSpPr>
            <a:spLocks noChangeShapeType="1"/>
          </p:cNvSpPr>
          <p:nvPr/>
        </p:nvSpPr>
        <p:spPr bwMode="auto">
          <a:xfrm>
            <a:off x="5940152" y="1257301"/>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圆角矩形 2"/>
          <p:cNvSpPr/>
          <p:nvPr/>
        </p:nvSpPr>
        <p:spPr>
          <a:xfrm>
            <a:off x="3286678" y="2787774"/>
            <a:ext cx="1048701" cy="176442"/>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a:stCxn id="3" idx="3"/>
            <a:endCxn id="165904" idx="2"/>
          </p:cNvCxnSpPr>
          <p:nvPr/>
        </p:nvCxnSpPr>
        <p:spPr>
          <a:xfrm flipV="1">
            <a:off x="4335379" y="1714501"/>
            <a:ext cx="2294021" cy="11614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BA1980FC-1631-886C-37F4-B206568451D9}"/>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7584078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Line 78"/>
          <p:cNvSpPr>
            <a:spLocks noChangeShapeType="1"/>
          </p:cNvSpPr>
          <p:nvPr/>
        </p:nvSpPr>
        <p:spPr bwMode="auto">
          <a:xfrm>
            <a:off x="6588224" y="1257301"/>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圆角矩形 2"/>
          <p:cNvSpPr/>
          <p:nvPr/>
        </p:nvSpPr>
        <p:spPr>
          <a:xfrm>
            <a:off x="539552" y="2931790"/>
            <a:ext cx="4032605" cy="954411"/>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p:nvPr/>
        </p:nvCxnSpPr>
        <p:spPr>
          <a:xfrm flipV="1">
            <a:off x="4572157" y="2363986"/>
            <a:ext cx="2628743" cy="10718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B87C3A5A-C376-0E77-0CE5-558087A5574A}"/>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9488733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Line 78"/>
          <p:cNvSpPr>
            <a:spLocks noChangeShapeType="1"/>
          </p:cNvSpPr>
          <p:nvPr/>
        </p:nvSpPr>
        <p:spPr bwMode="auto">
          <a:xfrm>
            <a:off x="6588224" y="1257301"/>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C0CC3491-A41B-D48D-53CC-4721B3E02506}"/>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2709457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Line 78"/>
          <p:cNvSpPr>
            <a:spLocks noChangeShapeType="1"/>
          </p:cNvSpPr>
          <p:nvPr/>
        </p:nvSpPr>
        <p:spPr bwMode="auto">
          <a:xfrm>
            <a:off x="7092280" y="1257301"/>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D2D13F52-C661-F000-D1A3-9A0D52E473CE}"/>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2942601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23" name="Group 75"/>
          <p:cNvGrpSpPr>
            <a:grpSpLocks/>
          </p:cNvGrpSpPr>
          <p:nvPr/>
        </p:nvGrpSpPr>
        <p:grpSpPr bwMode="auto">
          <a:xfrm>
            <a:off x="6057900" y="3886201"/>
            <a:ext cx="857250" cy="711994"/>
            <a:chOff x="4128" y="3264"/>
            <a:chExt cx="720" cy="598"/>
          </a:xfrm>
        </p:grpSpPr>
        <p:sp>
          <p:nvSpPr>
            <p:cNvPr id="165894" name="Rectangle 76"/>
            <p:cNvSpPr>
              <a:spLocks noChangeArrowheads="1"/>
            </p:cNvSpPr>
            <p:nvPr/>
          </p:nvSpPr>
          <p:spPr bwMode="auto">
            <a:xfrm>
              <a:off x="4128" y="3264"/>
              <a:ext cx="720" cy="192"/>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896" name="Text Box 78"/>
            <p:cNvSpPr txBox="1">
              <a:spLocks noChangeArrowheads="1"/>
            </p:cNvSpPr>
            <p:nvPr/>
          </p:nvSpPr>
          <p:spPr bwMode="auto">
            <a:xfrm>
              <a:off x="4368" y="3552"/>
              <a:ext cx="35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C2824A9A-B02B-647F-D9A9-A24218F758EC}"/>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29515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9D7FEB00-0FD3-F71A-C3B6-12D30F3A47A5}"/>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3292665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058ABDEB-E4F5-BD50-7333-A2EE0949AF6A}"/>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6250714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5868144" y="64295"/>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圆角矩形 2"/>
          <p:cNvSpPr/>
          <p:nvPr/>
        </p:nvSpPr>
        <p:spPr>
          <a:xfrm>
            <a:off x="611560" y="2931790"/>
            <a:ext cx="2016224" cy="43204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a:stCxn id="3" idx="3"/>
          </p:cNvCxnSpPr>
          <p:nvPr/>
        </p:nvCxnSpPr>
        <p:spPr>
          <a:xfrm flipV="1">
            <a:off x="2627784" y="2363986"/>
            <a:ext cx="4536504" cy="7838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27F05738-3B63-FFF1-0E43-F461F3BFE3B2}"/>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5985918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5868144" y="64295"/>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圆角矩形 2"/>
          <p:cNvSpPr/>
          <p:nvPr/>
        </p:nvSpPr>
        <p:spPr>
          <a:xfrm>
            <a:off x="539552" y="3334471"/>
            <a:ext cx="1872208" cy="43204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箭头连接符 5"/>
          <p:cNvCxnSpPr>
            <a:endCxn id="97" idx="1"/>
          </p:cNvCxnSpPr>
          <p:nvPr/>
        </p:nvCxnSpPr>
        <p:spPr>
          <a:xfrm>
            <a:off x="2401941" y="3523876"/>
            <a:ext cx="3578571" cy="5429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cxnSp>
        <p:nvCxnSpPr>
          <p:cNvPr id="9" name="直接箭头连接符 8"/>
          <p:cNvCxnSpPr/>
          <p:nvPr/>
        </p:nvCxnSpPr>
        <p:spPr>
          <a:xfrm flipH="1">
            <a:off x="6552012" y="2363986"/>
            <a:ext cx="581179" cy="143134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 name="Text Box 13">
            <a:extLst>
              <a:ext uri="{FF2B5EF4-FFF2-40B4-BE49-F238E27FC236}">
                <a16:creationId xmlns:a16="http://schemas.microsoft.com/office/drawing/2014/main" id="{78F936A6-1DC9-A316-3D1B-D0D070239A98}"/>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192289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1000"/>
                                        <p:tgtEl>
                                          <p:spTgt spid="9"/>
                                        </p:tgtEl>
                                      </p:cBhvr>
                                    </p:animEffect>
                                    <p:anim calcmode="lin" valueType="num">
                                      <p:cBhvr>
                                        <p:cTn id="18" dur="1000" fill="hold"/>
                                        <p:tgtEl>
                                          <p:spTgt spid="9"/>
                                        </p:tgtEl>
                                        <p:attrNameLst>
                                          <p:attrName>ppt_x</p:attrName>
                                        </p:attrNameLst>
                                      </p:cBhvr>
                                      <p:tavLst>
                                        <p:tav tm="0">
                                          <p:val>
                                            <p:strVal val="#ppt_x"/>
                                          </p:val>
                                        </p:tav>
                                        <p:tav tm="100000">
                                          <p:val>
                                            <p:strVal val="#ppt_x"/>
                                          </p:val>
                                        </p:tav>
                                      </p:tavLst>
                                    </p:anim>
                                    <p:anim calcmode="lin" valueType="num">
                                      <p:cBhvr>
                                        <p:cTn id="1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97"/>
                                        </p:tgtEl>
                                        <p:attrNameLst>
                                          <p:attrName>style.visibility</p:attrName>
                                        </p:attrNameLst>
                                      </p:cBhvr>
                                      <p:to>
                                        <p:strVal val="visible"/>
                                      </p:to>
                                    </p:set>
                                    <p:animEffect transition="in" filter="fade">
                                      <p:cBhvr>
                                        <p:cTn id="24" dur="1000"/>
                                        <p:tgtEl>
                                          <p:spTgt spid="97"/>
                                        </p:tgtEl>
                                      </p:cBhvr>
                                    </p:animEffect>
                                    <p:anim calcmode="lin" valueType="num">
                                      <p:cBhvr>
                                        <p:cTn id="25" dur="1000" fill="hold"/>
                                        <p:tgtEl>
                                          <p:spTgt spid="97"/>
                                        </p:tgtEl>
                                        <p:attrNameLst>
                                          <p:attrName>ppt_x</p:attrName>
                                        </p:attrNameLst>
                                      </p:cBhvr>
                                      <p:tavLst>
                                        <p:tav tm="0">
                                          <p:val>
                                            <p:strVal val="#ppt_x"/>
                                          </p:val>
                                        </p:tav>
                                        <p:tav tm="100000">
                                          <p:val>
                                            <p:strVal val="#ppt_x"/>
                                          </p:val>
                                        </p:tav>
                                      </p:tavLst>
                                    </p:anim>
                                    <p:anim calcmode="lin" valueType="num">
                                      <p:cBhvr>
                                        <p:cTn id="26" dur="1000" fill="hold"/>
                                        <p:tgtEl>
                                          <p:spTgt spid="9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7"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1</a:t>
                  </a:r>
                  <a:endParaRPr lang="zh-CN" altLang="en-US" sz="1800">
                    <a:solidFill>
                      <a:schemeClr val="bg1"/>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6660232"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3" name="Text Box 13">
            <a:extLst>
              <a:ext uri="{FF2B5EF4-FFF2-40B4-BE49-F238E27FC236}">
                <a16:creationId xmlns:a16="http://schemas.microsoft.com/office/drawing/2014/main" id="{91C73C7C-C007-C613-C5AC-8EE1A624599A}"/>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0119708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6660232"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3" name="Text Box 13">
            <a:extLst>
              <a:ext uri="{FF2B5EF4-FFF2-40B4-BE49-F238E27FC236}">
                <a16:creationId xmlns:a16="http://schemas.microsoft.com/office/drawing/2014/main" id="{F37B165A-AD3E-8FCD-9442-E4D1A2FAA7A4}"/>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5858332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6660232"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8" name="Rectangle 80"/>
          <p:cNvSpPr>
            <a:spLocks noChangeArrowheads="1"/>
          </p:cNvSpPr>
          <p:nvPr/>
        </p:nvSpPr>
        <p:spPr bwMode="auto">
          <a:xfrm>
            <a:off x="5990191" y="3607673"/>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2</a:t>
            </a:r>
            <a:endParaRPr lang="zh-CN" altLang="en-US" sz="2400">
              <a:solidFill>
                <a:schemeClr val="bg1"/>
              </a:solidFill>
            </a:endParaRPr>
          </a:p>
        </p:txBody>
      </p:sp>
      <p:sp>
        <p:nvSpPr>
          <p:cNvPr id="3" name="Text Box 13">
            <a:extLst>
              <a:ext uri="{FF2B5EF4-FFF2-40B4-BE49-F238E27FC236}">
                <a16:creationId xmlns:a16="http://schemas.microsoft.com/office/drawing/2014/main" id="{3E54CF77-54C2-954A-A916-1D345ADCF8C0}"/>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2448903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2</a:t>
                  </a:r>
                  <a:endParaRPr lang="zh-CN" altLang="en-US" sz="1800">
                    <a:solidFill>
                      <a:schemeClr val="bg1"/>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7308304"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8" name="Rectangle 80"/>
          <p:cNvSpPr>
            <a:spLocks noChangeArrowheads="1"/>
          </p:cNvSpPr>
          <p:nvPr/>
        </p:nvSpPr>
        <p:spPr bwMode="auto">
          <a:xfrm>
            <a:off x="5990191" y="3607673"/>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2</a:t>
            </a:r>
            <a:endParaRPr lang="zh-CN" altLang="en-US" sz="2400">
              <a:solidFill>
                <a:schemeClr val="bg1"/>
              </a:solidFill>
            </a:endParaRPr>
          </a:p>
        </p:txBody>
      </p:sp>
      <p:sp>
        <p:nvSpPr>
          <p:cNvPr id="3" name="Text Box 13">
            <a:extLst>
              <a:ext uri="{FF2B5EF4-FFF2-40B4-BE49-F238E27FC236}">
                <a16:creationId xmlns:a16="http://schemas.microsoft.com/office/drawing/2014/main" id="{63B3F4D0-7DEC-B03E-68BC-34109F14012D}"/>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1113578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7308304"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8" name="Rectangle 80"/>
          <p:cNvSpPr>
            <a:spLocks noChangeArrowheads="1"/>
          </p:cNvSpPr>
          <p:nvPr/>
        </p:nvSpPr>
        <p:spPr bwMode="auto">
          <a:xfrm>
            <a:off x="5990191" y="3607673"/>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2</a:t>
            </a:r>
            <a:endParaRPr lang="zh-CN" altLang="en-US" sz="2400">
              <a:solidFill>
                <a:schemeClr val="bg1"/>
              </a:solidFill>
            </a:endParaRPr>
          </a:p>
        </p:txBody>
      </p:sp>
      <p:sp>
        <p:nvSpPr>
          <p:cNvPr id="3" name="Text Box 13">
            <a:extLst>
              <a:ext uri="{FF2B5EF4-FFF2-40B4-BE49-F238E27FC236}">
                <a16:creationId xmlns:a16="http://schemas.microsoft.com/office/drawing/2014/main" id="{86CBD769-D272-4208-4168-626E4D91C1F7}"/>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9740276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Line 78"/>
          <p:cNvSpPr>
            <a:spLocks noChangeShapeType="1"/>
          </p:cNvSpPr>
          <p:nvPr/>
        </p:nvSpPr>
        <p:spPr bwMode="auto">
          <a:xfrm>
            <a:off x="7740352" y="34702"/>
            <a:ext cx="0" cy="3048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8" name="Rectangle 80"/>
          <p:cNvSpPr>
            <a:spLocks noChangeArrowheads="1"/>
          </p:cNvSpPr>
          <p:nvPr/>
        </p:nvSpPr>
        <p:spPr bwMode="auto">
          <a:xfrm>
            <a:off x="5990191" y="3607673"/>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2</a:t>
            </a:r>
            <a:endParaRPr lang="zh-CN" altLang="en-US" sz="2400">
              <a:solidFill>
                <a:schemeClr val="bg1"/>
              </a:solidFill>
            </a:endParaRPr>
          </a:p>
        </p:txBody>
      </p:sp>
      <p:sp>
        <p:nvSpPr>
          <p:cNvPr id="3" name="Text Box 13">
            <a:extLst>
              <a:ext uri="{FF2B5EF4-FFF2-40B4-BE49-F238E27FC236}">
                <a16:creationId xmlns:a16="http://schemas.microsoft.com/office/drawing/2014/main" id="{D53B4D75-C585-E187-B916-F00DEBCEA746}"/>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7732361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8" name="Rectangle 80"/>
          <p:cNvSpPr>
            <a:spLocks noChangeArrowheads="1"/>
          </p:cNvSpPr>
          <p:nvPr/>
        </p:nvSpPr>
        <p:spPr bwMode="auto">
          <a:xfrm>
            <a:off x="5990191" y="3607673"/>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2</a:t>
            </a:r>
            <a:endParaRPr lang="zh-CN" altLang="en-US" sz="2400">
              <a:solidFill>
                <a:schemeClr val="bg1"/>
              </a:solidFill>
            </a:endParaRPr>
          </a:p>
        </p:txBody>
      </p:sp>
      <p:sp>
        <p:nvSpPr>
          <p:cNvPr id="3" name="Text Box 13">
            <a:extLst>
              <a:ext uri="{FF2B5EF4-FFF2-40B4-BE49-F238E27FC236}">
                <a16:creationId xmlns:a16="http://schemas.microsoft.com/office/drawing/2014/main" id="{29DADD02-1909-E381-79EA-C8C4E85E2572}"/>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4258292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3" name="Text Box 13">
            <a:extLst>
              <a:ext uri="{FF2B5EF4-FFF2-40B4-BE49-F238E27FC236}">
                <a16:creationId xmlns:a16="http://schemas.microsoft.com/office/drawing/2014/main" id="{04D5608E-5A3D-9C65-A162-071F7C1D1367}"/>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1899845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36200507-D18F-6F15-90F7-B95F9EC6A98E}"/>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0245170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2</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5956485"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A2234E2E-B5A0-A291-600C-79D26B8EB6C6}"/>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3602519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5956485"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F404070A-B667-A053-3066-488AB7BEBFB4}"/>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3871354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6660232"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1AD77677-6489-1989-F41A-841D22F7C12B}"/>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0613986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6660232"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4DD7E303-3DD5-F052-BF66-BD6746467CCE}"/>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0605933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6660232"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 name="Rectangle 81"/>
          <p:cNvSpPr>
            <a:spLocks noChangeArrowheads="1"/>
          </p:cNvSpPr>
          <p:nvPr/>
        </p:nvSpPr>
        <p:spPr bwMode="auto">
          <a:xfrm>
            <a:off x="5980512" y="3608462"/>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1</a:t>
            </a:r>
            <a:endParaRPr lang="zh-CN" altLang="en-US" sz="2400">
              <a:solidFill>
                <a:schemeClr val="bg1"/>
              </a:solidFill>
            </a:endParaRPr>
          </a:p>
        </p:txBody>
      </p:sp>
      <p:sp>
        <p:nvSpPr>
          <p:cNvPr id="3" name="Text Box 13">
            <a:extLst>
              <a:ext uri="{FF2B5EF4-FFF2-40B4-BE49-F238E27FC236}">
                <a16:creationId xmlns:a16="http://schemas.microsoft.com/office/drawing/2014/main" id="{2AF675C8-7227-00A9-83FD-E40ECE385BDC}"/>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2889743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Line 78"/>
          <p:cNvSpPr>
            <a:spLocks noChangeShapeType="1"/>
          </p:cNvSpPr>
          <p:nvPr/>
        </p:nvSpPr>
        <p:spPr bwMode="auto">
          <a:xfrm>
            <a:off x="7092280" y="533219"/>
            <a:ext cx="0" cy="277091"/>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9" name="Rectangle 81"/>
          <p:cNvSpPr>
            <a:spLocks noChangeArrowheads="1"/>
          </p:cNvSpPr>
          <p:nvPr/>
        </p:nvSpPr>
        <p:spPr bwMode="auto">
          <a:xfrm>
            <a:off x="5980512" y="3608462"/>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1</a:t>
            </a:r>
            <a:endParaRPr lang="zh-CN" altLang="en-US" sz="2400">
              <a:solidFill>
                <a:schemeClr val="bg1"/>
              </a:solidFill>
            </a:endParaRPr>
          </a:p>
        </p:txBody>
      </p:sp>
      <p:sp>
        <p:nvSpPr>
          <p:cNvPr id="3" name="Text Box 13">
            <a:extLst>
              <a:ext uri="{FF2B5EF4-FFF2-40B4-BE49-F238E27FC236}">
                <a16:creationId xmlns:a16="http://schemas.microsoft.com/office/drawing/2014/main" id="{B06D633F-3195-5D5B-4AB5-2B368BADEDC6}"/>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8447377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9" name="Rectangle 81"/>
          <p:cNvSpPr>
            <a:spLocks noChangeArrowheads="1"/>
          </p:cNvSpPr>
          <p:nvPr/>
        </p:nvSpPr>
        <p:spPr bwMode="auto">
          <a:xfrm>
            <a:off x="5980512" y="3608462"/>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1</a:t>
            </a:r>
            <a:endParaRPr lang="zh-CN" altLang="en-US" sz="2400">
              <a:solidFill>
                <a:schemeClr val="bg1"/>
              </a:solidFill>
            </a:endParaRPr>
          </a:p>
        </p:txBody>
      </p:sp>
      <p:sp>
        <p:nvSpPr>
          <p:cNvPr id="3" name="Text Box 13">
            <a:extLst>
              <a:ext uri="{FF2B5EF4-FFF2-40B4-BE49-F238E27FC236}">
                <a16:creationId xmlns:a16="http://schemas.microsoft.com/office/drawing/2014/main" id="{AE4C075F-55A0-0F2F-E75A-9BC98829F4AB}"/>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7554069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4BEBAC19-8964-C2D2-F68C-6E2F46AC4265}"/>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6419032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BEFB7A52-630A-642E-A3F3-7180A226CB6A}"/>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747270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9" name="Line 81"/>
          <p:cNvSpPr>
            <a:spLocks noChangeShapeType="1"/>
          </p:cNvSpPr>
          <p:nvPr/>
        </p:nvSpPr>
        <p:spPr bwMode="auto">
          <a:xfrm>
            <a:off x="5743076" y="499560"/>
            <a:ext cx="0" cy="228600"/>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0EEAFE9E-CEAD-7128-BEC5-ECAC913C3FE5}"/>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310107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7" name="Rectangle 79"/>
          <p:cNvSpPr>
            <a:spLocks noChangeArrowheads="1"/>
          </p:cNvSpPr>
          <p:nvPr/>
        </p:nvSpPr>
        <p:spPr bwMode="auto">
          <a:xfrm>
            <a:off x="5980512" y="3914377"/>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dirty="0">
                <a:solidFill>
                  <a:srgbClr val="FFFFFF"/>
                </a:solidFill>
              </a:rPr>
              <a:t>3</a:t>
            </a:r>
            <a:endParaRPr lang="zh-CN" altLang="en-US" sz="2400" dirty="0">
              <a:solidFill>
                <a:schemeClr val="bg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6A44A217-F16D-9148-0EDF-E10878E426CA}"/>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1613674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8E16D298-5A5C-7660-7600-21F2E377FF99}"/>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6973711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3" name="Text Box 13">
            <a:extLst>
              <a:ext uri="{FF2B5EF4-FFF2-40B4-BE49-F238E27FC236}">
                <a16:creationId xmlns:a16="http://schemas.microsoft.com/office/drawing/2014/main" id="{9FA8B0CB-7D80-B1D0-16B8-86F4A995EC41}"/>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8157593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1</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99" name="Line 81"/>
          <p:cNvSpPr>
            <a:spLocks noChangeShapeType="1"/>
          </p:cNvSpPr>
          <p:nvPr/>
        </p:nvSpPr>
        <p:spPr bwMode="auto">
          <a:xfrm>
            <a:off x="5940152" y="915566"/>
            <a:ext cx="0" cy="189257"/>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358CB8F4-9263-938B-8D32-E84733DCDC45}"/>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137457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99" name="Line 81"/>
          <p:cNvSpPr>
            <a:spLocks noChangeShapeType="1"/>
          </p:cNvSpPr>
          <p:nvPr/>
        </p:nvSpPr>
        <p:spPr bwMode="auto">
          <a:xfrm>
            <a:off x="5940152" y="915566"/>
            <a:ext cx="0" cy="189257"/>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02FA69E1-9015-2AD7-681D-A4942B622FC3}"/>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6027997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99" name="Line 81"/>
          <p:cNvSpPr>
            <a:spLocks noChangeShapeType="1"/>
          </p:cNvSpPr>
          <p:nvPr/>
        </p:nvSpPr>
        <p:spPr bwMode="auto">
          <a:xfrm>
            <a:off x="5940152" y="915566"/>
            <a:ext cx="0" cy="189257"/>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0" name="Rectangle 82"/>
          <p:cNvSpPr>
            <a:spLocks noChangeArrowheads="1"/>
          </p:cNvSpPr>
          <p:nvPr/>
        </p:nvSpPr>
        <p:spPr bwMode="auto">
          <a:xfrm>
            <a:off x="5990191" y="3955165"/>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4</a:t>
            </a:r>
            <a:endParaRPr lang="zh-CN" altLang="en-US" sz="2400">
              <a:solidFill>
                <a:schemeClr val="bg1"/>
              </a:solidFill>
            </a:endParaRPr>
          </a:p>
        </p:txBody>
      </p:sp>
      <p:sp>
        <p:nvSpPr>
          <p:cNvPr id="3" name="Text Box 13">
            <a:extLst>
              <a:ext uri="{FF2B5EF4-FFF2-40B4-BE49-F238E27FC236}">
                <a16:creationId xmlns:a16="http://schemas.microsoft.com/office/drawing/2014/main" id="{04253708-1C14-21E2-8C83-82C6174EC69F}"/>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4023811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99" name="Line 81"/>
          <p:cNvSpPr>
            <a:spLocks noChangeShapeType="1"/>
          </p:cNvSpPr>
          <p:nvPr/>
        </p:nvSpPr>
        <p:spPr bwMode="auto">
          <a:xfrm>
            <a:off x="6372200" y="915566"/>
            <a:ext cx="0" cy="189257"/>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0" name="Rectangle 82"/>
          <p:cNvSpPr>
            <a:spLocks noChangeArrowheads="1"/>
          </p:cNvSpPr>
          <p:nvPr/>
        </p:nvSpPr>
        <p:spPr bwMode="auto">
          <a:xfrm>
            <a:off x="5990191" y="3955165"/>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4</a:t>
            </a:r>
            <a:endParaRPr lang="zh-CN" altLang="en-US" sz="2400">
              <a:solidFill>
                <a:schemeClr val="bg1"/>
              </a:solidFill>
            </a:endParaRPr>
          </a:p>
        </p:txBody>
      </p:sp>
      <p:sp>
        <p:nvSpPr>
          <p:cNvPr id="3" name="Text Box 13">
            <a:extLst>
              <a:ext uri="{FF2B5EF4-FFF2-40B4-BE49-F238E27FC236}">
                <a16:creationId xmlns:a16="http://schemas.microsoft.com/office/drawing/2014/main" id="{888A82EA-4129-A1C2-DF7B-409872C7B3F8}"/>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12994897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99" name="Line 81"/>
          <p:cNvSpPr>
            <a:spLocks noChangeShapeType="1"/>
          </p:cNvSpPr>
          <p:nvPr/>
        </p:nvSpPr>
        <p:spPr bwMode="auto">
          <a:xfrm>
            <a:off x="6372200" y="915566"/>
            <a:ext cx="0" cy="189257"/>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00" name="Rectangle 82"/>
          <p:cNvSpPr>
            <a:spLocks noChangeArrowheads="1"/>
          </p:cNvSpPr>
          <p:nvPr/>
        </p:nvSpPr>
        <p:spPr bwMode="auto">
          <a:xfrm>
            <a:off x="5990191" y="3955165"/>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4</a:t>
            </a:r>
            <a:endParaRPr lang="zh-CN" altLang="en-US" sz="2400">
              <a:solidFill>
                <a:schemeClr val="bg1"/>
              </a:solidFill>
            </a:endParaRPr>
          </a:p>
        </p:txBody>
      </p:sp>
      <p:sp>
        <p:nvSpPr>
          <p:cNvPr id="3" name="Text Box 13">
            <a:extLst>
              <a:ext uri="{FF2B5EF4-FFF2-40B4-BE49-F238E27FC236}">
                <a16:creationId xmlns:a16="http://schemas.microsoft.com/office/drawing/2014/main" id="{9076567F-DC83-A780-C5AE-4ABB9D6097B2}"/>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9878667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100" name="Rectangle 82"/>
          <p:cNvSpPr>
            <a:spLocks noChangeArrowheads="1"/>
          </p:cNvSpPr>
          <p:nvPr/>
        </p:nvSpPr>
        <p:spPr bwMode="auto">
          <a:xfrm>
            <a:off x="5990191" y="3955165"/>
            <a:ext cx="1143000" cy="304800"/>
          </a:xfrm>
          <a:prstGeom prst="rect">
            <a:avLst/>
          </a:prstGeom>
          <a:solidFill>
            <a:srgbClr val="000000"/>
          </a:solidFill>
          <a:ln w="9525">
            <a:solidFill>
              <a:srgbClr val="FFFFFF"/>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a:solidFill>
                  <a:srgbClr val="FFFFFF"/>
                </a:solidFill>
              </a:rPr>
              <a:t>4</a:t>
            </a:r>
            <a:endParaRPr lang="zh-CN" altLang="en-US" sz="2400">
              <a:solidFill>
                <a:schemeClr val="bg1"/>
              </a:solidFill>
            </a:endParaRPr>
          </a:p>
        </p:txBody>
      </p:sp>
      <p:sp>
        <p:nvSpPr>
          <p:cNvPr id="3" name="Text Box 13">
            <a:extLst>
              <a:ext uri="{FF2B5EF4-FFF2-40B4-BE49-F238E27FC236}">
                <a16:creationId xmlns:a16="http://schemas.microsoft.com/office/drawing/2014/main" id="{DDCA2B7B-9AB1-CB63-4543-425B7DB57601}"/>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210991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3" name="Text Box 13">
            <a:extLst>
              <a:ext uri="{FF2B5EF4-FFF2-40B4-BE49-F238E27FC236}">
                <a16:creationId xmlns:a16="http://schemas.microsoft.com/office/drawing/2014/main" id="{4F2C6C2A-2FF7-CC43-3FB6-FB7EFA8DB01D}"/>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3260471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100" name="Text Box 81"/>
          <p:cNvSpPr txBox="1">
            <a:spLocks noChangeArrowheads="1"/>
          </p:cNvSpPr>
          <p:nvPr/>
        </p:nvSpPr>
        <p:spPr bwMode="auto">
          <a:xfrm>
            <a:off x="4329201" y="4556316"/>
            <a:ext cx="37020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5</a:t>
            </a:r>
            <a:endParaRPr kumimoji="1" lang="zh-CN" altLang="en-US" sz="2400" b="0" dirty="0">
              <a:solidFill>
                <a:schemeClr val="tx1"/>
              </a:solidFill>
            </a:endParaRPr>
          </a:p>
        </p:txBody>
      </p:sp>
      <p:sp>
        <p:nvSpPr>
          <p:cNvPr id="3" name="Text Box 13">
            <a:extLst>
              <a:ext uri="{FF2B5EF4-FFF2-40B4-BE49-F238E27FC236}">
                <a16:creationId xmlns:a16="http://schemas.microsoft.com/office/drawing/2014/main" id="{872C57E3-7BF9-1FB7-AA45-4484770C965D}"/>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791240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sp>
        <p:nvSpPr>
          <p:cNvPr id="165896" name="Text Box 78"/>
          <p:cNvSpPr txBox="1">
            <a:spLocks noChangeArrowheads="1"/>
          </p:cNvSpPr>
          <p:nvPr/>
        </p:nvSpPr>
        <p:spPr bwMode="auto">
          <a:xfrm>
            <a:off x="6343653" y="4229102"/>
            <a:ext cx="416719" cy="369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800">
                <a:solidFill>
                  <a:srgbClr val="3333FF"/>
                </a:solidFill>
              </a:rPr>
              <a:t>栈</a:t>
            </a:r>
            <a:endParaRPr kumimoji="1" lang="zh-CN" altLang="en-US" sz="1800" b="0">
              <a:solidFill>
                <a:schemeClr val="tx1"/>
              </a:solidFill>
            </a:endParaRPr>
          </a:p>
        </p:txBody>
      </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94" name="Text Box 77"/>
          <p:cNvSpPr txBox="1">
            <a:spLocks noChangeArrowheads="1"/>
          </p:cNvSpPr>
          <p:nvPr/>
        </p:nvSpPr>
        <p:spPr bwMode="auto">
          <a:xfrm>
            <a:off x="2950128"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6</a:t>
            </a:r>
            <a:endParaRPr kumimoji="1" lang="zh-CN" altLang="en-US" sz="2400" b="0" dirty="0">
              <a:solidFill>
                <a:schemeClr val="tx1"/>
              </a:solidFill>
            </a:endParaRPr>
          </a:p>
        </p:txBody>
      </p:sp>
      <p:sp>
        <p:nvSpPr>
          <p:cNvPr id="95" name="Text Box 77"/>
          <p:cNvSpPr txBox="1">
            <a:spLocks noChangeArrowheads="1"/>
          </p:cNvSpPr>
          <p:nvPr/>
        </p:nvSpPr>
        <p:spPr bwMode="auto">
          <a:xfrm>
            <a:off x="3236792" y="4556316"/>
            <a:ext cx="336550" cy="502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1</a:t>
            </a:r>
            <a:endParaRPr kumimoji="1" lang="zh-CN" altLang="en-US" sz="2400" b="0" dirty="0">
              <a:solidFill>
                <a:schemeClr val="tx1"/>
              </a:solidFill>
            </a:endParaRPr>
          </a:p>
        </p:txBody>
      </p:sp>
      <p:sp>
        <p:nvSpPr>
          <p:cNvPr id="96" name="Text Box 79"/>
          <p:cNvSpPr txBox="1">
            <a:spLocks noChangeArrowheads="1"/>
          </p:cNvSpPr>
          <p:nvPr/>
        </p:nvSpPr>
        <p:spPr bwMode="auto">
          <a:xfrm>
            <a:off x="3532639" y="4567591"/>
            <a:ext cx="30595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3</a:t>
            </a:r>
            <a:endParaRPr kumimoji="1" lang="zh-CN" altLang="en-US" sz="2400" b="0" dirty="0">
              <a:solidFill>
                <a:schemeClr val="tx1"/>
              </a:solidFill>
            </a:endParaRPr>
          </a:p>
        </p:txBody>
      </p:sp>
      <p:sp>
        <p:nvSpPr>
          <p:cNvPr id="98" name="Text Box 80"/>
          <p:cNvSpPr txBox="1">
            <a:spLocks noChangeArrowheads="1"/>
          </p:cNvSpPr>
          <p:nvPr/>
        </p:nvSpPr>
        <p:spPr bwMode="auto">
          <a:xfrm>
            <a:off x="3778803"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2</a:t>
            </a:r>
            <a:endParaRPr kumimoji="1" lang="zh-CN" altLang="en-US" sz="2400" b="0" dirty="0">
              <a:solidFill>
                <a:schemeClr val="tx1"/>
              </a:solidFill>
            </a:endParaRPr>
          </a:p>
        </p:txBody>
      </p:sp>
      <p:sp>
        <p:nvSpPr>
          <p:cNvPr id="97" name="Text Box 80"/>
          <p:cNvSpPr txBox="1">
            <a:spLocks noChangeArrowheads="1"/>
          </p:cNvSpPr>
          <p:nvPr/>
        </p:nvSpPr>
        <p:spPr bwMode="auto">
          <a:xfrm>
            <a:off x="4050071" y="4567591"/>
            <a:ext cx="336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a:solidFill>
                  <a:srgbClr val="FF0000"/>
                </a:solidFill>
              </a:rPr>
              <a:t>4</a:t>
            </a:r>
            <a:endParaRPr kumimoji="1" lang="zh-CN" altLang="en-US" sz="2400" b="0">
              <a:solidFill>
                <a:schemeClr val="tx1"/>
              </a:solidFill>
            </a:endParaRPr>
          </a:p>
        </p:txBody>
      </p:sp>
      <p:sp>
        <p:nvSpPr>
          <p:cNvPr id="100" name="Text Box 81"/>
          <p:cNvSpPr txBox="1">
            <a:spLocks noChangeArrowheads="1"/>
          </p:cNvSpPr>
          <p:nvPr/>
        </p:nvSpPr>
        <p:spPr bwMode="auto">
          <a:xfrm>
            <a:off x="4329201" y="4556316"/>
            <a:ext cx="37020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2400" dirty="0">
                <a:solidFill>
                  <a:srgbClr val="FF0000"/>
                </a:solidFill>
              </a:rPr>
              <a:t>5</a:t>
            </a:r>
            <a:endParaRPr kumimoji="1" lang="zh-CN" altLang="en-US" sz="2400" b="0" dirty="0">
              <a:solidFill>
                <a:schemeClr val="tx1"/>
              </a:solidFill>
            </a:endParaRPr>
          </a:p>
        </p:txBody>
      </p:sp>
      <p:sp>
        <p:nvSpPr>
          <p:cNvPr id="99" name="Line 82"/>
          <p:cNvSpPr>
            <a:spLocks noChangeShapeType="1"/>
          </p:cNvSpPr>
          <p:nvPr/>
        </p:nvSpPr>
        <p:spPr bwMode="auto">
          <a:xfrm>
            <a:off x="5724128" y="1213989"/>
            <a:ext cx="0" cy="20781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 name="Text Box 13">
            <a:extLst>
              <a:ext uri="{FF2B5EF4-FFF2-40B4-BE49-F238E27FC236}">
                <a16:creationId xmlns:a16="http://schemas.microsoft.com/office/drawing/2014/main" id="{90854A73-5BCA-C141-7968-B7B415627CE2}"/>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1236264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38234" y="39039"/>
            <a:ext cx="4716356" cy="46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nSpc>
                <a:spcPts val="1500"/>
              </a:lnSpc>
              <a:spcBef>
                <a:spcPts val="0"/>
              </a:spcBef>
            </a:pP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ALGprah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TopSort</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LinkStack</a:t>
            </a:r>
            <a:r>
              <a:rPr lang="en-US" altLang="zh-CN" sz="1500" b="0" dirty="0">
                <a:solidFill>
                  <a:srgbClr val="002060"/>
                </a:solidFill>
                <a:ea typeface="Arial Unicode MS" panose="020B0604020202020204" pitchFamily="34" charset="-122"/>
                <a:cs typeface="Times New Roman" panose="02020603050405020304" pitchFamily="18" charset="0"/>
              </a:rPr>
              <a:t> s;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i,j,k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ArcNode</a:t>
            </a:r>
            <a:r>
              <a:rPr lang="en-US" altLang="zh-CN" sz="1500" b="0" dirty="0">
                <a:solidFill>
                  <a:srgbClr val="002060"/>
                </a:solidFill>
                <a:ea typeface="Arial Unicode MS" panose="020B0604020202020204" pitchFamily="34" charset="-122"/>
                <a:cs typeface="Times New Roman" panose="02020603050405020304" pitchFamily="18" charset="0"/>
              </a:rPr>
              <a:t> *p;</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MaxVex</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findindegree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for(</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=0;i&lt;</a:t>
            </a:r>
            <a:r>
              <a:rPr lang="en-US" altLang="zh-CN" sz="1500" b="0" dirty="0" err="1">
                <a:solidFill>
                  <a:srgbClr val="002060"/>
                </a:solidFill>
                <a:ea typeface="Arial Unicode MS" panose="020B0604020202020204" pitchFamily="34" charset="-122"/>
                <a:cs typeface="Times New Roman" panose="02020603050405020304" pitchFamily="18" charset="0"/>
              </a:rPr>
              <a:t>ag.vexnum;i</a:t>
            </a: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]==0)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i</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int</a:t>
            </a:r>
            <a:r>
              <a:rPr lang="en-US" altLang="zh-CN" sz="1500" b="0" dirty="0">
                <a:solidFill>
                  <a:srgbClr val="002060"/>
                </a:solidFill>
                <a:ea typeface="Arial Unicode MS" panose="020B0604020202020204" pitchFamily="34" charset="-122"/>
                <a:cs typeface="Times New Roman" panose="02020603050405020304" pitchFamily="18" charset="0"/>
              </a:rPr>
              <a:t> count=0;</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while(!</a:t>
            </a:r>
            <a:r>
              <a:rPr lang="en-US" altLang="zh-CN" sz="1500" b="0" dirty="0" err="1">
                <a:solidFill>
                  <a:srgbClr val="002060"/>
                </a:solidFill>
                <a:ea typeface="Arial Unicode MS" panose="020B0604020202020204" pitchFamily="34" charset="-122"/>
                <a:cs typeface="Times New Roman" panose="02020603050405020304" pitchFamily="18" charset="0"/>
              </a:rPr>
              <a:t>s.EmptyStack</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s.Pop</a:t>
            </a:r>
            <a:r>
              <a:rPr lang="en-US" altLang="zh-CN" sz="1500" b="0" dirty="0">
                <a:solidFill>
                  <a:srgbClr val="002060"/>
                </a:solidFill>
                <a:ea typeface="Arial Unicode MS" panose="020B0604020202020204" pitchFamily="34" charset="-122"/>
                <a:cs typeface="Times New Roman" panose="02020603050405020304" pitchFamily="18" charset="0"/>
              </a:rPr>
              <a:t>(j);</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cout</a:t>
            </a:r>
            <a:r>
              <a:rPr lang="en-US" altLang="zh-CN" sz="1500" b="0" dirty="0">
                <a:solidFill>
                  <a:srgbClr val="002060"/>
                </a:solidFill>
                <a:ea typeface="Arial Unicode MS" panose="020B0604020202020204" pitchFamily="34" charset="-122"/>
                <a:cs typeface="Times New Roman" panose="02020603050405020304" pitchFamily="18" charset="0"/>
              </a:rPr>
              <a:t>&lt;&lt;</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[j].data;</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spcBef>
                <a:spcPts val="0"/>
              </a:spcBef>
            </a:pPr>
            <a:r>
              <a:rPr lang="en-US" altLang="zh-CN" sz="1500" b="0" dirty="0">
                <a:solidFill>
                  <a:srgbClr val="002060"/>
                </a:solidFill>
                <a:ea typeface="Arial Unicode MS" panose="020B0604020202020204" pitchFamily="34" charset="-122"/>
                <a:cs typeface="Times New Roman" panose="02020603050405020304" pitchFamily="18" charset="0"/>
              </a:rPr>
              <a:t>     count++;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for(p=</a:t>
            </a:r>
            <a:r>
              <a:rPr lang="en-US" altLang="zh-CN" sz="1500" b="0" dirty="0" err="1">
                <a:solidFill>
                  <a:srgbClr val="002060"/>
                </a:solidFill>
                <a:ea typeface="Arial Unicode MS" panose="020B0604020202020204" pitchFamily="34" charset="-122"/>
                <a:cs typeface="Times New Roman" panose="02020603050405020304" pitchFamily="18" charset="0"/>
              </a:rPr>
              <a:t>ag.vertices</a:t>
            </a:r>
            <a:r>
              <a:rPr lang="en-US" altLang="zh-CN" sz="1500" b="0" dirty="0">
                <a:solidFill>
                  <a:srgbClr val="002060"/>
                </a:solidFill>
                <a:ea typeface="Arial Unicode MS" panose="020B0604020202020204" pitchFamily="34" charset="-122"/>
                <a:cs typeface="Times New Roman" panose="02020603050405020304" pitchFamily="18" charset="0"/>
              </a:rPr>
              <a:t>[j].</a:t>
            </a:r>
            <a:r>
              <a:rPr lang="en-US" altLang="zh-CN" sz="1500" b="0" dirty="0" err="1">
                <a:solidFill>
                  <a:srgbClr val="002060"/>
                </a:solidFill>
                <a:ea typeface="Arial Unicode MS" panose="020B0604020202020204" pitchFamily="34" charset="-122"/>
                <a:cs typeface="Times New Roman" panose="02020603050405020304" pitchFamily="18" charset="0"/>
              </a:rPr>
              <a:t>firstarc;p</a:t>
            </a:r>
            <a:r>
              <a:rPr lang="en-US" altLang="zh-CN" sz="1500" b="0" dirty="0">
                <a:solidFill>
                  <a:srgbClr val="002060"/>
                </a:solidFill>
                <a:ea typeface="Arial Unicode MS" panose="020B0604020202020204" pitchFamily="34" charset="-122"/>
                <a:cs typeface="Times New Roman" panose="02020603050405020304" pitchFamily="18" charset="0"/>
              </a:rPr>
              <a:t>!=</a:t>
            </a:r>
            <a:r>
              <a:rPr lang="en-US" altLang="zh-CN" sz="1500" b="0" dirty="0" err="1">
                <a:solidFill>
                  <a:srgbClr val="002060"/>
                </a:solidFill>
                <a:ea typeface="Arial Unicode MS" panose="020B0604020202020204" pitchFamily="34" charset="-122"/>
                <a:cs typeface="Times New Roman" panose="02020603050405020304" pitchFamily="18" charset="0"/>
              </a:rPr>
              <a:t>NULL;p</a:t>
            </a:r>
            <a:r>
              <a:rPr lang="en-US" altLang="zh-CN" sz="1500" b="0" dirty="0">
                <a:solidFill>
                  <a:srgbClr val="002060"/>
                </a:solidFill>
                <a:ea typeface="Arial Unicode MS" panose="020B0604020202020204" pitchFamily="34" charset="-122"/>
                <a:cs typeface="Times New Roman" panose="02020603050405020304" pitchFamily="18" charset="0"/>
              </a:rPr>
              <a:t>=p-&gt;</a:t>
            </a:r>
            <a:r>
              <a:rPr lang="en-US" altLang="zh-CN" sz="1500" b="0" dirty="0" err="1">
                <a:solidFill>
                  <a:srgbClr val="002060"/>
                </a:solidFill>
                <a:ea typeface="Arial Unicode MS" panose="020B0604020202020204" pitchFamily="34" charset="-122"/>
                <a:cs typeface="Times New Roman" panose="02020603050405020304" pitchFamily="18" charset="0"/>
              </a:rPr>
              <a:t>nextarc</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k=p-&gt;</a:t>
            </a:r>
            <a:r>
              <a:rPr lang="en-US" altLang="zh-CN" sz="1500" b="0" dirty="0" err="1">
                <a:solidFill>
                  <a:srgbClr val="002060"/>
                </a:solidFill>
                <a:ea typeface="Arial Unicode MS" panose="020B0604020202020204" pitchFamily="34" charset="-122"/>
                <a:cs typeface="Times New Roman" panose="02020603050405020304" pitchFamily="18" charset="0"/>
              </a:rPr>
              <a:t>adjvex</a:t>
            </a:r>
            <a:r>
              <a:rPr lang="en-US" altLang="zh-CN" sz="1500" b="0" dirty="0">
                <a:solidFill>
                  <a:srgbClr val="002060"/>
                </a:solidFill>
                <a:ea typeface="Arial Unicode MS" panose="020B0604020202020204" pitchFamily="34" charset="-122"/>
                <a:cs typeface="Times New Roman" panose="02020603050405020304" pitchFamily="18" charset="0"/>
              </a:rPr>
              <a:t>;</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if(</a:t>
            </a:r>
            <a:r>
              <a:rPr lang="en-US" altLang="zh-CN" sz="1500" b="0" dirty="0" err="1">
                <a:solidFill>
                  <a:srgbClr val="002060"/>
                </a:solidFill>
                <a:ea typeface="Arial Unicode MS" panose="020B0604020202020204" pitchFamily="34" charset="-122"/>
                <a:cs typeface="Times New Roman" panose="02020603050405020304" pitchFamily="18" charset="0"/>
              </a:rPr>
              <a:t>indegree</a:t>
            </a:r>
            <a:r>
              <a:rPr lang="en-US" altLang="zh-CN" sz="1500" b="0" dirty="0">
                <a:solidFill>
                  <a:srgbClr val="002060"/>
                </a:solidFill>
                <a:ea typeface="Arial Unicode MS" panose="020B0604020202020204" pitchFamily="34" charset="-122"/>
                <a:cs typeface="Times New Roman" panose="02020603050405020304" pitchFamily="18" charset="0"/>
              </a:rPr>
              <a:t>[k]==0)               //</a:t>
            </a:r>
            <a:r>
              <a:rPr lang="zh-CN" altLang="zh-CN" sz="1500" b="0" dirty="0">
                <a:solidFill>
                  <a:srgbClr val="002060"/>
                </a:solidFill>
                <a:ea typeface="Arial Unicode MS" panose="020B0604020202020204" pitchFamily="34" charset="-122"/>
                <a:cs typeface="Times New Roman" panose="02020603050405020304" pitchFamily="18" charset="0"/>
              </a:rPr>
              <a:t>入度为</a:t>
            </a:r>
            <a:r>
              <a:rPr lang="en-US" altLang="zh-CN" sz="1500" b="0" dirty="0">
                <a:solidFill>
                  <a:srgbClr val="002060"/>
                </a:solidFill>
                <a:ea typeface="Arial Unicode MS" panose="020B0604020202020204" pitchFamily="34" charset="-122"/>
                <a:cs typeface="Times New Roman" panose="02020603050405020304" pitchFamily="18" charset="0"/>
              </a:rPr>
              <a:t>0</a:t>
            </a:r>
            <a:r>
              <a:rPr lang="zh-CN" altLang="zh-CN" sz="1500" b="0" dirty="0">
                <a:solidFill>
                  <a:srgbClr val="002060"/>
                </a:solidFill>
                <a:ea typeface="Arial Unicode MS" panose="020B0604020202020204" pitchFamily="34" charset="-122"/>
                <a:cs typeface="Times New Roman" panose="02020603050405020304" pitchFamily="18" charset="0"/>
              </a:rPr>
              <a:t>的顶点入栈</a:t>
            </a: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r>
              <a:rPr lang="en-US" altLang="zh-CN" sz="1500" b="0" dirty="0" err="1">
                <a:solidFill>
                  <a:srgbClr val="002060"/>
                </a:solidFill>
                <a:ea typeface="Arial Unicode MS" panose="020B0604020202020204" pitchFamily="34" charset="-122"/>
                <a:cs typeface="Times New Roman" panose="02020603050405020304" pitchFamily="18" charset="0"/>
              </a:rPr>
              <a:t>s.Push</a:t>
            </a:r>
            <a:r>
              <a:rPr lang="en-US" altLang="zh-CN" sz="1500" b="0" dirty="0">
                <a:solidFill>
                  <a:srgbClr val="002060"/>
                </a:solidFill>
                <a:ea typeface="Arial Unicode MS" panose="020B0604020202020204" pitchFamily="34" charset="-122"/>
                <a:cs typeface="Times New Roman" panose="02020603050405020304" pitchFamily="18" charset="0"/>
              </a:rPr>
              <a:t>(k);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a:lnSpc>
                <a:spcPts val="1500"/>
              </a:lnSpc>
            </a:pPr>
            <a:r>
              <a:rPr lang="en-US" altLang="zh-CN" sz="1500" b="0" dirty="0">
                <a:solidFill>
                  <a:srgbClr val="002060"/>
                </a:solidFill>
                <a:ea typeface="Arial Unicode MS" panose="020B0604020202020204" pitchFamily="34" charset="-122"/>
                <a:cs typeface="Times New Roman" panose="02020603050405020304" pitchFamily="18" charset="0"/>
              </a:rPr>
              <a:t>     }</a:t>
            </a:r>
            <a:endParaRPr lang="zh-CN" altLang="zh-CN" sz="1500" b="0" dirty="0">
              <a:solidFill>
                <a:srgbClr val="002060"/>
              </a:solidFill>
              <a:ea typeface="Arial Unicode MS" panose="020B0604020202020204" pitchFamily="34" charset="-122"/>
              <a:cs typeface="Times New Roman" panose="02020603050405020304" pitchFamily="18" charset="0"/>
            </a:endParaRPr>
          </a:p>
          <a:p>
            <a:pPr eaLnBrk="1" hangingPunct="1"/>
            <a:r>
              <a:rPr lang="en-US" altLang="zh-CN" sz="1500" dirty="0">
                <a:solidFill>
                  <a:schemeClr val="tx1"/>
                </a:solidFill>
              </a:rPr>
              <a:t>   }</a:t>
            </a:r>
          </a:p>
          <a:p>
            <a:pPr eaLnBrk="1" hangingPunct="1"/>
            <a:r>
              <a:rPr lang="en-US" altLang="zh-CN" sz="1500" dirty="0">
                <a:solidFill>
                  <a:schemeClr val="tx1"/>
                </a:solidFill>
              </a:rPr>
              <a:t>   </a:t>
            </a:r>
            <a:r>
              <a:rPr lang="en-US" altLang="zh-CN" sz="1500" b="0" dirty="0">
                <a:solidFill>
                  <a:schemeClr val="tx1"/>
                </a:solidFill>
                <a:cs typeface="Times New Roman" panose="02020603050405020304" pitchFamily="18" charset="0"/>
              </a:rPr>
              <a:t>if(count&lt;</a:t>
            </a:r>
            <a:r>
              <a:rPr lang="en-US" altLang="zh-CN" sz="1500" b="0" dirty="0" err="1">
                <a:solidFill>
                  <a:schemeClr val="tx1"/>
                </a:solidFill>
                <a:cs typeface="Times New Roman" panose="02020603050405020304" pitchFamily="18" charset="0"/>
              </a:rPr>
              <a:t>ag.vexnum</a:t>
            </a:r>
            <a:r>
              <a:rPr lang="en-US" altLang="zh-CN" sz="1500" b="0" dirty="0">
                <a:solidFill>
                  <a:schemeClr val="tx1"/>
                </a:solidFill>
                <a:cs typeface="Times New Roman" panose="02020603050405020304" pitchFamily="18" charset="0"/>
              </a:rPr>
              <a:t>) </a:t>
            </a:r>
            <a:r>
              <a:rPr lang="en-US" altLang="zh-CN" sz="1500" b="0" dirty="0" err="1">
                <a:solidFill>
                  <a:schemeClr val="tx1"/>
                </a:solidFill>
                <a:cs typeface="Times New Roman" panose="02020603050405020304" pitchFamily="18" charset="0"/>
              </a:rPr>
              <a:t>cout</a:t>
            </a:r>
            <a:r>
              <a:rPr lang="en-US" altLang="zh-CN" sz="1500" b="0" dirty="0">
                <a:solidFill>
                  <a:schemeClr val="tx1"/>
                </a:solidFill>
                <a:cs typeface="Times New Roman" panose="02020603050405020304" pitchFamily="18" charset="0"/>
              </a:rPr>
              <a:t>&lt;&lt;“</a:t>
            </a:r>
            <a:r>
              <a:rPr lang="zh-CN" altLang="zh-CN" sz="1500" b="0" dirty="0">
                <a:solidFill>
                  <a:schemeClr val="tx1"/>
                </a:solidFill>
                <a:cs typeface="Times New Roman" panose="02020603050405020304" pitchFamily="18" charset="0"/>
              </a:rPr>
              <a:t>有回路</a:t>
            </a:r>
            <a:r>
              <a:rPr lang="zh-CN" altLang="en-US" sz="1500" b="0" dirty="0">
                <a:solidFill>
                  <a:schemeClr val="tx1"/>
                </a:solidFill>
                <a:cs typeface="Times New Roman" panose="02020603050405020304" pitchFamily="18" charset="0"/>
              </a:rPr>
              <a:t>”&lt;&lt;</a:t>
            </a:r>
            <a:r>
              <a:rPr lang="en-US" altLang="zh-CN" sz="1500" b="0" dirty="0" err="1">
                <a:solidFill>
                  <a:schemeClr val="tx1"/>
                </a:solidFill>
                <a:cs typeface="Times New Roman" panose="02020603050405020304" pitchFamily="18" charset="0"/>
              </a:rPr>
              <a:t>endl</a:t>
            </a:r>
            <a:r>
              <a:rPr lang="en-US" altLang="zh-CN" sz="1500" b="0" dirty="0">
                <a:solidFill>
                  <a:schemeClr val="tx1"/>
                </a:solidFill>
                <a:cs typeface="Times New Roman" panose="02020603050405020304" pitchFamily="18" charset="0"/>
              </a:rPr>
              <a:t>;</a:t>
            </a:r>
          </a:p>
          <a:p>
            <a:pPr eaLnBrk="1" hangingPunct="1"/>
            <a:r>
              <a:rPr lang="en-US" altLang="zh-CN" sz="1500" b="0" dirty="0">
                <a:solidFill>
                  <a:schemeClr val="tx1"/>
                </a:solidFill>
                <a:cs typeface="Times New Roman" panose="02020603050405020304" pitchFamily="18" charset="0"/>
              </a:rPr>
              <a:t>}</a:t>
            </a:r>
          </a:p>
        </p:txBody>
      </p:sp>
      <p:grpSp>
        <p:nvGrpSpPr>
          <p:cNvPr id="2" name="Group 3"/>
          <p:cNvGrpSpPr>
            <a:grpSpLocks/>
          </p:cNvGrpSpPr>
          <p:nvPr/>
        </p:nvGrpSpPr>
        <p:grpSpPr bwMode="auto">
          <a:xfrm>
            <a:off x="4572157" y="2065139"/>
            <a:ext cx="3561159" cy="608410"/>
            <a:chOff x="2481" y="1477"/>
            <a:chExt cx="2991" cy="511"/>
          </a:xfrm>
        </p:grpSpPr>
        <p:grpSp>
          <p:nvGrpSpPr>
            <p:cNvPr id="165957" name="Group 4"/>
            <p:cNvGrpSpPr>
              <a:grpSpLocks/>
            </p:cNvGrpSpPr>
            <p:nvPr/>
          </p:nvGrpSpPr>
          <p:grpSpPr bwMode="auto">
            <a:xfrm>
              <a:off x="2570" y="1477"/>
              <a:ext cx="2902" cy="310"/>
              <a:chOff x="362" y="3733"/>
              <a:chExt cx="2902" cy="310"/>
            </a:xfrm>
          </p:grpSpPr>
          <p:grpSp>
            <p:nvGrpSpPr>
              <p:cNvPr id="165959" name="Group 5"/>
              <p:cNvGrpSpPr>
                <a:grpSpLocks/>
              </p:cNvGrpSpPr>
              <p:nvPr/>
            </p:nvGrpSpPr>
            <p:grpSpPr bwMode="auto">
              <a:xfrm>
                <a:off x="1248" y="3792"/>
                <a:ext cx="2016" cy="192"/>
                <a:chOff x="1392" y="3888"/>
                <a:chExt cx="2016" cy="192"/>
              </a:xfrm>
            </p:grpSpPr>
            <p:sp>
              <p:nvSpPr>
                <p:cNvPr id="165961" name="Rectangle 6"/>
                <p:cNvSpPr>
                  <a:spLocks noChangeArrowheads="1"/>
                </p:cNvSpPr>
                <p:nvPr/>
              </p:nvSpPr>
              <p:spPr bwMode="auto">
                <a:xfrm>
                  <a:off x="139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2" name="Rectangle 7"/>
                <p:cNvSpPr>
                  <a:spLocks noChangeArrowheads="1"/>
                </p:cNvSpPr>
                <p:nvPr/>
              </p:nvSpPr>
              <p:spPr bwMode="auto">
                <a:xfrm>
                  <a:off x="1728"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3" name="Rectangle 8"/>
                <p:cNvSpPr>
                  <a:spLocks noChangeArrowheads="1"/>
                </p:cNvSpPr>
                <p:nvPr/>
              </p:nvSpPr>
              <p:spPr bwMode="auto">
                <a:xfrm>
                  <a:off x="2400"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4" name="Rectangle 9"/>
                <p:cNvSpPr>
                  <a:spLocks noChangeArrowheads="1"/>
                </p:cNvSpPr>
                <p:nvPr/>
              </p:nvSpPr>
              <p:spPr bwMode="auto">
                <a:xfrm>
                  <a:off x="3072"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rgbClr val="FFFFFF"/>
                      </a:solidFill>
                    </a:rPr>
                    <a:t>0</a:t>
                  </a:r>
                  <a:endParaRPr lang="zh-CN" altLang="en-US" sz="1800">
                    <a:solidFill>
                      <a:schemeClr val="bg1"/>
                    </a:solidFill>
                  </a:endParaRPr>
                </a:p>
              </p:txBody>
            </p:sp>
            <p:sp>
              <p:nvSpPr>
                <p:cNvPr id="165965" name="Rectangle 10"/>
                <p:cNvSpPr>
                  <a:spLocks noChangeArrowheads="1"/>
                </p:cNvSpPr>
                <p:nvPr/>
              </p:nvSpPr>
              <p:spPr bwMode="auto">
                <a:xfrm>
                  <a:off x="2736"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sp>
              <p:nvSpPr>
                <p:cNvPr id="165966" name="Rectangle 11"/>
                <p:cNvSpPr>
                  <a:spLocks noChangeArrowheads="1"/>
                </p:cNvSpPr>
                <p:nvPr/>
              </p:nvSpPr>
              <p:spPr bwMode="auto">
                <a:xfrm>
                  <a:off x="2064" y="3888"/>
                  <a:ext cx="336" cy="192"/>
                </a:xfrm>
                <a:prstGeom prst="rect">
                  <a:avLst/>
                </a:prstGeom>
                <a:solidFill>
                  <a:schemeClr val="tx1"/>
                </a:solidFill>
                <a:ln w="9525">
                  <a:solidFill>
                    <a:schemeClr val="bg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500" dirty="0">
                      <a:solidFill>
                        <a:schemeClr val="accent4"/>
                      </a:solidFill>
                    </a:rPr>
                    <a:t>0</a:t>
                  </a:r>
                  <a:endParaRPr lang="zh-CN" altLang="en-US" sz="1800" dirty="0">
                    <a:solidFill>
                      <a:schemeClr val="accent4"/>
                    </a:solidFill>
                  </a:endParaRPr>
                </a:p>
              </p:txBody>
            </p:sp>
          </p:grpSp>
          <p:sp>
            <p:nvSpPr>
              <p:cNvPr id="165960" name="Text Box 12"/>
              <p:cNvSpPr txBox="1">
                <a:spLocks noChangeArrowheads="1"/>
              </p:cNvSpPr>
              <p:nvPr/>
            </p:nvSpPr>
            <p:spPr bwMode="auto">
              <a:xfrm>
                <a:off x="362" y="3733"/>
                <a:ext cx="927"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en-US" altLang="zh-CN" sz="1800">
                    <a:solidFill>
                      <a:schemeClr val="tx1"/>
                    </a:solidFill>
                  </a:rPr>
                  <a:t>indegree:</a:t>
                </a:r>
              </a:p>
            </p:txBody>
          </p:sp>
        </p:grpSp>
        <p:sp>
          <p:nvSpPr>
            <p:cNvPr id="165958" name="Text Box 13"/>
            <p:cNvSpPr txBox="1">
              <a:spLocks noChangeArrowheads="1"/>
            </p:cNvSpPr>
            <p:nvPr/>
          </p:nvSpPr>
          <p:spPr bwMode="auto">
            <a:xfrm>
              <a:off x="2481" y="1717"/>
              <a:ext cx="299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对应结点号    1      2       3      4      5      6</a:t>
              </a:r>
              <a:endParaRPr lang="zh-CN" altLang="en-US" sz="1500" dirty="0">
                <a:solidFill>
                  <a:schemeClr val="tx1"/>
                </a:solidFill>
              </a:endParaRPr>
            </a:p>
          </p:txBody>
        </p:sp>
      </p:grpSp>
      <p:grpSp>
        <p:nvGrpSpPr>
          <p:cNvPr id="5" name="Group 14"/>
          <p:cNvGrpSpPr>
            <a:grpSpLocks/>
          </p:cNvGrpSpPr>
          <p:nvPr/>
        </p:nvGrpSpPr>
        <p:grpSpPr bwMode="auto">
          <a:xfrm>
            <a:off x="4743450" y="1"/>
            <a:ext cx="2914650" cy="1785938"/>
            <a:chOff x="1968" y="1296"/>
            <a:chExt cx="2448" cy="1500"/>
          </a:xfrm>
        </p:grpSpPr>
        <p:grpSp>
          <p:nvGrpSpPr>
            <p:cNvPr id="165897" name="Group 15"/>
            <p:cNvGrpSpPr>
              <a:grpSpLocks/>
            </p:cNvGrpSpPr>
            <p:nvPr/>
          </p:nvGrpSpPr>
          <p:grpSpPr bwMode="auto">
            <a:xfrm>
              <a:off x="2112" y="1584"/>
              <a:ext cx="2304" cy="1212"/>
              <a:chOff x="2256" y="480"/>
              <a:chExt cx="2304" cy="1212"/>
            </a:xfrm>
          </p:grpSpPr>
          <p:grpSp>
            <p:nvGrpSpPr>
              <p:cNvPr id="165899" name="Group 16"/>
              <p:cNvGrpSpPr>
                <a:grpSpLocks/>
              </p:cNvGrpSpPr>
              <p:nvPr/>
            </p:nvGrpSpPr>
            <p:grpSpPr bwMode="auto">
              <a:xfrm>
                <a:off x="3024" y="864"/>
                <a:ext cx="576" cy="144"/>
                <a:chOff x="3264" y="1152"/>
                <a:chExt cx="576" cy="144"/>
              </a:xfrm>
            </p:grpSpPr>
            <p:sp>
              <p:nvSpPr>
                <p:cNvPr id="165954" name="Rectangle 17"/>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5" name="Rectangle 18"/>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6" name="Line 19"/>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0" name="Rectangle 20"/>
              <p:cNvSpPr>
                <a:spLocks noChangeArrowheads="1"/>
              </p:cNvSpPr>
              <p:nvPr/>
            </p:nvSpPr>
            <p:spPr bwMode="auto">
              <a:xfrm>
                <a:off x="3600"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01" name="Rectangle 21"/>
              <p:cNvSpPr>
                <a:spLocks noChangeArrowheads="1"/>
              </p:cNvSpPr>
              <p:nvPr/>
            </p:nvSpPr>
            <p:spPr bwMode="auto">
              <a:xfrm>
                <a:off x="3792" y="864"/>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2" name="Group 22"/>
              <p:cNvGrpSpPr>
                <a:grpSpLocks/>
              </p:cNvGrpSpPr>
              <p:nvPr/>
            </p:nvGrpSpPr>
            <p:grpSpPr bwMode="auto">
              <a:xfrm>
                <a:off x="3024" y="1104"/>
                <a:ext cx="384" cy="144"/>
                <a:chOff x="4176" y="1056"/>
                <a:chExt cx="384" cy="144"/>
              </a:xfrm>
            </p:grpSpPr>
            <p:sp>
              <p:nvSpPr>
                <p:cNvPr id="165952" name="Rectangle 23"/>
                <p:cNvSpPr>
                  <a:spLocks noChangeArrowheads="1"/>
                </p:cNvSpPr>
                <p:nvPr/>
              </p:nvSpPr>
              <p:spPr bwMode="auto">
                <a:xfrm>
                  <a:off x="4176"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3" name="Rectangle 24"/>
                <p:cNvSpPr>
                  <a:spLocks noChangeArrowheads="1"/>
                </p:cNvSpPr>
                <p:nvPr/>
              </p:nvSpPr>
              <p:spPr bwMode="auto">
                <a:xfrm>
                  <a:off x="4368" y="1056"/>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grpSp>
            <p:nvGrpSpPr>
              <p:cNvPr id="165903" name="Group 25"/>
              <p:cNvGrpSpPr>
                <a:grpSpLocks/>
              </p:cNvGrpSpPr>
              <p:nvPr/>
            </p:nvGrpSpPr>
            <p:grpSpPr bwMode="auto">
              <a:xfrm>
                <a:off x="3024" y="1488"/>
                <a:ext cx="576" cy="144"/>
                <a:chOff x="3264" y="1152"/>
                <a:chExt cx="576" cy="144"/>
              </a:xfrm>
            </p:grpSpPr>
            <p:sp>
              <p:nvSpPr>
                <p:cNvPr id="165949" name="Rectangle 26"/>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50" name="Rectangle 27"/>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51" name="Line 28"/>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04" name="Rectangle 29"/>
              <p:cNvSpPr>
                <a:spLocks noChangeArrowheads="1"/>
              </p:cNvSpPr>
              <p:nvPr/>
            </p:nvSpPr>
            <p:spPr bwMode="auto">
              <a:xfrm>
                <a:off x="3600"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05" name="Rectangle 30"/>
              <p:cNvSpPr>
                <a:spLocks noChangeArrowheads="1"/>
              </p:cNvSpPr>
              <p:nvPr/>
            </p:nvSpPr>
            <p:spPr bwMode="auto">
              <a:xfrm>
                <a:off x="3792" y="148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06" name="Group 31"/>
              <p:cNvGrpSpPr>
                <a:grpSpLocks/>
              </p:cNvGrpSpPr>
              <p:nvPr/>
            </p:nvGrpSpPr>
            <p:grpSpPr bwMode="auto">
              <a:xfrm>
                <a:off x="2256" y="480"/>
                <a:ext cx="2304" cy="1212"/>
                <a:chOff x="2256" y="480"/>
                <a:chExt cx="2304" cy="1212"/>
              </a:xfrm>
            </p:grpSpPr>
            <p:sp>
              <p:nvSpPr>
                <p:cNvPr id="165907" name="Text Box 32"/>
                <p:cNvSpPr txBox="1">
                  <a:spLocks noChangeArrowheads="1"/>
                </p:cNvSpPr>
                <p:nvPr/>
              </p:nvSpPr>
              <p:spPr bwMode="auto">
                <a:xfrm>
                  <a:off x="2256" y="1248"/>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4</a:t>
                  </a:r>
                  <a:endParaRPr kumimoji="1" lang="zh-CN" altLang="en-US" sz="1800" b="0">
                    <a:solidFill>
                      <a:schemeClr val="tx1"/>
                    </a:solidFill>
                  </a:endParaRPr>
                </a:p>
              </p:txBody>
            </p:sp>
            <p:grpSp>
              <p:nvGrpSpPr>
                <p:cNvPr id="165908" name="Group 33"/>
                <p:cNvGrpSpPr>
                  <a:grpSpLocks/>
                </p:cNvGrpSpPr>
                <p:nvPr/>
              </p:nvGrpSpPr>
              <p:grpSpPr bwMode="auto">
                <a:xfrm>
                  <a:off x="2256" y="1440"/>
                  <a:ext cx="576" cy="252"/>
                  <a:chOff x="1824" y="1152"/>
                  <a:chExt cx="576" cy="252"/>
                </a:xfrm>
              </p:grpSpPr>
              <p:grpSp>
                <p:nvGrpSpPr>
                  <p:cNvPr id="165945" name="Group 34"/>
                  <p:cNvGrpSpPr>
                    <a:grpSpLocks/>
                  </p:cNvGrpSpPr>
                  <p:nvPr/>
                </p:nvGrpSpPr>
                <p:grpSpPr bwMode="auto">
                  <a:xfrm>
                    <a:off x="2016" y="1152"/>
                    <a:ext cx="384" cy="192"/>
                    <a:chOff x="2016" y="1152"/>
                    <a:chExt cx="384" cy="192"/>
                  </a:xfrm>
                </p:grpSpPr>
                <p:sp>
                  <p:nvSpPr>
                    <p:cNvPr id="165947" name="Rectangle 3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6</a:t>
                      </a:r>
                      <a:endParaRPr kumimoji="1" lang="zh-CN" altLang="en-US" sz="1800" b="0">
                        <a:solidFill>
                          <a:schemeClr val="tx1"/>
                        </a:solidFill>
                      </a:endParaRPr>
                    </a:p>
                  </p:txBody>
                </p:sp>
                <p:sp>
                  <p:nvSpPr>
                    <p:cNvPr id="165948" name="Rectangle 3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6" name="Text Box 3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5</a:t>
                    </a:r>
                    <a:endParaRPr kumimoji="1" lang="zh-CN" altLang="en-US" sz="1800" b="0">
                      <a:solidFill>
                        <a:schemeClr val="tx1"/>
                      </a:solidFill>
                    </a:endParaRPr>
                  </a:p>
                </p:txBody>
              </p:sp>
            </p:grpSp>
            <p:grpSp>
              <p:nvGrpSpPr>
                <p:cNvPr id="165909" name="Group 38"/>
                <p:cNvGrpSpPr>
                  <a:grpSpLocks/>
                </p:cNvGrpSpPr>
                <p:nvPr/>
              </p:nvGrpSpPr>
              <p:grpSpPr bwMode="auto">
                <a:xfrm>
                  <a:off x="2256" y="480"/>
                  <a:ext cx="576" cy="252"/>
                  <a:chOff x="1824" y="1152"/>
                  <a:chExt cx="576" cy="252"/>
                </a:xfrm>
              </p:grpSpPr>
              <p:grpSp>
                <p:nvGrpSpPr>
                  <p:cNvPr id="165941" name="Group 39"/>
                  <p:cNvGrpSpPr>
                    <a:grpSpLocks/>
                  </p:cNvGrpSpPr>
                  <p:nvPr/>
                </p:nvGrpSpPr>
                <p:grpSpPr bwMode="auto">
                  <a:xfrm>
                    <a:off x="2016" y="1152"/>
                    <a:ext cx="384" cy="192"/>
                    <a:chOff x="2016" y="1152"/>
                    <a:chExt cx="384" cy="192"/>
                  </a:xfrm>
                </p:grpSpPr>
                <p:sp>
                  <p:nvSpPr>
                    <p:cNvPr id="165943" name="Rectangle 4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1</a:t>
                      </a:r>
                      <a:endParaRPr kumimoji="1" lang="zh-CN" altLang="en-US" sz="1800" b="0">
                        <a:solidFill>
                          <a:schemeClr val="tx1"/>
                        </a:solidFill>
                      </a:endParaRPr>
                    </a:p>
                  </p:txBody>
                </p:sp>
                <p:sp>
                  <p:nvSpPr>
                    <p:cNvPr id="165944" name="Rectangle 4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42" name="Text Box 4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0</a:t>
                    </a:r>
                    <a:endParaRPr kumimoji="1" lang="zh-CN" altLang="en-US" sz="1800" b="0">
                      <a:solidFill>
                        <a:schemeClr val="tx1"/>
                      </a:solidFill>
                    </a:endParaRPr>
                  </a:p>
                </p:txBody>
              </p:sp>
            </p:grpSp>
            <p:grpSp>
              <p:nvGrpSpPr>
                <p:cNvPr id="165910" name="Group 43"/>
                <p:cNvGrpSpPr>
                  <a:grpSpLocks/>
                </p:cNvGrpSpPr>
                <p:nvPr/>
              </p:nvGrpSpPr>
              <p:grpSpPr bwMode="auto">
                <a:xfrm>
                  <a:off x="2256" y="672"/>
                  <a:ext cx="576" cy="252"/>
                  <a:chOff x="1824" y="1152"/>
                  <a:chExt cx="576" cy="252"/>
                </a:xfrm>
              </p:grpSpPr>
              <p:grpSp>
                <p:nvGrpSpPr>
                  <p:cNvPr id="165937" name="Group 44"/>
                  <p:cNvGrpSpPr>
                    <a:grpSpLocks/>
                  </p:cNvGrpSpPr>
                  <p:nvPr/>
                </p:nvGrpSpPr>
                <p:grpSpPr bwMode="auto">
                  <a:xfrm>
                    <a:off x="2016" y="1152"/>
                    <a:ext cx="384" cy="192"/>
                    <a:chOff x="2016" y="1152"/>
                    <a:chExt cx="384" cy="192"/>
                  </a:xfrm>
                </p:grpSpPr>
                <p:sp>
                  <p:nvSpPr>
                    <p:cNvPr id="165939" name="Rectangle 4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40" name="Rectangle 4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38" name="Text Box 4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1</a:t>
                    </a:r>
                    <a:endParaRPr kumimoji="1" lang="zh-CN" altLang="en-US" sz="1800" b="0">
                      <a:solidFill>
                        <a:schemeClr val="tx1"/>
                      </a:solidFill>
                    </a:endParaRPr>
                  </a:p>
                </p:txBody>
              </p:sp>
            </p:grpSp>
            <p:grpSp>
              <p:nvGrpSpPr>
                <p:cNvPr id="165911" name="Group 48"/>
                <p:cNvGrpSpPr>
                  <a:grpSpLocks/>
                </p:cNvGrpSpPr>
                <p:nvPr/>
              </p:nvGrpSpPr>
              <p:grpSpPr bwMode="auto">
                <a:xfrm>
                  <a:off x="2256" y="864"/>
                  <a:ext cx="576" cy="252"/>
                  <a:chOff x="1824" y="1152"/>
                  <a:chExt cx="576" cy="252"/>
                </a:xfrm>
              </p:grpSpPr>
              <p:grpSp>
                <p:nvGrpSpPr>
                  <p:cNvPr id="165933" name="Group 49"/>
                  <p:cNvGrpSpPr>
                    <a:grpSpLocks/>
                  </p:cNvGrpSpPr>
                  <p:nvPr/>
                </p:nvGrpSpPr>
                <p:grpSpPr bwMode="auto">
                  <a:xfrm>
                    <a:off x="2016" y="1152"/>
                    <a:ext cx="384" cy="192"/>
                    <a:chOff x="2016" y="1152"/>
                    <a:chExt cx="384" cy="192"/>
                  </a:xfrm>
                </p:grpSpPr>
                <p:sp>
                  <p:nvSpPr>
                    <p:cNvPr id="165935" name="Rectangle 50"/>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36" name="Rectangle 51"/>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4" name="Text Box 52"/>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2</a:t>
                    </a:r>
                    <a:endParaRPr kumimoji="1" lang="zh-CN" altLang="en-US" sz="1800" b="0">
                      <a:solidFill>
                        <a:schemeClr val="tx1"/>
                      </a:solidFill>
                    </a:endParaRPr>
                  </a:p>
                </p:txBody>
              </p:sp>
            </p:grpSp>
            <p:grpSp>
              <p:nvGrpSpPr>
                <p:cNvPr id="165912" name="Group 53"/>
                <p:cNvGrpSpPr>
                  <a:grpSpLocks/>
                </p:cNvGrpSpPr>
                <p:nvPr/>
              </p:nvGrpSpPr>
              <p:grpSpPr bwMode="auto">
                <a:xfrm>
                  <a:off x="2256" y="1056"/>
                  <a:ext cx="576" cy="252"/>
                  <a:chOff x="1824" y="1152"/>
                  <a:chExt cx="576" cy="252"/>
                </a:xfrm>
              </p:grpSpPr>
              <p:grpSp>
                <p:nvGrpSpPr>
                  <p:cNvPr id="165929" name="Group 54"/>
                  <p:cNvGrpSpPr>
                    <a:grpSpLocks/>
                  </p:cNvGrpSpPr>
                  <p:nvPr/>
                </p:nvGrpSpPr>
                <p:grpSpPr bwMode="auto">
                  <a:xfrm>
                    <a:off x="2016" y="1152"/>
                    <a:ext cx="384" cy="192"/>
                    <a:chOff x="2016" y="1152"/>
                    <a:chExt cx="384" cy="192"/>
                  </a:xfrm>
                </p:grpSpPr>
                <p:sp>
                  <p:nvSpPr>
                    <p:cNvPr id="165931" name="Rectangle 55"/>
                    <p:cNvSpPr>
                      <a:spLocks noChangeArrowheads="1"/>
                    </p:cNvSpPr>
                    <p:nvPr/>
                  </p:nvSpPr>
                  <p:spPr bwMode="auto">
                    <a:xfrm>
                      <a:off x="2016"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32" name="Rectangle 56"/>
                    <p:cNvSpPr>
                      <a:spLocks noChangeArrowheads="1"/>
                    </p:cNvSpPr>
                    <p:nvPr/>
                  </p:nvSpPr>
                  <p:spPr bwMode="auto">
                    <a:xfrm>
                      <a:off x="2208" y="1152"/>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grpSp>
              <p:sp>
                <p:nvSpPr>
                  <p:cNvPr id="165930" name="Text Box 57"/>
                  <p:cNvSpPr txBox="1">
                    <a:spLocks noChangeArrowheads="1"/>
                  </p:cNvSpPr>
                  <p:nvPr/>
                </p:nvSpPr>
                <p:spPr bwMode="auto">
                  <a:xfrm>
                    <a:off x="1824" y="1152"/>
                    <a:ext cx="14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zh-CN" altLang="en-US" sz="1350">
                        <a:solidFill>
                          <a:schemeClr val="tx1"/>
                        </a:solidFill>
                      </a:rPr>
                      <a:t>3</a:t>
                    </a:r>
                    <a:endParaRPr kumimoji="1" lang="zh-CN" altLang="en-US" sz="1800" b="0">
                      <a:solidFill>
                        <a:schemeClr val="tx1"/>
                      </a:solidFill>
                    </a:endParaRPr>
                  </a:p>
                </p:txBody>
              </p:sp>
            </p:grpSp>
            <p:sp>
              <p:nvSpPr>
                <p:cNvPr id="165913" name="Rectangle 58"/>
                <p:cNvSpPr>
                  <a:spLocks noChangeArrowheads="1"/>
                </p:cNvSpPr>
                <p:nvPr/>
              </p:nvSpPr>
              <p:spPr bwMode="auto">
                <a:xfrm>
                  <a:off x="2448"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5</a:t>
                  </a:r>
                  <a:endParaRPr kumimoji="1" lang="zh-CN" altLang="en-US" sz="1800" b="0">
                    <a:solidFill>
                      <a:schemeClr val="tx1"/>
                    </a:solidFill>
                  </a:endParaRPr>
                </a:p>
              </p:txBody>
            </p:sp>
            <p:sp>
              <p:nvSpPr>
                <p:cNvPr id="165914" name="Rectangle 59"/>
                <p:cNvSpPr>
                  <a:spLocks noChangeArrowheads="1"/>
                </p:cNvSpPr>
                <p:nvPr/>
              </p:nvSpPr>
              <p:spPr bwMode="auto">
                <a:xfrm>
                  <a:off x="2640" y="1248"/>
                  <a:ext cx="192" cy="192"/>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nvGrpSpPr>
                <p:cNvPr id="165915" name="Group 60"/>
                <p:cNvGrpSpPr>
                  <a:grpSpLocks/>
                </p:cNvGrpSpPr>
                <p:nvPr/>
              </p:nvGrpSpPr>
              <p:grpSpPr bwMode="auto">
                <a:xfrm>
                  <a:off x="3024" y="480"/>
                  <a:ext cx="1536" cy="144"/>
                  <a:chOff x="3360" y="1248"/>
                  <a:chExt cx="1536" cy="144"/>
                </a:xfrm>
              </p:grpSpPr>
              <p:sp>
                <p:nvSpPr>
                  <p:cNvPr id="165920" name="Rectangle 61"/>
                  <p:cNvSpPr>
                    <a:spLocks noChangeArrowheads="1"/>
                  </p:cNvSpPr>
                  <p:nvPr/>
                </p:nvSpPr>
                <p:spPr bwMode="auto">
                  <a:xfrm>
                    <a:off x="3936"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3</a:t>
                    </a:r>
                    <a:endParaRPr kumimoji="1" lang="zh-CN" altLang="en-US" sz="1800" b="0">
                      <a:solidFill>
                        <a:schemeClr val="tx1"/>
                      </a:solidFill>
                    </a:endParaRPr>
                  </a:p>
                </p:txBody>
              </p:sp>
              <p:sp>
                <p:nvSpPr>
                  <p:cNvPr id="165921" name="Rectangle 62"/>
                  <p:cNvSpPr>
                    <a:spLocks noChangeArrowheads="1"/>
                  </p:cNvSpPr>
                  <p:nvPr/>
                </p:nvSpPr>
                <p:spPr bwMode="auto">
                  <a:xfrm>
                    <a:off x="4128"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2" name="Line 63"/>
                  <p:cNvSpPr>
                    <a:spLocks noChangeShapeType="1"/>
                  </p:cNvSpPr>
                  <p:nvPr/>
                </p:nvSpPr>
                <p:spPr bwMode="auto">
                  <a:xfrm>
                    <a:off x="4272" y="1344"/>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65923" name="Group 64"/>
                  <p:cNvGrpSpPr>
                    <a:grpSpLocks/>
                  </p:cNvGrpSpPr>
                  <p:nvPr/>
                </p:nvGrpSpPr>
                <p:grpSpPr bwMode="auto">
                  <a:xfrm>
                    <a:off x="3360" y="1248"/>
                    <a:ext cx="576" cy="144"/>
                    <a:chOff x="3264" y="1152"/>
                    <a:chExt cx="576" cy="144"/>
                  </a:xfrm>
                </p:grpSpPr>
                <p:sp>
                  <p:nvSpPr>
                    <p:cNvPr id="165926" name="Rectangle 65"/>
                    <p:cNvSpPr>
                      <a:spLocks noChangeArrowheads="1"/>
                    </p:cNvSpPr>
                    <p:nvPr/>
                  </p:nvSpPr>
                  <p:spPr bwMode="auto">
                    <a:xfrm>
                      <a:off x="3264"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4</a:t>
                      </a:r>
                      <a:endParaRPr kumimoji="1" lang="zh-CN" altLang="en-US" sz="1800" b="0">
                        <a:solidFill>
                          <a:schemeClr val="tx1"/>
                        </a:solidFill>
                      </a:endParaRPr>
                    </a:p>
                  </p:txBody>
                </p:sp>
                <p:sp>
                  <p:nvSpPr>
                    <p:cNvPr id="165927" name="Rectangle 66"/>
                    <p:cNvSpPr>
                      <a:spLocks noChangeArrowheads="1"/>
                    </p:cNvSpPr>
                    <p:nvPr/>
                  </p:nvSpPr>
                  <p:spPr bwMode="auto">
                    <a:xfrm>
                      <a:off x="3456" y="1152"/>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endParaRPr lang="zh-CN" altLang="en-US" sz="1500" b="0">
                        <a:solidFill>
                          <a:schemeClr val="tx1"/>
                        </a:solidFill>
                      </a:endParaRPr>
                    </a:p>
                  </p:txBody>
                </p:sp>
                <p:sp>
                  <p:nvSpPr>
                    <p:cNvPr id="165928" name="Line 67"/>
                    <p:cNvSpPr>
                      <a:spLocks noChangeShapeType="1"/>
                    </p:cNvSpPr>
                    <p:nvPr/>
                  </p:nvSpPr>
                  <p:spPr bwMode="auto">
                    <a:xfrm>
                      <a:off x="3600" y="1248"/>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5924" name="Rectangle 68"/>
                  <p:cNvSpPr>
                    <a:spLocks noChangeArrowheads="1"/>
                  </p:cNvSpPr>
                  <p:nvPr/>
                </p:nvSpPr>
                <p:spPr bwMode="auto">
                  <a:xfrm>
                    <a:off x="4512"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kumimoji="1" lang="zh-CN" altLang="en-US" sz="1350">
                        <a:solidFill>
                          <a:schemeClr val="tx1"/>
                        </a:solidFill>
                      </a:rPr>
                      <a:t>2</a:t>
                    </a:r>
                    <a:endParaRPr kumimoji="1" lang="zh-CN" altLang="en-US" sz="1800" b="0">
                      <a:solidFill>
                        <a:schemeClr val="tx1"/>
                      </a:solidFill>
                    </a:endParaRPr>
                  </a:p>
                </p:txBody>
              </p:sp>
              <p:sp>
                <p:nvSpPr>
                  <p:cNvPr id="165925" name="Rectangle 69"/>
                  <p:cNvSpPr>
                    <a:spLocks noChangeArrowheads="1"/>
                  </p:cNvSpPr>
                  <p:nvPr/>
                </p:nvSpPr>
                <p:spPr bwMode="auto">
                  <a:xfrm>
                    <a:off x="4704" y="1248"/>
                    <a:ext cx="192" cy="144"/>
                  </a:xfrm>
                  <a:prstGeom prst="rect">
                    <a:avLst/>
                  </a:prstGeom>
                  <a:solidFill>
                    <a:schemeClr val="accent1"/>
                  </a:solidFill>
                  <a:ln w="9525">
                    <a:solidFill>
                      <a:schemeClr val="tx1"/>
                    </a:solidFill>
                    <a:miter lim="800000"/>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sz="1500">
                        <a:solidFill>
                          <a:schemeClr val="tx1"/>
                        </a:solidFill>
                      </a:rPr>
                      <a:t>^</a:t>
                    </a:r>
                    <a:endParaRPr lang="zh-CN" altLang="en-US" sz="1500" b="0">
                      <a:solidFill>
                        <a:schemeClr val="tx1"/>
                      </a:solidFill>
                    </a:endParaRPr>
                  </a:p>
                </p:txBody>
              </p:sp>
            </p:grpSp>
            <p:sp>
              <p:nvSpPr>
                <p:cNvPr id="165916" name="Line 70"/>
                <p:cNvSpPr>
                  <a:spLocks noChangeShapeType="1"/>
                </p:cNvSpPr>
                <p:nvPr/>
              </p:nvSpPr>
              <p:spPr bwMode="auto">
                <a:xfrm>
                  <a:off x="2784" y="57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7" name="Line 71"/>
                <p:cNvSpPr>
                  <a:spLocks noChangeShapeType="1"/>
                </p:cNvSpPr>
                <p:nvPr/>
              </p:nvSpPr>
              <p:spPr bwMode="auto">
                <a:xfrm>
                  <a:off x="2784" y="960"/>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8" name="Line 72"/>
                <p:cNvSpPr>
                  <a:spLocks noChangeShapeType="1"/>
                </p:cNvSpPr>
                <p:nvPr/>
              </p:nvSpPr>
              <p:spPr bwMode="auto">
                <a:xfrm>
                  <a:off x="2784" y="1152"/>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5919" name="Line 73"/>
                <p:cNvSpPr>
                  <a:spLocks noChangeShapeType="1"/>
                </p:cNvSpPr>
                <p:nvPr/>
              </p:nvSpPr>
              <p:spPr bwMode="auto">
                <a:xfrm>
                  <a:off x="2784" y="1536"/>
                  <a:ext cx="240" cy="0"/>
                </a:xfrm>
                <a:prstGeom prst="line">
                  <a:avLst/>
                </a:prstGeom>
                <a:noFill/>
                <a:ln w="1905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65898" name="Text Box 74"/>
            <p:cNvSpPr txBox="1">
              <a:spLocks noChangeArrowheads="1"/>
            </p:cNvSpPr>
            <p:nvPr/>
          </p:nvSpPr>
          <p:spPr bwMode="auto">
            <a:xfrm>
              <a:off x="1968" y="1296"/>
              <a:ext cx="424"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kumimoji="1" lang="en-US" altLang="zh-CN" sz="1800">
                  <a:solidFill>
                    <a:schemeClr val="tx1"/>
                  </a:solidFill>
                </a:rPr>
                <a:t>adj</a:t>
              </a:r>
              <a:endParaRPr kumimoji="1" lang="en-US" altLang="zh-CN" sz="1800" b="0">
                <a:solidFill>
                  <a:schemeClr val="tx1"/>
                </a:solidFill>
              </a:endParaRPr>
            </a:p>
          </p:txBody>
        </p:sp>
      </p:grpSp>
      <p:grpSp>
        <p:nvGrpSpPr>
          <p:cNvPr id="79" name="Group 13"/>
          <p:cNvGrpSpPr>
            <a:grpSpLocks/>
          </p:cNvGrpSpPr>
          <p:nvPr/>
        </p:nvGrpSpPr>
        <p:grpSpPr bwMode="auto">
          <a:xfrm>
            <a:off x="2813603" y="173832"/>
            <a:ext cx="1300163" cy="1938338"/>
            <a:chOff x="384" y="1296"/>
            <a:chExt cx="819" cy="1221"/>
          </a:xfrm>
        </p:grpSpPr>
        <p:sp>
          <p:nvSpPr>
            <p:cNvPr id="80" name="Oval 14"/>
            <p:cNvSpPr>
              <a:spLocks noChangeArrowheads="1"/>
            </p:cNvSpPr>
            <p:nvPr/>
          </p:nvSpPr>
          <p:spPr bwMode="auto">
            <a:xfrm>
              <a:off x="384"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1</a:t>
              </a:r>
            </a:p>
          </p:txBody>
        </p:sp>
        <p:sp>
          <p:nvSpPr>
            <p:cNvPr id="81" name="Oval 15"/>
            <p:cNvSpPr>
              <a:spLocks noChangeArrowheads="1"/>
            </p:cNvSpPr>
            <p:nvPr/>
          </p:nvSpPr>
          <p:spPr bwMode="auto">
            <a:xfrm>
              <a:off x="992" y="129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2</a:t>
              </a:r>
            </a:p>
          </p:txBody>
        </p:sp>
        <p:sp>
          <p:nvSpPr>
            <p:cNvPr id="82" name="Oval 16"/>
            <p:cNvSpPr>
              <a:spLocks noChangeArrowheads="1"/>
            </p:cNvSpPr>
            <p:nvPr/>
          </p:nvSpPr>
          <p:spPr bwMode="auto">
            <a:xfrm>
              <a:off x="992"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3</a:t>
              </a:r>
            </a:p>
          </p:txBody>
        </p:sp>
        <p:sp>
          <p:nvSpPr>
            <p:cNvPr id="83" name="Oval 17"/>
            <p:cNvSpPr>
              <a:spLocks noChangeArrowheads="1"/>
            </p:cNvSpPr>
            <p:nvPr/>
          </p:nvSpPr>
          <p:spPr bwMode="auto">
            <a:xfrm>
              <a:off x="384" y="1770"/>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4</a:t>
              </a:r>
            </a:p>
          </p:txBody>
        </p:sp>
        <p:sp>
          <p:nvSpPr>
            <p:cNvPr id="84" name="Oval 18"/>
            <p:cNvSpPr>
              <a:spLocks noChangeArrowheads="1"/>
            </p:cNvSpPr>
            <p:nvPr/>
          </p:nvSpPr>
          <p:spPr bwMode="auto">
            <a:xfrm>
              <a:off x="992"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5</a:t>
              </a:r>
            </a:p>
          </p:txBody>
        </p:sp>
        <p:sp>
          <p:nvSpPr>
            <p:cNvPr id="85" name="Oval 19"/>
            <p:cNvSpPr>
              <a:spLocks noChangeArrowheads="1"/>
            </p:cNvSpPr>
            <p:nvPr/>
          </p:nvSpPr>
          <p:spPr bwMode="auto">
            <a:xfrm>
              <a:off x="384" y="2306"/>
              <a:ext cx="211" cy="211"/>
            </a:xfrm>
            <a:prstGeom prst="ellipse">
              <a:avLst/>
            </a:prstGeom>
            <a:solidFill>
              <a:srgbClr val="CCFFFF"/>
            </a:solidFill>
            <a:ln w="9525">
              <a:solidFill>
                <a:schemeClr val="tx1"/>
              </a:solidFill>
              <a:round/>
              <a:headEnd/>
              <a:tailEnd/>
            </a:ln>
          </p:spPr>
          <p:txBody>
            <a:bodyPr wrap="none" anchor="ct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algn="ctr" eaLnBrk="1" hangingPunct="1"/>
              <a:r>
                <a:rPr lang="zh-CN" altLang="en-US" b="0">
                  <a:solidFill>
                    <a:schemeClr val="tx1"/>
                  </a:solidFill>
                </a:rPr>
                <a:t>6</a:t>
              </a:r>
            </a:p>
          </p:txBody>
        </p:sp>
        <p:sp>
          <p:nvSpPr>
            <p:cNvPr id="86" name="Line 20"/>
            <p:cNvSpPr>
              <a:spLocks noChangeShapeType="1"/>
            </p:cNvSpPr>
            <p:nvPr/>
          </p:nvSpPr>
          <p:spPr bwMode="auto">
            <a:xfrm>
              <a:off x="480"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 name="Line 21"/>
            <p:cNvSpPr>
              <a:spLocks noChangeShapeType="1"/>
            </p:cNvSpPr>
            <p:nvPr/>
          </p:nvSpPr>
          <p:spPr bwMode="auto">
            <a:xfrm>
              <a:off x="624" y="2400"/>
              <a:ext cx="384"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8" name="Line 22"/>
            <p:cNvSpPr>
              <a:spLocks noChangeShapeType="1"/>
            </p:cNvSpPr>
            <p:nvPr/>
          </p:nvSpPr>
          <p:spPr bwMode="auto">
            <a:xfrm flipV="1">
              <a:off x="480" y="1968"/>
              <a:ext cx="0"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 name="Line 23"/>
            <p:cNvSpPr>
              <a:spLocks noChangeShapeType="1"/>
            </p:cNvSpPr>
            <p:nvPr/>
          </p:nvSpPr>
          <p:spPr bwMode="auto">
            <a:xfrm>
              <a:off x="1104" y="1968"/>
              <a:ext cx="0" cy="336"/>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0" name="Line 24"/>
            <p:cNvSpPr>
              <a:spLocks noChangeShapeType="1"/>
            </p:cNvSpPr>
            <p:nvPr/>
          </p:nvSpPr>
          <p:spPr bwMode="auto">
            <a:xfrm flipV="1">
              <a:off x="1104" y="1488"/>
              <a:ext cx="0" cy="2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 name="Line 25"/>
            <p:cNvSpPr>
              <a:spLocks noChangeShapeType="1"/>
            </p:cNvSpPr>
            <p:nvPr/>
          </p:nvSpPr>
          <p:spPr bwMode="auto">
            <a:xfrm>
              <a:off x="576" y="1440"/>
              <a:ext cx="444" cy="34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2" name="Line 26"/>
            <p:cNvSpPr>
              <a:spLocks noChangeShapeType="1"/>
            </p:cNvSpPr>
            <p:nvPr/>
          </p:nvSpPr>
          <p:spPr bwMode="auto">
            <a:xfrm>
              <a:off x="576" y="1920"/>
              <a:ext cx="478" cy="388"/>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 name="Line 27"/>
            <p:cNvSpPr>
              <a:spLocks noChangeShapeType="1"/>
            </p:cNvSpPr>
            <p:nvPr/>
          </p:nvSpPr>
          <p:spPr bwMode="auto">
            <a:xfrm>
              <a:off x="576" y="1392"/>
              <a:ext cx="432" cy="0"/>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4" name="文本框 3"/>
          <p:cNvSpPr txBox="1"/>
          <p:nvPr/>
        </p:nvSpPr>
        <p:spPr>
          <a:xfrm>
            <a:off x="4914900" y="2787774"/>
            <a:ext cx="4121596" cy="1815882"/>
          </a:xfrm>
          <a:prstGeom prst="rect">
            <a:avLst/>
          </a:prstGeom>
          <a:solidFill>
            <a:schemeClr val="accent4"/>
          </a:solidFill>
        </p:spPr>
        <p:txBody>
          <a:bodyPr wrap="square" rtlCol="0">
            <a:spAutoFit/>
          </a:bodyPr>
          <a:lstStyle/>
          <a:p>
            <a:r>
              <a:rPr lang="zh-CN" altLang="en-US" sz="1600" dirty="0">
                <a:solidFill>
                  <a:srgbClr val="3333FF"/>
                </a:solidFill>
              </a:rPr>
              <a:t>算法时间复杂度：</a:t>
            </a:r>
            <a:endParaRPr lang="en-US" altLang="zh-CN" sz="1600" dirty="0">
              <a:solidFill>
                <a:srgbClr val="3333FF"/>
              </a:solidFill>
            </a:endParaRPr>
          </a:p>
          <a:p>
            <a:r>
              <a:rPr lang="zh-CN" altLang="en-US" sz="1600" dirty="0">
                <a:solidFill>
                  <a:srgbClr val="3333FF"/>
                </a:solidFill>
              </a:rPr>
              <a:t>      对有</a:t>
            </a:r>
            <a:r>
              <a:rPr lang="en-US" altLang="zh-CN" sz="1600" dirty="0">
                <a:solidFill>
                  <a:srgbClr val="3333FF"/>
                </a:solidFill>
              </a:rPr>
              <a:t>n</a:t>
            </a:r>
            <a:r>
              <a:rPr lang="zh-CN" altLang="en-US" sz="1600" dirty="0">
                <a:solidFill>
                  <a:srgbClr val="3333FF"/>
                </a:solidFill>
              </a:rPr>
              <a:t>个顶点和</a:t>
            </a:r>
            <a:r>
              <a:rPr lang="en-US" altLang="zh-CN" sz="1600" dirty="0">
                <a:solidFill>
                  <a:srgbClr val="3333FF"/>
                </a:solidFill>
              </a:rPr>
              <a:t>e</a:t>
            </a:r>
            <a:r>
              <a:rPr lang="zh-CN" altLang="en-US" sz="1600" dirty="0">
                <a:solidFill>
                  <a:srgbClr val="3333FF"/>
                </a:solidFill>
              </a:rPr>
              <a:t>条弧的有向图而言，建立求各顶点的入度的时间复杂度为</a:t>
            </a:r>
            <a:r>
              <a:rPr lang="en-US" altLang="zh-CN" sz="1600" dirty="0">
                <a:solidFill>
                  <a:srgbClr val="3333FF"/>
                </a:solidFill>
              </a:rPr>
              <a:t>O(</a:t>
            </a:r>
            <a:r>
              <a:rPr lang="en-US" altLang="zh-CN" sz="1600" dirty="0" err="1">
                <a:solidFill>
                  <a:srgbClr val="3333FF"/>
                </a:solidFill>
              </a:rPr>
              <a:t>n+e</a:t>
            </a:r>
            <a:r>
              <a:rPr lang="en-US" altLang="zh-CN" sz="1600" dirty="0">
                <a:solidFill>
                  <a:srgbClr val="3333FF"/>
                </a:solidFill>
              </a:rPr>
              <a:t>)</a:t>
            </a:r>
            <a:r>
              <a:rPr lang="zh-CN" altLang="en-US" sz="1600" dirty="0">
                <a:solidFill>
                  <a:srgbClr val="3333FF"/>
                </a:solidFill>
              </a:rPr>
              <a:t>；在拓扑排序过程中，若有向图无环，则每个顶点进一次栈、出一次栈，入度减</a:t>
            </a:r>
            <a:r>
              <a:rPr lang="en-US" altLang="zh-CN" sz="1600" dirty="0">
                <a:solidFill>
                  <a:srgbClr val="3333FF"/>
                </a:solidFill>
              </a:rPr>
              <a:t>1</a:t>
            </a:r>
            <a:r>
              <a:rPr lang="zh-CN" altLang="en-US" sz="1600" dirty="0">
                <a:solidFill>
                  <a:srgbClr val="3333FF"/>
                </a:solidFill>
              </a:rPr>
              <a:t>的操作在</a:t>
            </a:r>
            <a:r>
              <a:rPr lang="en-US" altLang="zh-CN" sz="1600" dirty="0">
                <a:solidFill>
                  <a:srgbClr val="3333FF"/>
                </a:solidFill>
              </a:rPr>
              <a:t>while</a:t>
            </a:r>
            <a:r>
              <a:rPr lang="zh-CN" altLang="en-US" sz="1600" dirty="0">
                <a:solidFill>
                  <a:srgbClr val="3333FF"/>
                </a:solidFill>
              </a:rPr>
              <a:t>语句中总共执行</a:t>
            </a:r>
            <a:r>
              <a:rPr lang="en-US" altLang="zh-CN" sz="1600" dirty="0">
                <a:solidFill>
                  <a:srgbClr val="3333FF"/>
                </a:solidFill>
              </a:rPr>
              <a:t>e</a:t>
            </a:r>
            <a:r>
              <a:rPr lang="zh-CN" altLang="en-US" sz="1600" dirty="0">
                <a:solidFill>
                  <a:srgbClr val="3333FF"/>
                </a:solidFill>
              </a:rPr>
              <a:t>次，所以总的时间复杂度为</a:t>
            </a:r>
            <a:r>
              <a:rPr lang="en-US" altLang="zh-CN" sz="1600" dirty="0">
                <a:solidFill>
                  <a:srgbClr val="3333FF"/>
                </a:solidFill>
              </a:rPr>
              <a:t>O(</a:t>
            </a:r>
            <a:r>
              <a:rPr lang="en-US" altLang="zh-CN" sz="1600" dirty="0" err="1">
                <a:solidFill>
                  <a:srgbClr val="3333FF"/>
                </a:solidFill>
              </a:rPr>
              <a:t>n+e</a:t>
            </a:r>
            <a:r>
              <a:rPr lang="en-US" altLang="zh-CN" sz="1600" dirty="0">
                <a:solidFill>
                  <a:srgbClr val="3333FF"/>
                </a:solidFill>
              </a:rPr>
              <a:t>)</a:t>
            </a:r>
            <a:r>
              <a:rPr lang="zh-CN" altLang="en-US" sz="1600" dirty="0">
                <a:solidFill>
                  <a:srgbClr val="3333FF"/>
                </a:solidFill>
              </a:rPr>
              <a:t>。</a:t>
            </a:r>
          </a:p>
        </p:txBody>
      </p:sp>
      <p:sp>
        <p:nvSpPr>
          <p:cNvPr id="3" name="Text Box 13">
            <a:extLst>
              <a:ext uri="{FF2B5EF4-FFF2-40B4-BE49-F238E27FC236}">
                <a16:creationId xmlns:a16="http://schemas.microsoft.com/office/drawing/2014/main" id="{6E81E5D8-3DD0-D3DC-86E4-98B5AA288487}"/>
              </a:ext>
            </a:extLst>
          </p:cNvPr>
          <p:cNvSpPr txBox="1">
            <a:spLocks noChangeArrowheads="1"/>
          </p:cNvSpPr>
          <p:nvPr/>
        </p:nvSpPr>
        <p:spPr bwMode="auto">
          <a:xfrm>
            <a:off x="4563070" y="2569116"/>
            <a:ext cx="356115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sz="2000" b="1">
                <a:solidFill>
                  <a:srgbClr val="000000"/>
                </a:solidFill>
                <a:latin typeface="Times New Roman" panose="02020603050405020304" pitchFamily="18" charset="0"/>
                <a:ea typeface="楷体" panose="02010609060101010101" pitchFamily="49" charset="-122"/>
              </a:defRPr>
            </a:lvl1pPr>
            <a:lvl2pPr marL="742950" indent="-285750" eaLnBrk="0" hangingPunct="0">
              <a:defRPr sz="2000" b="1">
                <a:solidFill>
                  <a:srgbClr val="000000"/>
                </a:solidFill>
                <a:latin typeface="Times New Roman" panose="02020603050405020304" pitchFamily="18" charset="0"/>
                <a:ea typeface="楷体" panose="02010609060101010101" pitchFamily="49" charset="-122"/>
              </a:defRPr>
            </a:lvl2pPr>
            <a:lvl3pPr marL="1143000" indent="-228600" eaLnBrk="0" hangingPunct="0">
              <a:defRPr sz="2000" b="1">
                <a:solidFill>
                  <a:srgbClr val="000000"/>
                </a:solidFill>
                <a:latin typeface="Times New Roman" panose="02020603050405020304" pitchFamily="18" charset="0"/>
                <a:ea typeface="楷体" panose="02010609060101010101" pitchFamily="49" charset="-122"/>
              </a:defRPr>
            </a:lvl3pPr>
            <a:lvl4pPr marL="1600200" indent="-228600" eaLnBrk="0" hangingPunct="0">
              <a:defRPr sz="2000" b="1">
                <a:solidFill>
                  <a:srgbClr val="000000"/>
                </a:solidFill>
                <a:latin typeface="Times New Roman" panose="02020603050405020304" pitchFamily="18" charset="0"/>
                <a:ea typeface="楷体" panose="02010609060101010101" pitchFamily="49" charset="-122"/>
              </a:defRPr>
            </a:lvl4pPr>
            <a:lvl5pPr marL="2057400" indent="-228600" eaLnBrk="0" hangingPunct="0">
              <a:defRPr sz="2000" b="1">
                <a:solidFill>
                  <a:srgbClr val="000000"/>
                </a:solidFill>
                <a:latin typeface="Times New Roman" panose="02020603050405020304" pitchFamily="18" charset="0"/>
                <a:ea typeface="楷体" panose="02010609060101010101" pitchFamily="49" charset="-122"/>
              </a:defRPr>
            </a:lvl5pPr>
            <a:lvl6pPr marL="25146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6pPr>
            <a:lvl7pPr marL="29718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7pPr>
            <a:lvl8pPr marL="34290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8pPr>
            <a:lvl9pPr marL="3886200" indent="-228600" eaLnBrk="0" fontAlgn="base" hangingPunct="0">
              <a:spcBef>
                <a:spcPct val="0"/>
              </a:spcBef>
              <a:spcAft>
                <a:spcPct val="0"/>
              </a:spcAft>
              <a:defRPr sz="2000" b="1">
                <a:solidFill>
                  <a:srgbClr val="000000"/>
                </a:solidFill>
                <a:latin typeface="Times New Roman" panose="02020603050405020304" pitchFamily="18" charset="0"/>
                <a:ea typeface="楷体" panose="02010609060101010101" pitchFamily="49" charset="-122"/>
              </a:defRPr>
            </a:lvl9pPr>
          </a:lstStyle>
          <a:p>
            <a:pPr eaLnBrk="1" hangingPunct="1"/>
            <a:r>
              <a:rPr lang="zh-CN" altLang="en-US" sz="1500" dirty="0">
                <a:solidFill>
                  <a:srgbClr val="FF0000"/>
                </a:solidFill>
              </a:rPr>
              <a:t>  对应索引号    </a:t>
            </a:r>
            <a:r>
              <a:rPr lang="en-US" altLang="zh-CN" sz="1500" dirty="0">
                <a:solidFill>
                  <a:srgbClr val="FF0000"/>
                </a:solidFill>
              </a:rPr>
              <a:t>0</a:t>
            </a:r>
            <a:r>
              <a:rPr lang="zh-CN" altLang="en-US" sz="1500" dirty="0">
                <a:solidFill>
                  <a:srgbClr val="FF0000"/>
                </a:solidFill>
              </a:rPr>
              <a:t>      </a:t>
            </a:r>
            <a:r>
              <a:rPr lang="en-US" altLang="zh-CN" sz="1500" dirty="0">
                <a:solidFill>
                  <a:srgbClr val="FF0000"/>
                </a:solidFill>
              </a:rPr>
              <a:t>1</a:t>
            </a:r>
            <a:r>
              <a:rPr lang="zh-CN" altLang="en-US" sz="1500" dirty="0">
                <a:solidFill>
                  <a:srgbClr val="FF0000"/>
                </a:solidFill>
              </a:rPr>
              <a:t>       </a:t>
            </a:r>
            <a:r>
              <a:rPr lang="en-US" altLang="zh-CN" sz="1500" dirty="0">
                <a:solidFill>
                  <a:srgbClr val="FF0000"/>
                </a:solidFill>
              </a:rPr>
              <a:t>2</a:t>
            </a:r>
            <a:r>
              <a:rPr lang="zh-CN" altLang="en-US" sz="1500" dirty="0">
                <a:solidFill>
                  <a:srgbClr val="FF0000"/>
                </a:solidFill>
              </a:rPr>
              <a:t>      </a:t>
            </a:r>
            <a:r>
              <a:rPr lang="en-US" altLang="zh-CN" sz="1500" dirty="0">
                <a:solidFill>
                  <a:srgbClr val="FF0000"/>
                </a:solidFill>
              </a:rPr>
              <a:t>3</a:t>
            </a:r>
            <a:r>
              <a:rPr lang="zh-CN" altLang="en-US" sz="1500" dirty="0">
                <a:solidFill>
                  <a:srgbClr val="FF0000"/>
                </a:solidFill>
              </a:rPr>
              <a:t>      </a:t>
            </a:r>
            <a:r>
              <a:rPr lang="en-US" altLang="zh-CN" sz="1500" dirty="0">
                <a:solidFill>
                  <a:srgbClr val="FF0000"/>
                </a:solidFill>
              </a:rPr>
              <a:t>4</a:t>
            </a:r>
            <a:r>
              <a:rPr lang="zh-CN" altLang="en-US" sz="1500" dirty="0">
                <a:solidFill>
                  <a:srgbClr val="FF0000"/>
                </a:solidFill>
              </a:rPr>
              <a:t>      </a:t>
            </a:r>
            <a:r>
              <a:rPr lang="en-US" altLang="zh-CN" sz="1500" dirty="0">
                <a:solidFill>
                  <a:srgbClr val="FF0000"/>
                </a:solidFill>
              </a:rPr>
              <a:t>5</a:t>
            </a:r>
            <a:endParaRPr lang="zh-CN" altLang="en-US" sz="1500" dirty="0">
              <a:solidFill>
                <a:schemeClr val="tx1"/>
              </a:solidFill>
            </a:endParaRPr>
          </a:p>
        </p:txBody>
      </p:sp>
    </p:spTree>
    <p:extLst>
      <p:ext uri="{BB962C8B-B14F-4D97-AF65-F5344CB8AC3E}">
        <p14:creationId xmlns:p14="http://schemas.microsoft.com/office/powerpoint/2010/main" val="2824188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107504" y="1064124"/>
            <a:ext cx="8856984" cy="3507876"/>
          </a:xfrm>
        </p:spPr>
        <p:txBody>
          <a:bodyPr/>
          <a:lstStyle/>
          <a:p>
            <a:pPr>
              <a:lnSpc>
                <a:spcPts val="2600"/>
              </a:lnSpc>
              <a:spcBef>
                <a:spcPts val="0"/>
              </a:spcBef>
            </a:pPr>
            <a:r>
              <a:rPr lang="zh-CN" altLang="zh-CN" sz="1600" dirty="0">
                <a:latin typeface="Times New Roman" panose="02020603050405020304" pitchFamily="18" charset="0"/>
                <a:cs typeface="Times New Roman" panose="02020603050405020304" pitchFamily="18" charset="0"/>
              </a:rPr>
              <a:t>带权的有向无环图，称为</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网，其中顶点表示事件，弧（有向边）表示活动，权表示活动持续时间。在工程上常用来表示工程进度计划。</a:t>
            </a:r>
          </a:p>
          <a:p>
            <a:pPr>
              <a:lnSpc>
                <a:spcPts val="2600"/>
              </a:lnSpc>
              <a:spcBef>
                <a:spcPts val="0"/>
              </a:spcBef>
            </a:pPr>
            <a:r>
              <a:rPr lang="zh-CN" altLang="zh-CN" sz="1600" dirty="0">
                <a:latin typeface="Times New Roman" panose="02020603050405020304" pitchFamily="18" charset="0"/>
                <a:cs typeface="Times New Roman" panose="02020603050405020304" pitchFamily="18" charset="0"/>
              </a:rPr>
              <a:t>通常每个工程只有一个开始事件和一个结束事件，在表示工程的</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网中，表示整个工程的开始点（入度为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的顶点）称为</a:t>
            </a:r>
            <a:r>
              <a:rPr lang="zh-CN" altLang="zh-CN" sz="1600" dirty="0">
                <a:solidFill>
                  <a:srgbClr val="FF0000"/>
                </a:solidFill>
                <a:latin typeface="Times New Roman" panose="02020603050405020304" pitchFamily="18" charset="0"/>
                <a:cs typeface="Times New Roman" panose="02020603050405020304" pitchFamily="18" charset="0"/>
              </a:rPr>
              <a:t>源点</a:t>
            </a:r>
            <a:r>
              <a:rPr lang="zh-CN" altLang="en-US" sz="1600" dirty="0">
                <a:latin typeface="Times New Roman" panose="02020603050405020304" pitchFamily="18" charset="0"/>
                <a:cs typeface="Times New Roman" panose="02020603050405020304" pitchFamily="18" charset="0"/>
              </a:rPr>
              <a:t>；</a:t>
            </a:r>
            <a:r>
              <a:rPr lang="zh-CN" altLang="zh-CN" sz="1600" dirty="0">
                <a:latin typeface="Times New Roman" panose="02020603050405020304" pitchFamily="18" charset="0"/>
                <a:cs typeface="Times New Roman" panose="02020603050405020304" pitchFamily="18" charset="0"/>
              </a:rPr>
              <a:t>表示整个工程的结束点（出度为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的顶点）称为</a:t>
            </a:r>
            <a:r>
              <a:rPr lang="zh-CN" altLang="zh-CN" sz="1600" dirty="0">
                <a:solidFill>
                  <a:srgbClr val="FF0000"/>
                </a:solidFill>
                <a:latin typeface="Times New Roman" panose="02020603050405020304" pitchFamily="18" charset="0"/>
                <a:cs typeface="Times New Roman" panose="02020603050405020304" pitchFamily="18" charset="0"/>
              </a:rPr>
              <a:t>汇点</a:t>
            </a:r>
            <a:r>
              <a:rPr lang="zh-CN" altLang="zh-CN"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nSpc>
                <a:spcPts val="2600"/>
              </a:lnSpc>
              <a:spcBef>
                <a:spcPts val="0"/>
              </a:spcBef>
            </a:pPr>
            <a:r>
              <a:rPr lang="zh-CN" altLang="zh-CN" sz="1600" dirty="0">
                <a:latin typeface="Times New Roman" panose="02020603050405020304" pitchFamily="18" charset="0"/>
                <a:cs typeface="Times New Roman" panose="02020603050405020304" pitchFamily="18" charset="0"/>
              </a:rPr>
              <a:t>在</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网上，从源点到汇点的路径长度最长的一条路径，或者全部由关键活动（</a:t>
            </a:r>
            <a:r>
              <a:rPr lang="zh-CN" altLang="zh-CN" sz="1600" dirty="0">
                <a:solidFill>
                  <a:srgbClr val="7030A0"/>
                </a:solidFill>
                <a:latin typeface="Times New Roman" panose="02020603050405020304" pitchFamily="18" charset="0"/>
                <a:cs typeface="Times New Roman" panose="02020603050405020304" pitchFamily="18" charset="0"/>
              </a:rPr>
              <a:t>即不按期完成就会影响整个工程完成的活动</a:t>
            </a:r>
            <a:r>
              <a:rPr lang="zh-CN" altLang="zh-CN" sz="1600" dirty="0">
                <a:latin typeface="Times New Roman" panose="02020603050405020304" pitchFamily="18" charset="0"/>
                <a:cs typeface="Times New Roman" panose="02020603050405020304" pitchFamily="18" charset="0"/>
              </a:rPr>
              <a:t>）构成的路径称为</a:t>
            </a:r>
            <a:r>
              <a:rPr lang="zh-CN" altLang="zh-CN" sz="1600" dirty="0">
                <a:solidFill>
                  <a:srgbClr val="FF0000"/>
                </a:solidFill>
                <a:latin typeface="Times New Roman" panose="02020603050405020304" pitchFamily="18" charset="0"/>
                <a:cs typeface="Times New Roman" panose="02020603050405020304" pitchFamily="18" charset="0"/>
              </a:rPr>
              <a:t>关键路径</a:t>
            </a:r>
            <a:r>
              <a:rPr lang="zh-CN" altLang="zh-CN" sz="1600" dirty="0">
                <a:latin typeface="Times New Roman" panose="02020603050405020304" pitchFamily="18" charset="0"/>
                <a:cs typeface="Times New Roman" panose="02020603050405020304" pitchFamily="18" charset="0"/>
              </a:rPr>
              <a:t>。</a:t>
            </a:r>
          </a:p>
          <a:p>
            <a:pPr marL="0" indent="0">
              <a:buNone/>
            </a:pPr>
            <a:endParaRPr lang="zh-CN" altLang="en-US" sz="2000" dirty="0">
              <a:latin typeface="Times New Roman" panose="02020603050405020304" pitchFamily="18" charset="0"/>
              <a:cs typeface="Times New Roman" panose="02020603050405020304" pitchFamily="18" charset="0"/>
            </a:endParaRPr>
          </a:p>
        </p:txBody>
      </p:sp>
      <p:sp>
        <p:nvSpPr>
          <p:cNvPr id="4" name="文本框 3"/>
          <p:cNvSpPr txBox="1"/>
          <p:nvPr/>
        </p:nvSpPr>
        <p:spPr>
          <a:xfrm>
            <a:off x="611380" y="115457"/>
            <a:ext cx="216042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en-US" altLang="zh-CN" sz="2000" dirty="0"/>
              <a:t>AOE</a:t>
            </a:r>
            <a:r>
              <a:rPr lang="zh-CN" altLang="en-US" sz="2000" dirty="0"/>
              <a:t>网和关键路径</a:t>
            </a:r>
          </a:p>
        </p:txBody>
      </p:sp>
    </p:spTree>
    <p:extLst>
      <p:ext uri="{BB962C8B-B14F-4D97-AF65-F5344CB8AC3E}">
        <p14:creationId xmlns:p14="http://schemas.microsoft.com/office/powerpoint/2010/main" val="126443394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915566"/>
                <a:ext cx="6480720" cy="3507876"/>
              </a:xfrm>
            </p:spPr>
            <p:txBody>
              <a:bodyPr/>
              <a:lstStyle/>
              <a:p>
                <a:pPr algn="just">
                  <a:lnSpc>
                    <a:spcPts val="2800"/>
                  </a:lnSpc>
                  <a:spcBef>
                    <a:spcPts val="0"/>
                  </a:spcBef>
                </a:pPr>
                <a:r>
                  <a:rPr lang="zh-CN" altLang="zh-CN" sz="1600" dirty="0">
                    <a:latin typeface="Times New Roman" panose="02020603050405020304" pitchFamily="18" charset="0"/>
                    <a:cs typeface="Times New Roman" panose="02020603050405020304" pitchFamily="18" charset="0"/>
                  </a:rPr>
                  <a:t>设</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网有</a:t>
                </a:r>
                <a14:m>
                  <m:oMath xmlns:m="http://schemas.openxmlformats.org/officeDocument/2006/math">
                    <m:r>
                      <a:rPr lang="en-US" altLang="zh-CN" sz="1600" i="1">
                        <a:latin typeface="Cambria Math" panose="02040503050406030204" pitchFamily="18" charset="0"/>
                      </a:rPr>
                      <m:t>𝑛</m:t>
                    </m:r>
                  </m:oMath>
                </a14:m>
                <a:r>
                  <a:rPr lang="zh-CN" altLang="zh-CN" sz="1600" dirty="0">
                    <a:latin typeface="Times New Roman" panose="02020603050405020304" pitchFamily="18" charset="0"/>
                    <a:cs typeface="Times New Roman" panose="02020603050405020304" pitchFamily="18" charset="0"/>
                  </a:rPr>
                  <a:t>个顶点，用</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表示源点，</a:t>
                </a:r>
                <a14:m>
                  <m:oMath xmlns:m="http://schemas.openxmlformats.org/officeDocument/2006/math">
                    <m:r>
                      <a:rPr lang="en-US" altLang="zh-CN" sz="1600">
                        <a:latin typeface="Cambria Math" panose="02040503050406030204" pitchFamily="18" charset="0"/>
                        <a:ea typeface="隶书" panose="02010509060101010101" pitchFamily="49" charset="-122"/>
                      </a:rPr>
                      <m:t>𝑛</m:t>
                    </m:r>
                    <m:r>
                      <m:rPr>
                        <m:nor/>
                      </m:rPr>
                      <a:rPr lang="zh-CN" altLang="zh-CN" sz="1600" dirty="0">
                        <a:latin typeface="Times New Roman" panose="02020603050405020304" pitchFamily="18" charset="0"/>
                        <a:cs typeface="Times New Roman" panose="02020603050405020304" pitchFamily="18" charset="0"/>
                      </a:rPr>
                      <m:t>表示</m:t>
                    </m:r>
                    <m:r>
                      <a:rPr lang="zh-CN" altLang="en-US" sz="1600" i="1" dirty="0" smtClean="0">
                        <a:latin typeface="Cambria Math" panose="02040503050406030204" pitchFamily="18" charset="0"/>
                        <a:cs typeface="Times New Roman" panose="02020603050405020304" pitchFamily="18" charset="0"/>
                      </a:rPr>
                      <m:t>汇点</m:t>
                    </m:r>
                    <m:r>
                      <a:rPr lang="zh-CN"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𝑗</m:t>
                    </m:r>
                  </m:oMath>
                </a14:m>
                <a:r>
                  <a:rPr lang="zh-CN" altLang="zh-CN" sz="1600" dirty="0">
                    <a:latin typeface="Times New Roman" panose="02020603050405020304" pitchFamily="18" charset="0"/>
                    <a:cs typeface="Times New Roman" panose="02020603050405020304" pitchFamily="18" charset="0"/>
                  </a:rPr>
                  <a:t>表示</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网中第</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个顶点。</a:t>
                </a:r>
              </a:p>
              <a:p>
                <a:pPr algn="just">
                  <a:lnSpc>
                    <a:spcPts val="2800"/>
                  </a:lnSpc>
                  <a:spcBef>
                    <a:spcPts val="0"/>
                  </a:spcBef>
                </a:pPr>
                <a:r>
                  <a:rPr lang="zh-CN" altLang="zh-CN" sz="1600" dirty="0">
                    <a:latin typeface="Times New Roman" panose="02020603050405020304" pitchFamily="18" charset="0"/>
                    <a:cs typeface="Times New Roman" panose="02020603050405020304" pitchFamily="18" charset="0"/>
                  </a:rPr>
                  <a:t>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的最早发生时间</a:t>
                </a:r>
                <a14:m>
                  <m:oMath xmlns:m="http://schemas.openxmlformats.org/officeDocument/2006/math">
                    <m:r>
                      <a:rPr lang="en-US" altLang="zh-CN" sz="1600" i="1">
                        <a:latin typeface="Cambria Math" panose="02040503050406030204" pitchFamily="18" charset="0"/>
                      </a:rPr>
                      <m:t>𝑣𝑒</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：从源点</a:t>
                </a:r>
                <a14:m>
                  <m:oMath xmlns:m="http://schemas.openxmlformats.org/officeDocument/2006/math">
                    <m:r>
                      <a:rPr lang="en-US" altLang="zh-CN" sz="1600">
                        <a:latin typeface="Cambria Math" panose="02040503050406030204" pitchFamily="18" charset="0"/>
                      </a:rPr>
                      <m:t>1</m:t>
                    </m:r>
                  </m:oMath>
                </a14:m>
                <a:r>
                  <a:rPr lang="zh-CN" altLang="zh-CN" sz="1600" dirty="0">
                    <a:latin typeface="Times New Roman" panose="02020603050405020304" pitchFamily="18" charset="0"/>
                    <a:cs typeface="Times New Roman" panose="02020603050405020304" pitchFamily="18" charset="0"/>
                  </a:rPr>
                  <a:t>到</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结点的最长的路径，意味着事件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最早能够发生的时间，这个时间决定了所有以</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为</a:t>
                </a:r>
                <a:r>
                  <a:rPr lang="zh-CN" altLang="en-US" sz="1600" dirty="0">
                    <a:latin typeface="Times New Roman" panose="02020603050405020304" pitchFamily="18" charset="0"/>
                    <a:cs typeface="Times New Roman" panose="02020603050405020304" pitchFamily="18" charset="0"/>
                  </a:rPr>
                  <a:t>头</a:t>
                </a:r>
                <a:r>
                  <a:rPr lang="zh-CN" altLang="zh-CN" sz="1600" dirty="0">
                    <a:latin typeface="Times New Roman" panose="02020603050405020304" pitchFamily="18" charset="0"/>
                    <a:cs typeface="Times New Roman" panose="02020603050405020304" pitchFamily="18" charset="0"/>
                  </a:rPr>
                  <a:t>的弧所表示的活动的最早开始时间。</a:t>
                </a:r>
              </a:p>
              <a:p>
                <a:pPr algn="just">
                  <a:lnSpc>
                    <a:spcPts val="2800"/>
                  </a:lnSpc>
                  <a:spcBef>
                    <a:spcPts val="0"/>
                  </a:spcBef>
                </a:pPr>
                <a:r>
                  <a:rPr lang="zh-CN" altLang="zh-CN" sz="1600" dirty="0">
                    <a:latin typeface="Times New Roman" panose="02020603050405020304" pitchFamily="18" charset="0"/>
                    <a:cs typeface="Times New Roman" panose="02020603050405020304" pitchFamily="18" charset="0"/>
                  </a:rPr>
                  <a:t>源点的最早发生时间为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，即</a:t>
                </a:r>
                <a14:m>
                  <m:oMath xmlns:m="http://schemas.openxmlformats.org/officeDocument/2006/math">
                    <m:r>
                      <a:rPr lang="en-US" altLang="zh-CN" sz="1600" i="1">
                        <a:latin typeface="Cambria Math" panose="02040503050406030204" pitchFamily="18" charset="0"/>
                      </a:rPr>
                      <m:t>𝑣𝑒</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1</m:t>
                        </m:r>
                      </m:e>
                    </m:d>
                    <m:r>
                      <a:rPr lang="en-US" altLang="zh-CN" sz="1600" i="1">
                        <a:latin typeface="Cambria Math" panose="02040503050406030204" pitchFamily="18" charset="0"/>
                      </a:rPr>
                      <m:t>=0</m:t>
                    </m:r>
                  </m:oMath>
                </a14:m>
                <a:r>
                  <a:rPr lang="zh-CN" altLang="zh-CN" sz="1600" dirty="0">
                    <a:latin typeface="Times New Roman" panose="02020603050405020304" pitchFamily="18" charset="0"/>
                    <a:cs typeface="Times New Roman" panose="02020603050405020304" pitchFamily="18" charset="0"/>
                  </a:rPr>
                  <a:t>，从</a:t>
                </a:r>
                <a14:m>
                  <m:oMath xmlns:m="http://schemas.openxmlformats.org/officeDocument/2006/math">
                    <m:r>
                      <a:rPr lang="en-US" altLang="zh-CN" sz="1600" i="1">
                        <a:latin typeface="Cambria Math" panose="02040503050406030204" pitchFamily="18" charset="0"/>
                      </a:rPr>
                      <m:t>𝑣𝑒</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1</m:t>
                        </m:r>
                      </m:e>
                    </m:d>
                    <m:r>
                      <a:rPr lang="en-US" altLang="zh-CN" sz="1600" i="1">
                        <a:latin typeface="Cambria Math" panose="02040503050406030204" pitchFamily="18" charset="0"/>
                      </a:rPr>
                      <m:t>=0</m:t>
                    </m:r>
                  </m:oMath>
                </a14:m>
                <a:r>
                  <a:rPr lang="zh-CN" altLang="zh-CN" sz="1600" dirty="0">
                    <a:latin typeface="Times New Roman" panose="02020603050405020304" pitchFamily="18" charset="0"/>
                    <a:cs typeface="Times New Roman" panose="02020603050405020304" pitchFamily="18" charset="0"/>
                  </a:rPr>
                  <a:t>开始向汇点递推，设事件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是事件</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的直接后继，则</a:t>
                </a:r>
              </a:p>
              <a:p>
                <a:pPr marL="0" indent="0" algn="just">
                  <a:lnSpc>
                    <a:spcPts val="2800"/>
                  </a:lnSpc>
                  <a:spcBef>
                    <a:spcPts val="0"/>
                  </a:spcBef>
                  <a:buNone/>
                </a:pPr>
                <a14:m>
                  <m:oMathPara xmlns:m="http://schemas.openxmlformats.org/officeDocument/2006/math">
                    <m:oMathParaPr>
                      <m:jc m:val="centerGroup"/>
                    </m:oMathParaPr>
                    <m:oMath xmlns:m="http://schemas.openxmlformats.org/officeDocument/2006/math">
                      <m:r>
                        <a:rPr lang="en-US" altLang="zh-CN" sz="1600" b="0" i="1" smtClean="0">
                          <a:latin typeface="Cambria Math" panose="02040503050406030204" pitchFamily="18" charset="0"/>
                        </a:rPr>
                        <m:t>     </m:t>
                      </m:r>
                      <m:r>
                        <a:rPr lang="en-US" altLang="zh-CN" sz="1600" i="1" smtClean="0">
                          <a:solidFill>
                            <a:srgbClr val="7030A0"/>
                          </a:solidFill>
                          <a:latin typeface="Cambria Math" panose="02040503050406030204" pitchFamily="18" charset="0"/>
                        </a:rPr>
                        <m:t>𝑣𝑒</m:t>
                      </m:r>
                      <m:d>
                        <m:dPr>
                          <m:ctrlPr>
                            <a:rPr lang="zh-CN" altLang="zh-CN" sz="1600" i="1">
                              <a:solidFill>
                                <a:srgbClr val="7030A0"/>
                              </a:solidFill>
                              <a:latin typeface="Cambria Math" panose="02040503050406030204" pitchFamily="18" charset="0"/>
                            </a:rPr>
                          </m:ctrlPr>
                        </m:dPr>
                        <m:e>
                          <m:r>
                            <a:rPr lang="en-US" altLang="zh-CN" sz="1600" i="1">
                              <a:solidFill>
                                <a:srgbClr val="7030A0"/>
                              </a:solidFill>
                              <a:latin typeface="Cambria Math" panose="02040503050406030204" pitchFamily="18" charset="0"/>
                            </a:rPr>
                            <m:t>𝑗</m:t>
                          </m:r>
                        </m:e>
                      </m:d>
                      <m:r>
                        <a:rPr lang="en-US" altLang="zh-CN" sz="1600">
                          <a:solidFill>
                            <a:srgbClr val="7030A0"/>
                          </a:solidFill>
                          <a:latin typeface="Cambria Math" panose="02040503050406030204" pitchFamily="18" charset="0"/>
                        </a:rPr>
                        <m:t>=</m:t>
                      </m:r>
                      <m:func>
                        <m:funcPr>
                          <m:ctrlPr>
                            <a:rPr lang="zh-CN" altLang="zh-CN" sz="1600" i="1">
                              <a:solidFill>
                                <a:srgbClr val="7030A0"/>
                              </a:solidFill>
                              <a:latin typeface="Cambria Math" panose="02040503050406030204" pitchFamily="18" charset="0"/>
                            </a:rPr>
                          </m:ctrlPr>
                        </m:funcPr>
                        <m:fName>
                          <m:limLow>
                            <m:limLowPr>
                              <m:ctrlPr>
                                <a:rPr lang="zh-CN" altLang="zh-CN" sz="1600" i="1">
                                  <a:solidFill>
                                    <a:srgbClr val="7030A0"/>
                                  </a:solidFill>
                                  <a:latin typeface="Cambria Math" panose="02040503050406030204" pitchFamily="18" charset="0"/>
                                </a:rPr>
                              </m:ctrlPr>
                            </m:limLowPr>
                            <m:e>
                              <m:r>
                                <a:rPr lang="en-US" altLang="zh-CN" sz="1600" i="1">
                                  <a:solidFill>
                                    <a:srgbClr val="7030A0"/>
                                  </a:solidFill>
                                  <a:latin typeface="Cambria Math" panose="02040503050406030204" pitchFamily="18" charset="0"/>
                                </a:rPr>
                                <m:t>𝑚𝑎𝑥</m:t>
                              </m:r>
                            </m:e>
                            <m:lim>
                              <m:r>
                                <a:rPr lang="en-US" altLang="zh-CN" sz="1600" i="1">
                                  <a:solidFill>
                                    <a:srgbClr val="7030A0"/>
                                  </a:solidFill>
                                  <a:latin typeface="Cambria Math" panose="02040503050406030204" pitchFamily="18" charset="0"/>
                                </a:rPr>
                                <m:t>𝑖</m:t>
                              </m:r>
                            </m:lim>
                          </m:limLow>
                        </m:fName>
                        <m:e>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𝑣𝑒</m:t>
                          </m:r>
                          <m:d>
                            <m:dPr>
                              <m:ctrlPr>
                                <a:rPr lang="zh-CN" altLang="zh-CN" sz="1600" i="1">
                                  <a:solidFill>
                                    <a:srgbClr val="7030A0"/>
                                  </a:solidFill>
                                  <a:latin typeface="Cambria Math" panose="02040503050406030204" pitchFamily="18" charset="0"/>
                                </a:rPr>
                              </m:ctrlPr>
                            </m:dPr>
                            <m:e>
                              <m:r>
                                <a:rPr lang="en-US" altLang="zh-CN" sz="1600" i="1">
                                  <a:solidFill>
                                    <a:srgbClr val="7030A0"/>
                                  </a:solidFill>
                                  <a:latin typeface="Cambria Math" panose="02040503050406030204" pitchFamily="18" charset="0"/>
                                </a:rPr>
                                <m:t>𝑖</m:t>
                              </m:r>
                            </m:e>
                          </m:d>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𝑑𝑢𝑡</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𝑖</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e>
                      </m:func>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𝑖</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𝑇</m:t>
                      </m:r>
                      <m:r>
                        <a:rPr lang="en-US" altLang="zh-CN" sz="1600" i="1">
                          <a:solidFill>
                            <a:srgbClr val="7030A0"/>
                          </a:solidFill>
                          <a:latin typeface="Cambria Math" panose="02040503050406030204" pitchFamily="18" charset="0"/>
                        </a:rPr>
                        <m:t>,2≤</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𝑛</m:t>
                      </m:r>
                      <m:r>
                        <a:rPr lang="en-US" altLang="zh-CN" sz="1600" i="1">
                          <a:solidFill>
                            <a:srgbClr val="7030A0"/>
                          </a:solidFill>
                          <a:latin typeface="Cambria Math" panose="02040503050406030204" pitchFamily="18" charset="0"/>
                        </a:rPr>
                        <m:t>}</m:t>
                      </m:r>
                    </m:oMath>
                  </m:oMathPara>
                </a14:m>
                <a:endParaRPr lang="zh-CN" altLang="zh-CN" sz="1600" dirty="0">
                  <a:solidFill>
                    <a:srgbClr val="7030A0"/>
                  </a:solidFill>
                  <a:latin typeface="Times New Roman" panose="02020603050405020304" pitchFamily="18" charset="0"/>
                  <a:cs typeface="Times New Roman" panose="02020603050405020304" pitchFamily="18" charset="0"/>
                </a:endParaRPr>
              </a:p>
              <a:p>
                <a:pPr marL="0" indent="0" algn="just">
                  <a:lnSpc>
                    <a:spcPts val="28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其中，</a:t>
                </a:r>
                <a14:m>
                  <m:oMath xmlns:m="http://schemas.openxmlformats.org/officeDocument/2006/math">
                    <m:r>
                      <a:rPr lang="en-US" altLang="zh-CN" sz="1600">
                        <a:latin typeface="Cambria Math" panose="02040503050406030204" pitchFamily="18" charset="0"/>
                        <a:ea typeface="隶书" panose="02010509060101010101" pitchFamily="49" charset="-122"/>
                      </a:rPr>
                      <m:t>𝑇</m:t>
                    </m:r>
                  </m:oMath>
                </a14:m>
                <a:r>
                  <a:rPr lang="zh-CN" altLang="zh-CN" sz="1600" dirty="0">
                    <a:latin typeface="Times New Roman" panose="02020603050405020304" pitchFamily="18" charset="0"/>
                    <a:cs typeface="Times New Roman" panose="02020603050405020304" pitchFamily="18" charset="0"/>
                  </a:rPr>
                  <a:t>是所有以</a:t>
                </a:r>
                <a14:m>
                  <m:oMath xmlns:m="http://schemas.openxmlformats.org/officeDocument/2006/math">
                    <m:r>
                      <a:rPr lang="en-US" altLang="zh-CN" sz="1600" i="1" dirty="0" smtClean="0">
                        <a:latin typeface="Cambria Math" panose="02040503050406030204" pitchFamily="18" charset="0"/>
                        <a:ea typeface="隶书" panose="02010509060101010101" pitchFamily="49" charset="-122"/>
                      </a:rPr>
                      <m:t>𝑖</m:t>
                    </m:r>
                  </m:oMath>
                </a14:m>
                <a:r>
                  <a:rPr lang="zh-CN" altLang="zh-CN" sz="1600" dirty="0">
                    <a:latin typeface="Times New Roman" panose="02020603050405020304" pitchFamily="18" charset="0"/>
                    <a:cs typeface="Times New Roman" panose="02020603050405020304" pitchFamily="18" charset="0"/>
                  </a:rPr>
                  <a:t>顶点为尾，</a:t>
                </a:r>
                <a14:m>
                  <m:oMath xmlns:m="http://schemas.openxmlformats.org/officeDocument/2006/math">
                    <m:r>
                      <a:rPr lang="en-US" altLang="zh-CN" sz="1600" i="1">
                        <a:latin typeface="Cambria Math" panose="02040503050406030204" pitchFamily="18" charset="0"/>
                        <a:ea typeface="隶书" panose="02010509060101010101" pitchFamily="49" charset="-122"/>
                      </a:rPr>
                      <m:t>𝑗</m:t>
                    </m:r>
                  </m:oMath>
                </a14:m>
                <a:r>
                  <a:rPr lang="zh-CN" altLang="zh-CN" sz="1600" dirty="0">
                    <a:latin typeface="Times New Roman" panose="02020603050405020304" pitchFamily="18" charset="0"/>
                    <a:cs typeface="Times New Roman" panose="02020603050405020304" pitchFamily="18" charset="0"/>
                  </a:rPr>
                  <a:t>顶点为头的弧的集合。</a:t>
                </a:r>
              </a:p>
              <a:p>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915566"/>
                <a:ext cx="6480720" cy="3507876"/>
              </a:xfrm>
              <a:blipFill>
                <a:blip r:embed="rId2"/>
                <a:stretch>
                  <a:fillRect l="-753" r="-3857"/>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7236296" y="1563638"/>
            <a:ext cx="1440160" cy="1726734"/>
          </a:xfrm>
          <a:prstGeom prst="rect">
            <a:avLst/>
          </a:prstGeom>
        </p:spPr>
      </p:pic>
      <mc:AlternateContent xmlns:mc="http://schemas.openxmlformats.org/markup-compatibility/2006" xmlns:a14="http://schemas.microsoft.com/office/drawing/2010/main">
        <mc:Choice Requires="a14">
          <p:sp>
            <p:nvSpPr>
              <p:cNvPr id="5" name="文本框 4"/>
              <p:cNvSpPr txBox="1"/>
              <p:nvPr/>
            </p:nvSpPr>
            <p:spPr>
              <a:xfrm>
                <a:off x="251520" y="4299942"/>
                <a:ext cx="6912768" cy="369332"/>
              </a:xfrm>
              <a:prstGeom prst="rect">
                <a:avLst/>
              </a:prstGeom>
              <a:noFill/>
            </p:spPr>
            <p:txBody>
              <a:bodyPr wrap="square" rtlCol="0">
                <a:spAutoFit/>
              </a:bodyPr>
              <a:lstStyle/>
              <a:p>
                <a:r>
                  <a:rPr lang="zh-CN" altLang="zh-CN" dirty="0">
                    <a:solidFill>
                      <a:srgbClr val="C00000"/>
                    </a:solidFill>
                    <a:latin typeface="隶书" panose="02010509060101010101" pitchFamily="49" charset="-122"/>
                    <a:ea typeface="隶书" panose="02010509060101010101" pitchFamily="49" charset="-122"/>
                  </a:rPr>
                  <a:t>图中，若顶点旁边的值代表该顶点的最早发生时间，则</a:t>
                </a:r>
                <a14:m>
                  <m:oMath xmlns:m="http://schemas.openxmlformats.org/officeDocument/2006/math">
                    <m:r>
                      <a:rPr lang="en-US" altLang="zh-CN" i="1">
                        <a:solidFill>
                          <a:srgbClr val="C00000"/>
                        </a:solidFill>
                        <a:latin typeface="Cambria Math" panose="02040503050406030204" pitchFamily="18" charset="0"/>
                      </a:rPr>
                      <m:t>𝑣𝑒</m:t>
                    </m:r>
                    <m:d>
                      <m:dPr>
                        <m:ctrlPr>
                          <a:rPr lang="zh-CN" altLang="zh-CN" i="1">
                            <a:solidFill>
                              <a:srgbClr val="C00000"/>
                            </a:solidFill>
                            <a:latin typeface="Cambria Math" panose="02040503050406030204" pitchFamily="18" charset="0"/>
                          </a:rPr>
                        </m:ctrlPr>
                      </m:dPr>
                      <m:e>
                        <m:r>
                          <a:rPr lang="en-US" altLang="zh-CN" i="1">
                            <a:solidFill>
                              <a:srgbClr val="C00000"/>
                            </a:solidFill>
                            <a:latin typeface="Cambria Math" panose="02040503050406030204" pitchFamily="18" charset="0"/>
                          </a:rPr>
                          <m:t>𝑗</m:t>
                        </m:r>
                      </m:e>
                    </m:d>
                    <m:r>
                      <a:rPr lang="en-US" altLang="zh-CN" i="1">
                        <a:solidFill>
                          <a:srgbClr val="C00000"/>
                        </a:solidFill>
                        <a:latin typeface="Cambria Math" panose="02040503050406030204" pitchFamily="18" charset="0"/>
                      </a:rPr>
                      <m:t>=16</m:t>
                    </m:r>
                  </m:oMath>
                </a14:m>
                <a:r>
                  <a:rPr lang="zh-CN" altLang="zh-CN" dirty="0">
                    <a:solidFill>
                      <a:srgbClr val="C00000"/>
                    </a:solidFill>
                    <a:latin typeface="隶书" panose="02010509060101010101" pitchFamily="49" charset="-122"/>
                    <a:ea typeface="隶书" panose="02010509060101010101" pitchFamily="49" charset="-122"/>
                  </a:rPr>
                  <a:t>。</a:t>
                </a:r>
                <a:endParaRPr lang="zh-CN" altLang="en-US" dirty="0">
                  <a:solidFill>
                    <a:srgbClr val="C00000"/>
                  </a:solidFill>
                  <a:latin typeface="隶书" panose="02010509060101010101" pitchFamily="49" charset="-122"/>
                  <a:ea typeface="隶书" panose="02010509060101010101" pitchFamily="49" charset="-122"/>
                </a:endParaRPr>
              </a:p>
            </p:txBody>
          </p:sp>
        </mc:Choice>
        <mc:Fallback xmlns="">
          <p:sp>
            <p:nvSpPr>
              <p:cNvPr id="5" name="文本框 4"/>
              <p:cNvSpPr txBox="1">
                <a:spLocks noRot="1" noChangeAspect="1" noMove="1" noResize="1" noEditPoints="1" noAdjustHandles="1" noChangeArrowheads="1" noChangeShapeType="1" noTextEdit="1"/>
              </p:cNvSpPr>
              <p:nvPr/>
            </p:nvSpPr>
            <p:spPr>
              <a:xfrm>
                <a:off x="251520" y="4299942"/>
                <a:ext cx="6912768" cy="369332"/>
              </a:xfrm>
              <a:prstGeom prst="rect">
                <a:avLst/>
              </a:prstGeom>
              <a:blipFill>
                <a:blip r:embed="rId4"/>
                <a:stretch>
                  <a:fillRect l="-705" t="-11475" r="-4145" b="-21311"/>
                </a:stretch>
              </a:blipFill>
            </p:spPr>
            <p:txBody>
              <a:bodyPr/>
              <a:lstStyle/>
              <a:p>
                <a:r>
                  <a:rPr lang="zh-CN" altLang="en-US">
                    <a:noFill/>
                  </a:rPr>
                  <a:t> </a:t>
                </a:r>
              </a:p>
            </p:txBody>
          </p:sp>
        </mc:Fallback>
      </mc:AlternateContent>
      <p:sp>
        <p:nvSpPr>
          <p:cNvPr id="6" name="文本框 5"/>
          <p:cNvSpPr txBox="1"/>
          <p:nvPr/>
        </p:nvSpPr>
        <p:spPr>
          <a:xfrm>
            <a:off x="611560" y="105864"/>
            <a:ext cx="280831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事件的最早发生时间</a:t>
            </a:r>
            <a:r>
              <a:rPr lang="en-US" altLang="zh-CN" sz="2000" dirty="0"/>
              <a:t>(</a:t>
            </a:r>
            <a:r>
              <a:rPr lang="en-US" altLang="zh-CN" sz="2000" dirty="0" err="1"/>
              <a:t>ve</a:t>
            </a:r>
            <a:r>
              <a:rPr lang="en-US" altLang="zh-CN" sz="2000" dirty="0"/>
              <a:t>)</a:t>
            </a:r>
            <a:endParaRPr lang="zh-CN" altLang="en-US" sz="2000" dirty="0"/>
          </a:p>
        </p:txBody>
      </p:sp>
    </p:spTree>
    <p:extLst>
      <p:ext uri="{BB962C8B-B14F-4D97-AF65-F5344CB8AC3E}">
        <p14:creationId xmlns:p14="http://schemas.microsoft.com/office/powerpoint/2010/main" val="396046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fill="hold"/>
                                        <p:tgtEl>
                                          <p:spTgt spid="4"/>
                                        </p:tgtEl>
                                        <p:attrNameLst>
                                          <p:attrName>ppt_x</p:attrName>
                                        </p:attrNameLst>
                                      </p:cBhvr>
                                      <p:tavLst>
                                        <p:tav tm="0">
                                          <p:val>
                                            <p:strVal val="#ppt_x"/>
                                          </p:val>
                                        </p:tav>
                                        <p:tav tm="100000">
                                          <p:val>
                                            <p:strVal val="#ppt_x"/>
                                          </p:val>
                                        </p:tav>
                                      </p:tavLst>
                                    </p:anim>
                                    <p:anim calcmode="lin" valueType="num">
                                      <p:cBhvr additive="base">
                                        <p:cTn id="43"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1025531"/>
                <a:ext cx="6048672" cy="2304256"/>
              </a:xfrm>
            </p:spPr>
            <p:txBody>
              <a:bodyPr/>
              <a:lstStyle/>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的最迟发生时间</a:t>
                </a:r>
                <a14:m>
                  <m:oMath xmlns:m="http://schemas.openxmlformats.org/officeDocument/2006/math">
                    <m:r>
                      <a:rPr lang="en-US" altLang="zh-CN" sz="1600" i="1">
                        <a:latin typeface="Cambria Math" panose="02040503050406030204" pitchFamily="18" charset="0"/>
                      </a:rPr>
                      <m:t>𝑣𝑙</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：不影响工程的如期完工，事件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必须发生的时间。</a:t>
                </a:r>
              </a:p>
              <a:p>
                <a:pPr algn="just">
                  <a:lnSpc>
                    <a:spcPts val="2600"/>
                  </a:lnSpc>
                  <a:spcBef>
                    <a:spcPts val="0"/>
                  </a:spcBef>
                </a:pPr>
                <a:r>
                  <a:rPr lang="zh-CN" altLang="zh-CN" sz="1600" dirty="0">
                    <a:latin typeface="Times New Roman" panose="02020603050405020304" pitchFamily="18" charset="0"/>
                    <a:cs typeface="Times New Roman" panose="02020603050405020304" pitchFamily="18" charset="0"/>
                  </a:rPr>
                  <a:t>汇点的最迟发生时间</a:t>
                </a:r>
                <a14:m>
                  <m:oMath xmlns:m="http://schemas.openxmlformats.org/officeDocument/2006/math">
                    <m:r>
                      <a:rPr lang="en-US" altLang="zh-CN" sz="1600" i="1">
                        <a:latin typeface="Cambria Math" panose="02040503050406030204" pitchFamily="18" charset="0"/>
                      </a:rPr>
                      <m:t>𝑣𝑙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𝑛</m:t>
                        </m:r>
                      </m:e>
                    </m:d>
                    <m:r>
                      <a:rPr lang="en-US" altLang="zh-CN" sz="1600" i="1">
                        <a:latin typeface="Cambria Math" panose="02040503050406030204" pitchFamily="18" charset="0"/>
                      </a:rPr>
                      <m:t>=</m:t>
                    </m:r>
                    <m:r>
                      <a:rPr lang="en-US" altLang="zh-CN" sz="1600" i="1">
                        <a:latin typeface="Cambria Math" panose="02040503050406030204" pitchFamily="18" charset="0"/>
                      </a:rPr>
                      <m:t>𝑣𝑒</m:t>
                    </m:r>
                    <m:r>
                      <a:rPr lang="en-US" altLang="zh-CN" sz="1600" i="1">
                        <a:latin typeface="Cambria Math" panose="02040503050406030204" pitchFamily="18" charset="0"/>
                      </a:rPr>
                      <m:t>(</m:t>
                    </m:r>
                    <m:r>
                      <a:rPr lang="en-US" altLang="zh-CN" sz="1600" i="1">
                        <a:latin typeface="Cambria Math" panose="02040503050406030204" pitchFamily="18" charset="0"/>
                      </a:rPr>
                      <m:t>𝑛</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，即汇点的最早发生时间等于最迟发生时间。从</a:t>
                </a:r>
                <a14:m>
                  <m:oMath xmlns:m="http://schemas.openxmlformats.org/officeDocument/2006/math">
                    <m:r>
                      <a:rPr lang="en-US" altLang="zh-CN" sz="1600" i="1">
                        <a:latin typeface="Cambria Math" panose="02040503050406030204" pitchFamily="18" charset="0"/>
                      </a:rPr>
                      <m:t>𝑣𝑙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𝑛</m:t>
                        </m:r>
                      </m:e>
                    </m:d>
                  </m:oMath>
                </a14:m>
                <a:r>
                  <a:rPr lang="zh-CN" altLang="zh-CN" sz="1600" dirty="0">
                    <a:latin typeface="Times New Roman" panose="02020603050405020304" pitchFamily="18" charset="0"/>
                    <a:cs typeface="Times New Roman" panose="02020603050405020304" pitchFamily="18" charset="0"/>
                  </a:rPr>
                  <a:t>开始向源点递推</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marL="0" indent="0" algn="just">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设事件</a:t>
                </a:r>
                <a14:m>
                  <m:oMath xmlns:m="http://schemas.openxmlformats.org/officeDocument/2006/math">
                    <m:r>
                      <a:rPr lang="en-US" altLang="zh-CN" sz="1600" i="1">
                        <a:latin typeface="Cambria Math" panose="02040503050406030204" pitchFamily="18" charset="0"/>
                      </a:rPr>
                      <m:t>𝑗</m:t>
                    </m:r>
                  </m:oMath>
                </a14:m>
                <a:r>
                  <a:rPr lang="zh-CN" altLang="zh-CN" sz="1600" dirty="0">
                    <a:latin typeface="Times New Roman" panose="02020603050405020304" pitchFamily="18" charset="0"/>
                    <a:cs typeface="Times New Roman" panose="02020603050405020304" pitchFamily="18" charset="0"/>
                  </a:rPr>
                  <a:t>是事件</a:t>
                </a:r>
                <a14:m>
                  <m:oMath xmlns:m="http://schemas.openxmlformats.org/officeDocument/2006/math">
                    <m:r>
                      <a:rPr lang="en-US" altLang="zh-CN" sz="1600" i="1">
                        <a:latin typeface="Cambria Math" panose="02040503050406030204" pitchFamily="18" charset="0"/>
                      </a:rPr>
                      <m:t>𝑖</m:t>
                    </m:r>
                  </m:oMath>
                </a14:m>
                <a:r>
                  <a:rPr lang="zh-CN" altLang="zh-CN" sz="1600" dirty="0">
                    <a:latin typeface="Times New Roman" panose="02020603050405020304" pitchFamily="18" charset="0"/>
                    <a:cs typeface="Times New Roman" panose="02020603050405020304" pitchFamily="18" charset="0"/>
                  </a:rPr>
                  <a:t>的直接前驱，则</a:t>
                </a:r>
              </a:p>
              <a:p>
                <a:pPr marL="0" indent="0" algn="just">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smtClean="0">
                        <a:solidFill>
                          <a:srgbClr val="7030A0"/>
                        </a:solidFill>
                        <a:latin typeface="Cambria Math" panose="02040503050406030204" pitchFamily="18" charset="0"/>
                      </a:rPr>
                      <m:t>𝑣𝑙</m:t>
                    </m:r>
                    <m:d>
                      <m:dPr>
                        <m:ctrlPr>
                          <a:rPr lang="zh-CN" altLang="zh-CN" sz="1600" i="1">
                            <a:solidFill>
                              <a:srgbClr val="7030A0"/>
                            </a:solidFill>
                            <a:latin typeface="Cambria Math" panose="02040503050406030204" pitchFamily="18" charset="0"/>
                          </a:rPr>
                        </m:ctrlPr>
                      </m:dPr>
                      <m:e>
                        <m:r>
                          <a:rPr lang="en-US" altLang="zh-CN" sz="1600" i="1">
                            <a:solidFill>
                              <a:srgbClr val="7030A0"/>
                            </a:solidFill>
                            <a:latin typeface="Cambria Math" panose="02040503050406030204" pitchFamily="18" charset="0"/>
                          </a:rPr>
                          <m:t>𝑗</m:t>
                        </m:r>
                      </m:e>
                    </m:d>
                    <m:r>
                      <a:rPr lang="en-US" altLang="zh-CN" sz="1600">
                        <a:solidFill>
                          <a:srgbClr val="7030A0"/>
                        </a:solidFill>
                        <a:latin typeface="Cambria Math" panose="02040503050406030204" pitchFamily="18" charset="0"/>
                      </a:rPr>
                      <m:t>=</m:t>
                    </m:r>
                    <m:func>
                      <m:funcPr>
                        <m:ctrlPr>
                          <a:rPr lang="zh-CN" altLang="zh-CN" sz="1600" i="1">
                            <a:solidFill>
                              <a:srgbClr val="7030A0"/>
                            </a:solidFill>
                            <a:latin typeface="Cambria Math" panose="02040503050406030204" pitchFamily="18" charset="0"/>
                          </a:rPr>
                        </m:ctrlPr>
                      </m:funcPr>
                      <m:fName>
                        <m:limLow>
                          <m:limLowPr>
                            <m:ctrlPr>
                              <a:rPr lang="zh-CN" altLang="zh-CN" sz="1600" i="1">
                                <a:solidFill>
                                  <a:srgbClr val="7030A0"/>
                                </a:solidFill>
                                <a:latin typeface="Cambria Math" panose="02040503050406030204" pitchFamily="18" charset="0"/>
                              </a:rPr>
                            </m:ctrlPr>
                          </m:limLowPr>
                          <m:e>
                            <m:r>
                              <a:rPr lang="en-US" altLang="zh-CN" sz="1600" i="1">
                                <a:solidFill>
                                  <a:srgbClr val="7030A0"/>
                                </a:solidFill>
                                <a:latin typeface="Cambria Math" panose="02040503050406030204" pitchFamily="18" charset="0"/>
                              </a:rPr>
                              <m:t>𝑚𝑖𝑛</m:t>
                            </m:r>
                          </m:e>
                          <m:lim>
                            <m:r>
                              <a:rPr lang="en-US" altLang="zh-CN" sz="1600" i="1">
                                <a:solidFill>
                                  <a:srgbClr val="7030A0"/>
                                </a:solidFill>
                                <a:latin typeface="Cambria Math" panose="02040503050406030204" pitchFamily="18" charset="0"/>
                              </a:rPr>
                              <m:t>𝑖</m:t>
                            </m:r>
                          </m:lim>
                        </m:limLow>
                      </m:fName>
                      <m:e>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𝑣𝑙</m:t>
                        </m:r>
                        <m:d>
                          <m:dPr>
                            <m:ctrlPr>
                              <a:rPr lang="zh-CN" altLang="zh-CN" sz="1600" i="1">
                                <a:solidFill>
                                  <a:srgbClr val="7030A0"/>
                                </a:solidFill>
                                <a:latin typeface="Cambria Math" panose="02040503050406030204" pitchFamily="18" charset="0"/>
                              </a:rPr>
                            </m:ctrlPr>
                          </m:dPr>
                          <m:e>
                            <m:r>
                              <a:rPr lang="en-US" altLang="zh-CN" sz="1600" i="1">
                                <a:solidFill>
                                  <a:srgbClr val="7030A0"/>
                                </a:solidFill>
                                <a:latin typeface="Cambria Math" panose="02040503050406030204" pitchFamily="18" charset="0"/>
                              </a:rPr>
                              <m:t>𝑖</m:t>
                            </m:r>
                          </m:e>
                        </m:d>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𝑑𝑢𝑡</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𝑖</m:t>
                        </m:r>
                        <m:r>
                          <a:rPr lang="en-US" altLang="zh-CN" sz="1600" i="1">
                            <a:solidFill>
                              <a:srgbClr val="7030A0"/>
                            </a:solidFill>
                            <a:latin typeface="Cambria Math" panose="02040503050406030204" pitchFamily="18" charset="0"/>
                          </a:rPr>
                          <m:t>)</m:t>
                        </m:r>
                      </m:e>
                    </m:func>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𝑖</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𝑆</m:t>
                    </m:r>
                    <m:r>
                      <a:rPr lang="en-US" altLang="zh-CN" sz="1600" i="1">
                        <a:solidFill>
                          <a:srgbClr val="7030A0"/>
                        </a:solidFill>
                        <a:latin typeface="Cambria Math" panose="02040503050406030204" pitchFamily="18" charset="0"/>
                      </a:rPr>
                      <m:t>,1≤</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𝑛</m:t>
                    </m:r>
                    <m:r>
                      <a:rPr lang="en-US" altLang="zh-CN" sz="1600" i="1">
                        <a:solidFill>
                          <a:srgbClr val="7030A0"/>
                        </a:solidFill>
                        <a:latin typeface="Cambria Math" panose="02040503050406030204" pitchFamily="18" charset="0"/>
                      </a:rPr>
                      <m:t>−1}</m:t>
                    </m:r>
                  </m:oMath>
                </a14:m>
                <a:endParaRPr lang="zh-CN" altLang="zh-CN" sz="1600" dirty="0">
                  <a:solidFill>
                    <a:srgbClr val="7030A0"/>
                  </a:solidFill>
                  <a:latin typeface="Times New Roman" panose="02020603050405020304" pitchFamily="18" charset="0"/>
                  <a:cs typeface="Times New Roman" panose="02020603050405020304" pitchFamily="18" charset="0"/>
                </a:endParaRPr>
              </a:p>
              <a:p>
                <a:pPr marL="0" indent="0" algn="just">
                  <a:lnSpc>
                    <a:spcPts val="2600"/>
                  </a:lnSpc>
                  <a:spcBef>
                    <a:spcPts val="0"/>
                  </a:spcBef>
                  <a:buNone/>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其中，</a:t>
                </a:r>
                <a14:m>
                  <m:oMath xmlns:m="http://schemas.openxmlformats.org/officeDocument/2006/math">
                    <m:r>
                      <a:rPr lang="en-US" altLang="zh-CN" sz="1600">
                        <a:latin typeface="Cambria Math" panose="02040503050406030204" pitchFamily="18" charset="0"/>
                        <a:ea typeface="隶书" panose="02010509060101010101" pitchFamily="49" charset="-122"/>
                      </a:rPr>
                      <m:t>𝑆</m:t>
                    </m:r>
                  </m:oMath>
                </a14:m>
                <a:r>
                  <a:rPr lang="zh-CN" altLang="zh-CN" sz="1600" dirty="0">
                    <a:latin typeface="Times New Roman" panose="02020603050405020304" pitchFamily="18" charset="0"/>
                    <a:cs typeface="Times New Roman" panose="02020603050405020304" pitchFamily="18" charset="0"/>
                  </a:rPr>
                  <a:t>是所有以</a:t>
                </a:r>
                <a14:m>
                  <m:oMath xmlns:m="http://schemas.openxmlformats.org/officeDocument/2006/math">
                    <m:r>
                      <a:rPr lang="en-US" altLang="zh-CN" sz="1600" i="1" dirty="0" smtClean="0">
                        <a:latin typeface="Cambria Math" panose="02040503050406030204" pitchFamily="18" charset="0"/>
                        <a:ea typeface="隶书" panose="02010509060101010101" pitchFamily="49" charset="-122"/>
                      </a:rPr>
                      <m:t>𝑖</m:t>
                    </m:r>
                  </m:oMath>
                </a14:m>
                <a:r>
                  <a:rPr lang="zh-CN" altLang="zh-CN" sz="1600" dirty="0">
                    <a:latin typeface="Times New Roman" panose="02020603050405020304" pitchFamily="18" charset="0"/>
                    <a:cs typeface="Times New Roman" panose="02020603050405020304" pitchFamily="18" charset="0"/>
                  </a:rPr>
                  <a:t>顶点为头，</a:t>
                </a:r>
                <a14:m>
                  <m:oMath xmlns:m="http://schemas.openxmlformats.org/officeDocument/2006/math">
                    <m:r>
                      <a:rPr lang="en-US" altLang="zh-CN" sz="1600" i="1">
                        <a:latin typeface="Cambria Math" panose="02040503050406030204" pitchFamily="18" charset="0"/>
                        <a:ea typeface="隶书" panose="02010509060101010101" pitchFamily="49" charset="-122"/>
                      </a:rPr>
                      <m:t>𝑗</m:t>
                    </m:r>
                  </m:oMath>
                </a14:m>
                <a:r>
                  <a:rPr lang="zh-CN" altLang="zh-CN" sz="1600" dirty="0">
                    <a:latin typeface="Times New Roman" panose="02020603050405020304" pitchFamily="18" charset="0"/>
                    <a:cs typeface="Times New Roman" panose="02020603050405020304" pitchFamily="18" charset="0"/>
                  </a:rPr>
                  <a:t>顶点为尾的弧的集合。</a:t>
                </a:r>
              </a:p>
              <a:p>
                <a:pPr marL="0" indent="0">
                  <a:buNone/>
                </a:pP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1025531"/>
                <a:ext cx="6048672" cy="2304256"/>
              </a:xfrm>
              <a:blipFill>
                <a:blip r:embed="rId2"/>
                <a:stretch>
                  <a:fillRect l="-806" r="-907" b="-5291"/>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461516" y="1275606"/>
            <a:ext cx="1872208" cy="1905924"/>
          </a:xfrm>
          <a:prstGeom prst="rect">
            <a:avLst/>
          </a:prstGeom>
        </p:spPr>
      </p:pic>
      <mc:AlternateContent xmlns:mc="http://schemas.openxmlformats.org/markup-compatibility/2006" xmlns:a14="http://schemas.microsoft.com/office/drawing/2010/main">
        <mc:Choice Requires="a14">
          <p:sp>
            <p:nvSpPr>
              <p:cNvPr id="5" name="文本框 4"/>
              <p:cNvSpPr txBox="1"/>
              <p:nvPr/>
            </p:nvSpPr>
            <p:spPr>
              <a:xfrm>
                <a:off x="323528" y="3893051"/>
                <a:ext cx="7848872" cy="369332"/>
              </a:xfrm>
              <a:prstGeom prst="rect">
                <a:avLst/>
              </a:prstGeom>
              <a:noFill/>
            </p:spPr>
            <p:txBody>
              <a:bodyPr wrap="square" rtlCol="0">
                <a:spAutoFit/>
              </a:bodyPr>
              <a:lstStyle/>
              <a:p>
                <a:r>
                  <a:rPr lang="zh-CN" altLang="zh-CN" dirty="0">
                    <a:solidFill>
                      <a:srgbClr val="C00000"/>
                    </a:solidFill>
                    <a:latin typeface="隶书" panose="02010509060101010101" pitchFamily="49" charset="-122"/>
                    <a:ea typeface="隶书" panose="02010509060101010101" pitchFamily="49" charset="-122"/>
                  </a:rPr>
                  <a:t>图中，若顶点旁边的值代表该顶点的最迟发生时间，则</a:t>
                </a:r>
                <a14:m>
                  <m:oMath xmlns:m="http://schemas.openxmlformats.org/officeDocument/2006/math">
                    <m:r>
                      <a:rPr lang="en-US" altLang="zh-CN" i="1">
                        <a:solidFill>
                          <a:srgbClr val="C00000"/>
                        </a:solidFill>
                        <a:latin typeface="Cambria Math" panose="02040503050406030204" pitchFamily="18" charset="0"/>
                      </a:rPr>
                      <m:t>𝑣𝑙</m:t>
                    </m:r>
                    <m:d>
                      <m:dPr>
                        <m:ctrlPr>
                          <a:rPr lang="zh-CN" altLang="zh-CN" i="1">
                            <a:solidFill>
                              <a:srgbClr val="C00000"/>
                            </a:solidFill>
                            <a:latin typeface="Cambria Math" panose="02040503050406030204" pitchFamily="18" charset="0"/>
                          </a:rPr>
                        </m:ctrlPr>
                      </m:dPr>
                      <m:e>
                        <m:r>
                          <a:rPr lang="en-US" altLang="zh-CN" i="1">
                            <a:solidFill>
                              <a:srgbClr val="C00000"/>
                            </a:solidFill>
                            <a:latin typeface="Cambria Math" panose="02040503050406030204" pitchFamily="18" charset="0"/>
                          </a:rPr>
                          <m:t>𝑗</m:t>
                        </m:r>
                      </m:e>
                    </m:d>
                    <m:r>
                      <a:rPr lang="en-US" altLang="zh-CN" i="1">
                        <a:solidFill>
                          <a:srgbClr val="C00000"/>
                        </a:solidFill>
                        <a:latin typeface="Cambria Math" panose="02040503050406030204" pitchFamily="18" charset="0"/>
                      </a:rPr>
                      <m:t>=7</m:t>
                    </m:r>
                  </m:oMath>
                </a14:m>
                <a:r>
                  <a:rPr lang="zh-CN" altLang="zh-CN" dirty="0">
                    <a:solidFill>
                      <a:srgbClr val="C00000"/>
                    </a:solidFill>
                    <a:latin typeface="隶书" panose="02010509060101010101" pitchFamily="49" charset="-122"/>
                    <a:ea typeface="隶书" panose="02010509060101010101" pitchFamily="49" charset="-122"/>
                  </a:rPr>
                  <a:t>。</a:t>
                </a:r>
                <a:endParaRPr lang="zh-CN" altLang="en-US" dirty="0">
                  <a:solidFill>
                    <a:srgbClr val="C00000"/>
                  </a:solidFill>
                  <a:latin typeface="隶书" panose="02010509060101010101" pitchFamily="49" charset="-122"/>
                  <a:ea typeface="隶书" panose="02010509060101010101" pitchFamily="49" charset="-122"/>
                </a:endParaRPr>
              </a:p>
            </p:txBody>
          </p:sp>
        </mc:Choice>
        <mc:Fallback xmlns="">
          <p:sp>
            <p:nvSpPr>
              <p:cNvPr id="5" name="文本框 4"/>
              <p:cNvSpPr txBox="1">
                <a:spLocks noRot="1" noChangeAspect="1" noMove="1" noResize="1" noEditPoints="1" noAdjustHandles="1" noChangeArrowheads="1" noChangeShapeType="1" noTextEdit="1"/>
              </p:cNvSpPr>
              <p:nvPr/>
            </p:nvSpPr>
            <p:spPr>
              <a:xfrm>
                <a:off x="323528" y="3893051"/>
                <a:ext cx="7848872" cy="369332"/>
              </a:xfrm>
              <a:prstGeom prst="rect">
                <a:avLst/>
              </a:prstGeom>
              <a:blipFill rotWithShape="0">
                <a:blip r:embed="rId4"/>
                <a:stretch>
                  <a:fillRect l="-621" t="-13333" b="-23333"/>
                </a:stretch>
              </a:blipFill>
            </p:spPr>
            <p:txBody>
              <a:bodyPr/>
              <a:lstStyle/>
              <a:p>
                <a:r>
                  <a:rPr lang="zh-CN" altLang="en-US">
                    <a:noFill/>
                  </a:rPr>
                  <a:t> </a:t>
                </a:r>
              </a:p>
            </p:txBody>
          </p:sp>
        </mc:Fallback>
      </mc:AlternateContent>
      <p:sp>
        <p:nvSpPr>
          <p:cNvPr id="7" name="文本框 6"/>
          <p:cNvSpPr txBox="1"/>
          <p:nvPr/>
        </p:nvSpPr>
        <p:spPr>
          <a:xfrm>
            <a:off x="611380" y="115457"/>
            <a:ext cx="2808492"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事件的最迟发生时间</a:t>
            </a:r>
            <a:r>
              <a:rPr lang="en-US" altLang="zh-CN" sz="2000" dirty="0"/>
              <a:t>(</a:t>
            </a:r>
            <a:r>
              <a:rPr lang="en-US" altLang="zh-CN" sz="2000" dirty="0" err="1"/>
              <a:t>vl</a:t>
            </a:r>
            <a:r>
              <a:rPr lang="en-US" altLang="zh-CN" sz="2000" dirty="0"/>
              <a:t>)</a:t>
            </a:r>
            <a:endParaRPr lang="zh-CN" altLang="en-US" sz="2000" dirty="0"/>
          </a:p>
        </p:txBody>
      </p:sp>
    </p:spTree>
    <p:extLst>
      <p:ext uri="{BB962C8B-B14F-4D97-AF65-F5344CB8AC3E}">
        <p14:creationId xmlns:p14="http://schemas.microsoft.com/office/powerpoint/2010/main" val="4080626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fade">
                                      <p:cBhvr>
                                        <p:cTn id="43" dur="1000"/>
                                        <p:tgtEl>
                                          <p:spTgt spid="5"/>
                                        </p:tgtEl>
                                      </p:cBhvr>
                                    </p:animEffect>
                                    <p:anim calcmode="lin" valueType="num">
                                      <p:cBhvr>
                                        <p:cTn id="44" dur="1000" fill="hold"/>
                                        <p:tgtEl>
                                          <p:spTgt spid="5"/>
                                        </p:tgtEl>
                                        <p:attrNameLst>
                                          <p:attrName>ppt_x</p:attrName>
                                        </p:attrNameLst>
                                      </p:cBhvr>
                                      <p:tavLst>
                                        <p:tav tm="0">
                                          <p:val>
                                            <p:strVal val="#ppt_x"/>
                                          </p:val>
                                        </p:tav>
                                        <p:tav tm="100000">
                                          <p:val>
                                            <p:strVal val="#ppt_x"/>
                                          </p:val>
                                        </p:tav>
                                      </p:tavLst>
                                    </p:anim>
                                    <p:anim calcmode="lin" valueType="num">
                                      <p:cBhvr>
                                        <p:cTn id="4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0" y="1064124"/>
                <a:ext cx="9108504" cy="3507876"/>
              </a:xfrm>
            </p:spPr>
            <p:txBody>
              <a:bodyPr/>
              <a:lstStyle/>
              <a:p>
                <a:pPr algn="just">
                  <a:lnSpc>
                    <a:spcPts val="26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活动</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的最早开始时间</a:t>
                </a:r>
                <a14:m>
                  <m:oMath xmlns:m="http://schemas.openxmlformats.org/officeDocument/2006/math">
                    <m:r>
                      <a:rPr lang="en-US" altLang="zh-CN" sz="1600" i="1">
                        <a:latin typeface="Cambria Math" panose="02040503050406030204" pitchFamily="18" charset="0"/>
                      </a:rPr>
                      <m:t>𝑒</m:t>
                    </m:r>
                    <m:r>
                      <a:rPr lang="en-US" altLang="zh-CN" sz="1600" i="1">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：设活动</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由弧</a:t>
                </a:r>
                <a14:m>
                  <m:oMath xmlns:m="http://schemas.openxmlformats.org/officeDocument/2006/math">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𝑘</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表示，持续时间记为</a:t>
                </a:r>
                <a14:m>
                  <m:oMath xmlns:m="http://schemas.openxmlformats.org/officeDocument/2006/math">
                    <m:r>
                      <a:rPr lang="en-US" altLang="zh-CN" sz="1600" i="1">
                        <a:latin typeface="Cambria Math" panose="02040503050406030204" pitchFamily="18" charset="0"/>
                      </a:rPr>
                      <m:t>𝑑𝑢𝑡</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𝑘</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，则</a:t>
                </a:r>
                <a:endParaRPr lang="en-US" altLang="zh-CN" sz="1600" i="1" dirty="0">
                  <a:solidFill>
                    <a:srgbClr val="7030A0"/>
                  </a:solidFill>
                  <a:latin typeface="Times New Roman" panose="02020603050405020304" pitchFamily="18" charset="0"/>
                  <a:cs typeface="Times New Roman" panose="02020603050405020304" pitchFamily="18" charset="0"/>
                </a:endParaRPr>
              </a:p>
              <a:p>
                <a:pPr algn="ctr">
                  <a:lnSpc>
                    <a:spcPts val="2600"/>
                  </a:lnSpc>
                  <a:spcBef>
                    <a:spcPts val="0"/>
                  </a:spcBef>
                </a:pPr>
                <a14:m>
                  <m:oMath xmlns:m="http://schemas.openxmlformats.org/officeDocument/2006/math">
                    <m:r>
                      <a:rPr lang="en-US" altLang="zh-CN" sz="1600" i="1" smtClean="0">
                        <a:solidFill>
                          <a:srgbClr val="7030A0"/>
                        </a:solidFill>
                        <a:latin typeface="Cambria Math" panose="02040503050406030204" pitchFamily="18" charset="0"/>
                      </a:rPr>
                      <m:t>𝑒</m:t>
                    </m:r>
                    <m:d>
                      <m:dPr>
                        <m:ctrlPr>
                          <a:rPr lang="zh-CN" altLang="zh-CN" sz="1600" i="1">
                            <a:solidFill>
                              <a:srgbClr val="7030A0"/>
                            </a:solidFill>
                            <a:latin typeface="Cambria Math" panose="02040503050406030204" pitchFamily="18" charset="0"/>
                          </a:rPr>
                        </m:ctrlPr>
                      </m:dPr>
                      <m:e>
                        <m:sSub>
                          <m:sSubPr>
                            <m:ctrlPr>
                              <a:rPr lang="zh-CN" altLang="zh-CN" sz="1600" i="1">
                                <a:solidFill>
                                  <a:srgbClr val="7030A0"/>
                                </a:solidFill>
                                <a:latin typeface="Cambria Math" panose="02040503050406030204" pitchFamily="18" charset="0"/>
                              </a:rPr>
                            </m:ctrlPr>
                          </m:sSubPr>
                          <m:e>
                            <m:r>
                              <a:rPr lang="en-US" altLang="zh-CN" sz="1600" i="1">
                                <a:solidFill>
                                  <a:srgbClr val="7030A0"/>
                                </a:solidFill>
                                <a:latin typeface="Cambria Math" panose="02040503050406030204" pitchFamily="18" charset="0"/>
                              </a:rPr>
                              <m:t>𝑎</m:t>
                            </m:r>
                          </m:e>
                          <m:sub>
                            <m:r>
                              <a:rPr lang="en-US" altLang="zh-CN" sz="1600" i="1">
                                <a:solidFill>
                                  <a:srgbClr val="7030A0"/>
                                </a:solidFill>
                                <a:latin typeface="Cambria Math" panose="02040503050406030204" pitchFamily="18" charset="0"/>
                              </a:rPr>
                              <m:t>𝑖</m:t>
                            </m:r>
                          </m:sub>
                        </m:sSub>
                      </m:e>
                    </m:d>
                    <m:r>
                      <a:rPr lang="en-US" altLang="zh-CN" sz="1600">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𝑣𝑒</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 </a:t>
                </a:r>
              </a:p>
              <a:p>
                <a:pPr algn="just">
                  <a:lnSpc>
                    <a:spcPts val="26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活动</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的最迟开始时间</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e>
                    </m:d>
                    <m:r>
                      <a:rPr lang="zh-CN"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设活动</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𝑎</m:t>
                        </m:r>
                      </m:e>
                      <m:sub>
                        <m:r>
                          <a:rPr lang="en-US" altLang="zh-CN" sz="1600" i="1">
                            <a:latin typeface="Cambria Math" panose="02040503050406030204" pitchFamily="18" charset="0"/>
                          </a:rPr>
                          <m:t>𝑖</m:t>
                        </m:r>
                      </m:sub>
                    </m:sSub>
                  </m:oMath>
                </a14:m>
                <a:r>
                  <a:rPr lang="zh-CN" altLang="zh-CN" sz="1600" dirty="0">
                    <a:latin typeface="Times New Roman" panose="02020603050405020304" pitchFamily="18" charset="0"/>
                    <a:cs typeface="Times New Roman" panose="02020603050405020304" pitchFamily="18" charset="0"/>
                  </a:rPr>
                  <a:t>由弧</a:t>
                </a:r>
                <a14:m>
                  <m:oMath xmlns:m="http://schemas.openxmlformats.org/officeDocument/2006/math">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𝑘</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表示，持续时间记为</a:t>
                </a:r>
                <a14:m>
                  <m:oMath xmlns:m="http://schemas.openxmlformats.org/officeDocument/2006/math">
                    <m:r>
                      <a:rPr lang="en-US" altLang="zh-CN" sz="1600" i="1">
                        <a:latin typeface="Cambria Math" panose="02040503050406030204" pitchFamily="18" charset="0"/>
                      </a:rPr>
                      <m:t>𝑑𝑢𝑡</m:t>
                    </m:r>
                    <m:r>
                      <a:rPr lang="en-US" altLang="zh-CN" sz="1600" i="1">
                        <a:latin typeface="Cambria Math" panose="02040503050406030204" pitchFamily="18" charset="0"/>
                      </a:rPr>
                      <m:t>(</m:t>
                    </m:r>
                    <m:r>
                      <a:rPr lang="en-US" altLang="zh-CN" sz="1600" i="1">
                        <a:latin typeface="Cambria Math" panose="02040503050406030204" pitchFamily="18" charset="0"/>
                      </a:rPr>
                      <m:t>𝑗</m:t>
                    </m:r>
                    <m:r>
                      <a:rPr lang="en-US" altLang="zh-CN" sz="1600" i="1">
                        <a:latin typeface="Cambria Math" panose="02040503050406030204" pitchFamily="18" charset="0"/>
                      </a:rPr>
                      <m:t>,</m:t>
                    </m:r>
                    <m:r>
                      <a:rPr lang="en-US" altLang="zh-CN" sz="1600" i="1">
                        <a:latin typeface="Cambria Math" panose="02040503050406030204" pitchFamily="18" charset="0"/>
                      </a:rPr>
                      <m:t>𝑘</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，则</a:t>
                </a:r>
                <a:endParaRPr lang="en-US" altLang="zh-CN" sz="1600" dirty="0">
                  <a:latin typeface="Times New Roman" panose="02020603050405020304" pitchFamily="18" charset="0"/>
                  <a:cs typeface="Times New Roman" panose="02020603050405020304" pitchFamily="18" charset="0"/>
                </a:endParaRPr>
              </a:p>
              <a:p>
                <a:pPr algn="ctr">
                  <a:lnSpc>
                    <a:spcPts val="2600"/>
                  </a:lnSpc>
                  <a:spcBef>
                    <a:spcPts val="0"/>
                  </a:spcBef>
                </a:pPr>
                <a:r>
                  <a:rPr lang="en-US" altLang="zh-CN" sz="1600" dirty="0">
                    <a:solidFill>
                      <a:srgbClr val="7030A0"/>
                    </a:solidFill>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solidFill>
                          <a:srgbClr val="7030A0"/>
                        </a:solidFill>
                        <a:latin typeface="Cambria Math" panose="02040503050406030204" pitchFamily="18" charset="0"/>
                      </a:rPr>
                      <m:t>𝑙</m:t>
                    </m:r>
                    <m:d>
                      <m:dPr>
                        <m:ctrlPr>
                          <a:rPr lang="zh-CN" altLang="zh-CN" sz="1600" i="1">
                            <a:solidFill>
                              <a:srgbClr val="7030A0"/>
                            </a:solidFill>
                            <a:latin typeface="Cambria Math" panose="02040503050406030204" pitchFamily="18" charset="0"/>
                          </a:rPr>
                        </m:ctrlPr>
                      </m:dPr>
                      <m:e>
                        <m:sSub>
                          <m:sSubPr>
                            <m:ctrlPr>
                              <a:rPr lang="zh-CN" altLang="zh-CN" sz="1600" i="1">
                                <a:solidFill>
                                  <a:srgbClr val="7030A0"/>
                                </a:solidFill>
                                <a:latin typeface="Cambria Math" panose="02040503050406030204" pitchFamily="18" charset="0"/>
                              </a:rPr>
                            </m:ctrlPr>
                          </m:sSubPr>
                          <m:e>
                            <m:r>
                              <a:rPr lang="en-US" altLang="zh-CN" sz="1600" i="1">
                                <a:solidFill>
                                  <a:srgbClr val="7030A0"/>
                                </a:solidFill>
                                <a:latin typeface="Cambria Math" panose="02040503050406030204" pitchFamily="18" charset="0"/>
                              </a:rPr>
                              <m:t>𝑎</m:t>
                            </m:r>
                          </m:e>
                          <m:sub>
                            <m:r>
                              <a:rPr lang="en-US" altLang="zh-CN" sz="1600" i="1">
                                <a:solidFill>
                                  <a:srgbClr val="7030A0"/>
                                </a:solidFill>
                                <a:latin typeface="Cambria Math" panose="02040503050406030204" pitchFamily="18" charset="0"/>
                              </a:rPr>
                              <m:t>𝑖</m:t>
                            </m:r>
                          </m:sub>
                        </m:sSub>
                      </m:e>
                    </m:d>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𝑣𝑙</m:t>
                    </m:r>
                    <m:d>
                      <m:dPr>
                        <m:ctrlPr>
                          <a:rPr lang="zh-CN" altLang="zh-CN" sz="1600" i="1">
                            <a:solidFill>
                              <a:srgbClr val="7030A0"/>
                            </a:solidFill>
                            <a:latin typeface="Cambria Math" panose="02040503050406030204" pitchFamily="18" charset="0"/>
                          </a:rPr>
                        </m:ctrlPr>
                      </m:dPr>
                      <m:e>
                        <m:r>
                          <a:rPr lang="en-US" altLang="zh-CN" sz="1600" i="1">
                            <a:solidFill>
                              <a:srgbClr val="7030A0"/>
                            </a:solidFill>
                            <a:latin typeface="Cambria Math" panose="02040503050406030204" pitchFamily="18" charset="0"/>
                          </a:rPr>
                          <m:t>𝑘</m:t>
                        </m:r>
                      </m:e>
                    </m:d>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𝑑𝑢𝑡</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𝑗</m:t>
                    </m:r>
                    <m:r>
                      <a:rPr lang="en-US" altLang="zh-CN" sz="1600" i="1">
                        <a:solidFill>
                          <a:srgbClr val="7030A0"/>
                        </a:solidFill>
                        <a:latin typeface="Cambria Math" panose="02040503050406030204" pitchFamily="18" charset="0"/>
                      </a:rPr>
                      <m:t>,</m:t>
                    </m:r>
                    <m:r>
                      <a:rPr lang="en-US" altLang="zh-CN" sz="1600" i="1">
                        <a:solidFill>
                          <a:srgbClr val="7030A0"/>
                        </a:solidFill>
                        <a:latin typeface="Cambria Math" panose="02040503050406030204" pitchFamily="18" charset="0"/>
                      </a:rPr>
                      <m:t>𝑘</m:t>
                    </m:r>
                    <m:r>
                      <a:rPr lang="en-US" altLang="zh-CN" sz="1600" i="1">
                        <a:solidFill>
                          <a:srgbClr val="7030A0"/>
                        </a:solidFill>
                        <a:latin typeface="Cambria Math" panose="02040503050406030204" pitchFamily="18" charset="0"/>
                      </a:rPr>
                      <m:t>)</m:t>
                    </m:r>
                  </m:oMath>
                </a14:m>
                <a:r>
                  <a:rPr lang="zh-CN" altLang="zh-CN" sz="1600" dirty="0">
                    <a:solidFill>
                      <a:srgbClr val="7030A0"/>
                    </a:solidFill>
                    <a:latin typeface="Times New Roman" panose="02020603050405020304" pitchFamily="18" charset="0"/>
                    <a:cs typeface="Times New Roman" panose="02020603050405020304" pitchFamily="18" charset="0"/>
                  </a:rPr>
                  <a:t>。</a:t>
                </a:r>
              </a:p>
              <a:p>
                <a:pPr>
                  <a:lnSpc>
                    <a:spcPts val="2600"/>
                  </a:lnSpc>
                  <a:spcBef>
                    <a:spcPts val="0"/>
                  </a:spcBef>
                </a:pPr>
                <a:r>
                  <a:rPr lang="en-US" altLang="zh-CN" sz="1600" dirty="0">
                    <a:latin typeface="Times New Roman" panose="02020603050405020304" pitchFamily="18" charset="0"/>
                    <a:cs typeface="Times New Roman" panose="02020603050405020304" pitchFamily="18" charset="0"/>
                  </a:rPr>
                  <a:t>  </a:t>
                </a:r>
                <a:r>
                  <a:rPr lang="zh-CN" altLang="zh-CN" sz="1600" dirty="0">
                    <a:latin typeface="Times New Roman" panose="02020603050405020304" pitchFamily="18" charset="0"/>
                    <a:cs typeface="Times New Roman" panose="02020603050405020304" pitchFamily="18" charset="0"/>
                  </a:rPr>
                  <a:t>活动余量：完成活动</a:t>
                </a:r>
                <a14:m>
                  <m:oMath xmlns:m="http://schemas.openxmlformats.org/officeDocument/2006/math">
                    <m:sSub>
                      <m:sSubPr>
                        <m:ctrlPr>
                          <a:rPr lang="zh-CN" altLang="zh-CN" sz="1600" i="1">
                            <a:latin typeface="Cambria Math" panose="02040503050406030204" pitchFamily="18" charset="0"/>
                            <a:ea typeface="隶书" panose="02010509060101010101" pitchFamily="49" charset="-122"/>
                          </a:rPr>
                        </m:ctrlPr>
                      </m:sSubPr>
                      <m:e>
                        <m:r>
                          <a:rPr lang="en-US" altLang="zh-CN" sz="1600">
                            <a:latin typeface="Cambria Math" panose="02040503050406030204" pitchFamily="18" charset="0"/>
                            <a:ea typeface="隶书" panose="02010509060101010101" pitchFamily="49" charset="-122"/>
                          </a:rPr>
                          <m:t>𝑎</m:t>
                        </m:r>
                      </m:e>
                      <m:sub>
                        <m:r>
                          <a:rPr lang="en-US" altLang="zh-CN" sz="1600">
                            <a:latin typeface="Cambria Math" panose="02040503050406030204" pitchFamily="18" charset="0"/>
                            <a:ea typeface="隶书" panose="02010509060101010101" pitchFamily="49" charset="-122"/>
                          </a:rPr>
                          <m:t>𝑖</m:t>
                        </m:r>
                      </m:sub>
                    </m:sSub>
                  </m:oMath>
                </a14:m>
                <a:r>
                  <a:rPr lang="zh-CN" altLang="zh-CN" sz="1600" dirty="0">
                    <a:latin typeface="Times New Roman" panose="02020603050405020304" pitchFamily="18" charset="0"/>
                    <a:cs typeface="Times New Roman" panose="02020603050405020304" pitchFamily="18" charset="0"/>
                  </a:rPr>
                  <a:t>的时间余量，即两者之差</a:t>
                </a:r>
                <a14:m>
                  <m:oMath xmlns:m="http://schemas.openxmlformats.org/officeDocument/2006/math">
                    <m:r>
                      <a:rPr lang="en-US" altLang="zh-CN" sz="1600">
                        <a:latin typeface="Cambria Math" panose="02040503050406030204" pitchFamily="18" charset="0"/>
                        <a:ea typeface="隶书" panose="02010509060101010101" pitchFamily="49" charset="-122"/>
                      </a:rPr>
                      <m:t>𝑙</m:t>
                    </m:r>
                    <m:d>
                      <m:dPr>
                        <m:ctrlPr>
                          <a:rPr lang="zh-CN" altLang="zh-CN" sz="1600" i="1">
                            <a:latin typeface="Cambria Math" panose="02040503050406030204" pitchFamily="18" charset="0"/>
                            <a:ea typeface="隶书" panose="02010509060101010101" pitchFamily="49" charset="-122"/>
                          </a:rPr>
                        </m:ctrlPr>
                      </m:dPr>
                      <m:e>
                        <m:sSub>
                          <m:sSubPr>
                            <m:ctrlPr>
                              <a:rPr lang="zh-CN" altLang="zh-CN" sz="1600" i="1">
                                <a:latin typeface="Cambria Math" panose="02040503050406030204" pitchFamily="18" charset="0"/>
                                <a:ea typeface="隶书" panose="02010509060101010101" pitchFamily="49" charset="-122"/>
                              </a:rPr>
                            </m:ctrlPr>
                          </m:sSubPr>
                          <m:e>
                            <m:r>
                              <a:rPr lang="en-US" altLang="zh-CN" sz="1600">
                                <a:latin typeface="Cambria Math" panose="02040503050406030204" pitchFamily="18" charset="0"/>
                                <a:ea typeface="隶书" panose="02010509060101010101" pitchFamily="49" charset="-122"/>
                              </a:rPr>
                              <m:t>𝑎</m:t>
                            </m:r>
                          </m:e>
                          <m:sub>
                            <m:r>
                              <a:rPr lang="en-US" altLang="zh-CN" sz="1600">
                                <a:latin typeface="Cambria Math" panose="02040503050406030204" pitchFamily="18" charset="0"/>
                                <a:ea typeface="隶书" panose="02010509060101010101" pitchFamily="49" charset="-122"/>
                              </a:rPr>
                              <m:t>𝑖</m:t>
                            </m:r>
                          </m:sub>
                        </m:sSub>
                      </m:e>
                    </m:d>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𝑒</m:t>
                    </m:r>
                    <m:r>
                      <a:rPr lang="en-US" altLang="zh-CN" sz="1600">
                        <a:latin typeface="Cambria Math" panose="02040503050406030204" pitchFamily="18" charset="0"/>
                        <a:ea typeface="隶书" panose="02010509060101010101" pitchFamily="49" charset="-122"/>
                      </a:rPr>
                      <m:t>(</m:t>
                    </m:r>
                    <m:sSub>
                      <m:sSubPr>
                        <m:ctrlPr>
                          <a:rPr lang="zh-CN" altLang="zh-CN" sz="1600" i="1">
                            <a:latin typeface="Cambria Math" panose="02040503050406030204" pitchFamily="18" charset="0"/>
                            <a:ea typeface="隶书" panose="02010509060101010101" pitchFamily="49" charset="-122"/>
                          </a:rPr>
                        </m:ctrlPr>
                      </m:sSubPr>
                      <m:e>
                        <m:r>
                          <a:rPr lang="en-US" altLang="zh-CN" sz="1600">
                            <a:latin typeface="Cambria Math" panose="02040503050406030204" pitchFamily="18" charset="0"/>
                            <a:ea typeface="隶书" panose="02010509060101010101" pitchFamily="49" charset="-122"/>
                          </a:rPr>
                          <m:t>𝑎</m:t>
                        </m:r>
                      </m:e>
                      <m:sub>
                        <m:r>
                          <a:rPr lang="en-US" altLang="zh-CN" sz="1600">
                            <a:latin typeface="Cambria Math" panose="02040503050406030204" pitchFamily="18" charset="0"/>
                            <a:ea typeface="隶书" panose="02010509060101010101" pitchFamily="49" charset="-122"/>
                          </a:rPr>
                          <m:t>𝑖</m:t>
                        </m:r>
                      </m:sub>
                    </m:sSub>
                    <m:r>
                      <a:rPr lang="en-US" altLang="zh-CN" sz="1600">
                        <a:latin typeface="Cambria Math" panose="02040503050406030204" pitchFamily="18" charset="0"/>
                        <a:ea typeface="隶书" panose="02010509060101010101" pitchFamily="49" charset="-122"/>
                      </a:rPr>
                      <m:t>)</m:t>
                    </m:r>
                  </m:oMath>
                </a14:m>
                <a:r>
                  <a:rPr lang="zh-CN" altLang="zh-CN" sz="1600" dirty="0">
                    <a:latin typeface="Times New Roman" panose="02020603050405020304" pitchFamily="18" charset="0"/>
                    <a:cs typeface="Times New Roman" panose="02020603050405020304" pitchFamily="18" charset="0"/>
                  </a:rPr>
                  <a:t>。活动余量为</a:t>
                </a:r>
                <a:r>
                  <a:rPr lang="en-US" altLang="zh-CN" sz="1600" dirty="0">
                    <a:latin typeface="Times New Roman" panose="02020603050405020304" pitchFamily="18" charset="0"/>
                    <a:cs typeface="Times New Roman" panose="02020603050405020304" pitchFamily="18" charset="0"/>
                  </a:rPr>
                  <a:t>0</a:t>
                </a:r>
                <a:r>
                  <a:rPr lang="zh-CN" altLang="zh-CN" sz="1600" dirty="0">
                    <a:latin typeface="Times New Roman" panose="02020603050405020304" pitchFamily="18" charset="0"/>
                    <a:cs typeface="Times New Roman" panose="02020603050405020304" pitchFamily="18" charset="0"/>
                  </a:rPr>
                  <a:t>的活动称为</a:t>
                </a:r>
                <a:r>
                  <a:rPr lang="zh-CN" altLang="zh-CN" sz="1600" dirty="0">
                    <a:solidFill>
                      <a:srgbClr val="7030A0"/>
                    </a:solidFill>
                    <a:latin typeface="Times New Roman" panose="02020603050405020304" pitchFamily="18" charset="0"/>
                    <a:cs typeface="Times New Roman" panose="02020603050405020304" pitchFamily="18" charset="0"/>
                  </a:rPr>
                  <a:t>关键活动</a:t>
                </a:r>
                <a:r>
                  <a:rPr lang="zh-CN" altLang="zh-CN" sz="1600" dirty="0">
                    <a:latin typeface="Times New Roman" panose="02020603050405020304" pitchFamily="18" charset="0"/>
                    <a:cs typeface="Times New Roman" panose="02020603050405020304" pitchFamily="18" charset="0"/>
                  </a:rPr>
                  <a:t>。</a:t>
                </a:r>
              </a:p>
              <a:p>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0" y="1064124"/>
                <a:ext cx="9108504" cy="3507876"/>
              </a:xfrm>
              <a:blipFill>
                <a:blip r:embed="rId2"/>
                <a:stretch>
                  <a:fillRect l="-535" r="-2878"/>
                </a:stretch>
              </a:blipFill>
            </p:spPr>
            <p:txBody>
              <a:bodyPr/>
              <a:lstStyle/>
              <a:p>
                <a:r>
                  <a:rPr lang="zh-CN" altLang="en-US">
                    <a:noFill/>
                  </a:rPr>
                  <a:t> </a:t>
                </a:r>
              </a:p>
            </p:txBody>
          </p:sp>
        </mc:Fallback>
      </mc:AlternateContent>
      <p:sp>
        <p:nvSpPr>
          <p:cNvPr id="5" name="文本框 4"/>
          <p:cNvSpPr txBox="1"/>
          <p:nvPr/>
        </p:nvSpPr>
        <p:spPr>
          <a:xfrm>
            <a:off x="611380" y="115457"/>
            <a:ext cx="5544796"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活动的最早开始时间</a:t>
            </a:r>
            <a:r>
              <a:rPr lang="zh-CN" altLang="en-US" sz="2000" dirty="0"/>
              <a:t>、最迟</a:t>
            </a:r>
            <a:r>
              <a:rPr lang="zh-CN" altLang="zh-CN" sz="2000" dirty="0"/>
              <a:t>开始时间</a:t>
            </a:r>
            <a:r>
              <a:rPr lang="zh-CN" altLang="en-US" sz="2000" dirty="0"/>
              <a:t>、关键活动</a:t>
            </a:r>
          </a:p>
        </p:txBody>
      </p:sp>
    </p:spTree>
    <p:extLst>
      <p:ext uri="{BB962C8B-B14F-4D97-AF65-F5344CB8AC3E}">
        <p14:creationId xmlns:p14="http://schemas.microsoft.com/office/powerpoint/2010/main" val="3851704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sz="quarter" idx="11"/>
          </p:nvPr>
        </p:nvSpPr>
        <p:spPr>
          <a:xfrm>
            <a:off x="395536" y="771550"/>
            <a:ext cx="4860032" cy="1440160"/>
          </a:xfrm>
        </p:spPr>
        <p:txBody>
          <a:bodyPr/>
          <a:lstStyle/>
          <a:p>
            <a:pPr marL="0" lvl="1" indent="0">
              <a:lnSpc>
                <a:spcPts val="2700"/>
              </a:lnSpc>
              <a:spcBef>
                <a:spcPts val="0"/>
              </a:spcBef>
              <a:buNone/>
            </a:pPr>
            <a:r>
              <a:rPr lang="zh-CN" altLang="zh-CN" sz="1600" dirty="0">
                <a:latin typeface="Times New Roman" panose="02020603050405020304" pitchFamily="18" charset="0"/>
                <a:cs typeface="Times New Roman" panose="02020603050405020304" pitchFamily="18" charset="0"/>
              </a:rPr>
              <a:t>已知</a:t>
            </a:r>
            <a:r>
              <a:rPr lang="zh-CN" altLang="en-US" sz="1600" dirty="0">
                <a:latin typeface="Times New Roman" panose="02020603050405020304" pitchFamily="18" charset="0"/>
                <a:cs typeface="Times New Roman" panose="02020603050405020304" pitchFamily="18" charset="0"/>
              </a:rPr>
              <a:t>如</a:t>
            </a:r>
            <a:r>
              <a:rPr lang="zh-CN" altLang="zh-CN" sz="1600" dirty="0">
                <a:latin typeface="Times New Roman" panose="02020603050405020304" pitchFamily="18" charset="0"/>
                <a:cs typeface="Times New Roman" panose="02020603050405020304" pitchFamily="18" charset="0"/>
              </a:rPr>
              <a:t>图所示的</a:t>
            </a:r>
            <a:r>
              <a:rPr lang="en-US" altLang="zh-CN" sz="1600" dirty="0">
                <a:latin typeface="Times New Roman" panose="02020603050405020304" pitchFamily="18" charset="0"/>
                <a:cs typeface="Times New Roman" panose="02020603050405020304" pitchFamily="18" charset="0"/>
              </a:rPr>
              <a:t>AOE</a:t>
            </a:r>
            <a:r>
              <a:rPr lang="zh-CN" altLang="zh-CN" sz="1600" dirty="0">
                <a:latin typeface="Times New Roman" panose="02020603050405020304" pitchFamily="18" charset="0"/>
                <a:cs typeface="Times New Roman" panose="02020603050405020304" pitchFamily="18" charset="0"/>
              </a:rPr>
              <a:t>网，请完成下列问题：</a:t>
            </a:r>
          </a:p>
          <a:p>
            <a:pPr marL="0" indent="0">
              <a:lnSpc>
                <a:spcPts val="27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1</a:t>
            </a:r>
            <a:r>
              <a:rPr lang="zh-CN" altLang="zh-CN" sz="1600" dirty="0">
                <a:latin typeface="Times New Roman" panose="02020603050405020304" pitchFamily="18" charset="0"/>
                <a:cs typeface="Times New Roman" panose="02020603050405020304" pitchFamily="18" charset="0"/>
              </a:rPr>
              <a:t>）计算每个事件的最早（迟）发生时间；</a:t>
            </a:r>
          </a:p>
          <a:p>
            <a:pPr marL="0" indent="0">
              <a:lnSpc>
                <a:spcPts val="27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）计算每个活动的最早（迟）开始时间；</a:t>
            </a:r>
          </a:p>
          <a:p>
            <a:pPr marL="0" indent="0">
              <a:lnSpc>
                <a:spcPts val="27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）给出关键活动和关键路径。</a:t>
            </a:r>
          </a:p>
        </p:txBody>
      </p:sp>
      <p:pic>
        <p:nvPicPr>
          <p:cNvPr id="252" name="图片 251"/>
          <p:cNvPicPr>
            <a:picLocks noChangeAspect="1"/>
          </p:cNvPicPr>
          <p:nvPr/>
        </p:nvPicPr>
        <p:blipFill>
          <a:blip r:embed="rId2"/>
          <a:stretch>
            <a:fillRect/>
          </a:stretch>
        </p:blipFill>
        <p:spPr>
          <a:xfrm>
            <a:off x="1403648" y="2139702"/>
            <a:ext cx="5671105" cy="2721812"/>
          </a:xfrm>
          <a:prstGeom prst="rect">
            <a:avLst/>
          </a:prstGeom>
        </p:spPr>
      </p:pic>
      <p:sp>
        <p:nvSpPr>
          <p:cNvPr id="6" name="文本框 5"/>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例题</a:t>
            </a:r>
          </a:p>
        </p:txBody>
      </p:sp>
    </p:spTree>
    <p:extLst>
      <p:ext uri="{BB962C8B-B14F-4D97-AF65-F5344CB8AC3E}">
        <p14:creationId xmlns:p14="http://schemas.microsoft.com/office/powerpoint/2010/main" val="4163166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内容占位符 3"/>
          <p:cNvPicPr>
            <a:picLocks noGrp="1" noChangeAspect="1"/>
          </p:cNvPicPr>
          <p:nvPr>
            <p:ph sz="quarter" idx="11"/>
          </p:nvPr>
        </p:nvPicPr>
        <p:blipFill>
          <a:blip r:embed="rId3"/>
          <a:stretch>
            <a:fillRect/>
          </a:stretch>
        </p:blipFill>
        <p:spPr>
          <a:xfrm>
            <a:off x="5724129" y="761047"/>
            <a:ext cx="3300752" cy="1584176"/>
          </a:xfrm>
          <a:prstGeom prst="rect">
            <a:avLst/>
          </a:prstGeom>
        </p:spPr>
      </p:pic>
      <p:pic>
        <p:nvPicPr>
          <p:cNvPr id="6" name="图片 5"/>
          <p:cNvPicPr>
            <a:picLocks noChangeAspect="1"/>
          </p:cNvPicPr>
          <p:nvPr/>
        </p:nvPicPr>
        <p:blipFill>
          <a:blip r:embed="rId4"/>
          <a:stretch>
            <a:fillRect/>
          </a:stretch>
        </p:blipFill>
        <p:spPr>
          <a:xfrm>
            <a:off x="-23881" y="763752"/>
            <a:ext cx="5748010" cy="1191279"/>
          </a:xfrm>
          <a:prstGeom prst="rect">
            <a:avLst/>
          </a:prstGeom>
        </p:spPr>
      </p:pic>
      <p:pic>
        <p:nvPicPr>
          <p:cNvPr id="8" name="图片 7"/>
          <p:cNvPicPr>
            <a:picLocks noChangeAspect="1"/>
          </p:cNvPicPr>
          <p:nvPr/>
        </p:nvPicPr>
        <p:blipFill>
          <a:blip r:embed="rId5"/>
          <a:stretch>
            <a:fillRect/>
          </a:stretch>
        </p:blipFill>
        <p:spPr>
          <a:xfrm>
            <a:off x="51538" y="1919126"/>
            <a:ext cx="5616624" cy="613271"/>
          </a:xfrm>
          <a:prstGeom prst="rect">
            <a:avLst/>
          </a:prstGeom>
        </p:spPr>
      </p:pic>
      <p:pic>
        <p:nvPicPr>
          <p:cNvPr id="9" name="图片 8"/>
          <p:cNvPicPr>
            <a:picLocks noChangeAspect="1"/>
          </p:cNvPicPr>
          <p:nvPr/>
        </p:nvPicPr>
        <p:blipFill>
          <a:blip r:embed="rId6"/>
          <a:stretch>
            <a:fillRect/>
          </a:stretch>
        </p:blipFill>
        <p:spPr>
          <a:xfrm>
            <a:off x="35496" y="2571750"/>
            <a:ext cx="5688633" cy="2155195"/>
          </a:xfrm>
          <a:prstGeom prst="rect">
            <a:avLst/>
          </a:prstGeom>
        </p:spPr>
      </p:pic>
      <p:cxnSp>
        <p:nvCxnSpPr>
          <p:cNvPr id="11" name="直接连接符 10"/>
          <p:cNvCxnSpPr/>
          <p:nvPr/>
        </p:nvCxnSpPr>
        <p:spPr>
          <a:xfrm>
            <a:off x="64350" y="1367414"/>
            <a:ext cx="1842891" cy="7783"/>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nvCxnSpPr>
        <p:spPr>
          <a:xfrm>
            <a:off x="83441" y="1635647"/>
            <a:ext cx="1823800" cy="8044"/>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a:off x="80393" y="1915658"/>
            <a:ext cx="1826848" cy="1671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99483" y="2187648"/>
            <a:ext cx="1807758" cy="16692"/>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113493" y="2460362"/>
            <a:ext cx="1793748" cy="11327"/>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2851829" y="1369248"/>
            <a:ext cx="1792179" cy="2057"/>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2872227" y="1636686"/>
            <a:ext cx="1771781" cy="10054"/>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858144" y="1907224"/>
            <a:ext cx="1785864" cy="11902"/>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a:off x="2866855" y="2191498"/>
            <a:ext cx="1777153" cy="3063"/>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箭头连接符 23"/>
          <p:cNvCxnSpPr/>
          <p:nvPr/>
        </p:nvCxnSpPr>
        <p:spPr>
          <a:xfrm>
            <a:off x="1691680" y="1131590"/>
            <a:ext cx="0" cy="1328771"/>
          </a:xfrm>
          <a:prstGeom prst="straightConnector1">
            <a:avLst/>
          </a:prstGeom>
          <a:ln>
            <a:solidFill>
              <a:srgbClr val="C0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p:cNvCxnSpPr/>
          <p:nvPr/>
        </p:nvCxnSpPr>
        <p:spPr>
          <a:xfrm>
            <a:off x="4355976" y="1131589"/>
            <a:ext cx="0" cy="1056057"/>
          </a:xfrm>
          <a:prstGeom prst="straightConnector1">
            <a:avLst/>
          </a:prstGeom>
          <a:ln>
            <a:solidFill>
              <a:srgbClr val="C0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9" name="直接箭头连接符 38"/>
          <p:cNvCxnSpPr/>
          <p:nvPr/>
        </p:nvCxnSpPr>
        <p:spPr>
          <a:xfrm flipV="1">
            <a:off x="5436096" y="1083645"/>
            <a:ext cx="0" cy="1072751"/>
          </a:xfrm>
          <a:prstGeom prst="straightConnector1">
            <a:avLst/>
          </a:prstGeom>
          <a:ln>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1" name="直接箭头连接符 40"/>
          <p:cNvCxnSpPr/>
          <p:nvPr/>
        </p:nvCxnSpPr>
        <p:spPr>
          <a:xfrm flipV="1">
            <a:off x="2555776" y="1079793"/>
            <a:ext cx="0" cy="1392998"/>
          </a:xfrm>
          <a:prstGeom prst="straightConnector1">
            <a:avLst/>
          </a:prstGeom>
          <a:ln>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2" name="椭圆 41"/>
          <p:cNvSpPr/>
          <p:nvPr/>
        </p:nvSpPr>
        <p:spPr>
          <a:xfrm>
            <a:off x="5004048" y="1955031"/>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椭圆 42"/>
          <p:cNvSpPr/>
          <p:nvPr/>
        </p:nvSpPr>
        <p:spPr>
          <a:xfrm>
            <a:off x="5004048" y="1683591"/>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椭圆 43"/>
          <p:cNvSpPr/>
          <p:nvPr/>
        </p:nvSpPr>
        <p:spPr>
          <a:xfrm>
            <a:off x="5004048" y="1402197"/>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椭圆 44"/>
          <p:cNvSpPr/>
          <p:nvPr/>
        </p:nvSpPr>
        <p:spPr>
          <a:xfrm>
            <a:off x="5004048" y="1123569"/>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椭圆 45"/>
          <p:cNvSpPr/>
          <p:nvPr/>
        </p:nvSpPr>
        <p:spPr>
          <a:xfrm>
            <a:off x="2208657" y="2231259"/>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椭圆 47"/>
          <p:cNvSpPr/>
          <p:nvPr/>
        </p:nvSpPr>
        <p:spPr>
          <a:xfrm>
            <a:off x="2195737" y="1950081"/>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椭圆 48"/>
          <p:cNvSpPr/>
          <p:nvPr/>
        </p:nvSpPr>
        <p:spPr>
          <a:xfrm>
            <a:off x="2208657" y="1673950"/>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9"/>
          <p:cNvSpPr/>
          <p:nvPr/>
        </p:nvSpPr>
        <p:spPr>
          <a:xfrm>
            <a:off x="2208657" y="1402196"/>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椭圆 50"/>
          <p:cNvSpPr/>
          <p:nvPr/>
        </p:nvSpPr>
        <p:spPr>
          <a:xfrm>
            <a:off x="2208657" y="1120788"/>
            <a:ext cx="288032" cy="20136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椭圆 52"/>
          <p:cNvSpPr/>
          <p:nvPr/>
        </p:nvSpPr>
        <p:spPr>
          <a:xfrm>
            <a:off x="875529" y="2917728"/>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椭圆 53"/>
          <p:cNvSpPr/>
          <p:nvPr/>
        </p:nvSpPr>
        <p:spPr>
          <a:xfrm>
            <a:off x="875530" y="3163856"/>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54"/>
          <p:cNvSpPr/>
          <p:nvPr/>
        </p:nvSpPr>
        <p:spPr>
          <a:xfrm>
            <a:off x="899592" y="3431603"/>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椭圆 55"/>
          <p:cNvSpPr/>
          <p:nvPr/>
        </p:nvSpPr>
        <p:spPr>
          <a:xfrm>
            <a:off x="891572" y="3679724"/>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椭圆 56"/>
          <p:cNvSpPr/>
          <p:nvPr/>
        </p:nvSpPr>
        <p:spPr>
          <a:xfrm>
            <a:off x="891572" y="3943499"/>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883551" y="4199628"/>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58"/>
          <p:cNvSpPr/>
          <p:nvPr/>
        </p:nvSpPr>
        <p:spPr>
          <a:xfrm>
            <a:off x="899593" y="4455576"/>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椭圆 59"/>
          <p:cNvSpPr/>
          <p:nvPr/>
        </p:nvSpPr>
        <p:spPr>
          <a:xfrm>
            <a:off x="3627875" y="2917729"/>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椭圆 60"/>
          <p:cNvSpPr/>
          <p:nvPr/>
        </p:nvSpPr>
        <p:spPr>
          <a:xfrm>
            <a:off x="3635896" y="3171696"/>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3636439" y="3427825"/>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椭圆 62"/>
          <p:cNvSpPr/>
          <p:nvPr/>
        </p:nvSpPr>
        <p:spPr>
          <a:xfrm>
            <a:off x="3627875" y="3683954"/>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3635896" y="3935478"/>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椭圆 64"/>
          <p:cNvSpPr/>
          <p:nvPr/>
        </p:nvSpPr>
        <p:spPr>
          <a:xfrm>
            <a:off x="3643736" y="4191607"/>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p:nvPr/>
        </p:nvSpPr>
        <p:spPr>
          <a:xfrm>
            <a:off x="3691862" y="4455576"/>
            <a:ext cx="1872208"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椭圆 66"/>
          <p:cNvSpPr/>
          <p:nvPr/>
        </p:nvSpPr>
        <p:spPr>
          <a:xfrm>
            <a:off x="323528" y="2917728"/>
            <a:ext cx="216024"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椭圆 67"/>
          <p:cNvSpPr/>
          <p:nvPr/>
        </p:nvSpPr>
        <p:spPr>
          <a:xfrm>
            <a:off x="323528" y="3439443"/>
            <a:ext cx="216024"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椭圆 68"/>
          <p:cNvSpPr/>
          <p:nvPr/>
        </p:nvSpPr>
        <p:spPr>
          <a:xfrm>
            <a:off x="331549" y="4451979"/>
            <a:ext cx="216024"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p:cNvSpPr/>
          <p:nvPr/>
        </p:nvSpPr>
        <p:spPr>
          <a:xfrm>
            <a:off x="3083895" y="2935387"/>
            <a:ext cx="216024"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a:xfrm>
            <a:off x="3091735" y="3939902"/>
            <a:ext cx="216024" cy="196385"/>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2" name="文本框 71"/>
              <p:cNvSpPr txBox="1"/>
              <p:nvPr/>
            </p:nvSpPr>
            <p:spPr>
              <a:xfrm>
                <a:off x="6173484" y="3603669"/>
                <a:ext cx="2718996" cy="1200329"/>
              </a:xfrm>
              <a:prstGeom prst="rect">
                <a:avLst/>
              </a:prstGeom>
              <a:noFill/>
            </p:spPr>
            <p:txBody>
              <a:bodyPr wrap="square" rtlCol="0">
                <a:spAutoFit/>
              </a:bodyPr>
              <a:lstStyle/>
              <a:p>
                <a:r>
                  <a:rPr lang="zh-CN" altLang="zh-CN" dirty="0">
                    <a:latin typeface="隶书" panose="02010509060101010101" pitchFamily="49" charset="-122"/>
                    <a:ea typeface="隶书" panose="02010509060101010101" pitchFamily="49" charset="-122"/>
                  </a:rPr>
                  <a:t>关键活动为</a:t>
                </a:r>
                <a:r>
                  <a:rPr lang="en-US" altLang="zh-CN" dirty="0">
                    <a:latin typeface="隶书" panose="02010509060101010101" pitchFamily="49" charset="-122"/>
                    <a:ea typeface="隶书" panose="02010509060101010101" pitchFamily="49" charset="-122"/>
                  </a:rPr>
                  <a:t>:</a:t>
                </a:r>
              </a:p>
              <a:p>
                <a:pPr/>
                <a14:m>
                  <m:oMathPara xmlns:m="http://schemas.openxmlformats.org/officeDocument/2006/math">
                    <m:oMathParaPr>
                      <m:jc m:val="centerGroup"/>
                    </m:oMathParaPr>
                    <m:oMath xmlns:m="http://schemas.openxmlformats.org/officeDocument/2006/math">
                      <m:sSub>
                        <m:sSubPr>
                          <m:ctrlPr>
                            <a:rPr lang="zh-CN" altLang="zh-CN" i="1">
                              <a:latin typeface="Cambria Math" panose="02040503050406030204" pitchFamily="18" charset="0"/>
                            </a:rPr>
                          </m:ctrlPr>
                        </m:sSubPr>
                        <m:e>
                          <m:r>
                            <a:rPr lang="en-US" altLang="zh-CN" i="1">
                              <a:latin typeface="Cambria Math" panose="02040503050406030204" pitchFamily="18" charset="0"/>
                            </a:rPr>
                            <m:t>𝑎</m:t>
                          </m:r>
                        </m:e>
                        <m:sub>
                          <m:r>
                            <a:rPr lang="en-US" altLang="zh-CN" i="1">
                              <a:latin typeface="Cambria Math" panose="02040503050406030204" pitchFamily="18" charset="0"/>
                            </a:rPr>
                            <m:t>1</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𝑎</m:t>
                          </m:r>
                        </m:e>
                        <m:sub>
                          <m:r>
                            <a:rPr lang="en-US" altLang="zh-CN" i="1">
                              <a:latin typeface="Cambria Math" panose="02040503050406030204" pitchFamily="18" charset="0"/>
                            </a:rPr>
                            <m:t>3</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𝑎</m:t>
                          </m:r>
                        </m:e>
                        <m:sub>
                          <m:r>
                            <a:rPr lang="en-US" altLang="zh-CN" i="1">
                              <a:latin typeface="Cambria Math" panose="02040503050406030204" pitchFamily="18" charset="0"/>
                            </a:rPr>
                            <m:t>7</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𝑎</m:t>
                          </m:r>
                        </m:e>
                        <m:sub>
                          <m:r>
                            <a:rPr lang="en-US" altLang="zh-CN" i="1">
                              <a:latin typeface="Cambria Math" panose="02040503050406030204" pitchFamily="18" charset="0"/>
                            </a:rPr>
                            <m:t>8</m:t>
                          </m:r>
                        </m:sub>
                      </m:sSub>
                      <m:r>
                        <a:rPr lang="en-US" altLang="zh-CN" i="1">
                          <a:latin typeface="Cambria Math" panose="02040503050406030204" pitchFamily="18" charset="0"/>
                        </a:rPr>
                        <m:t>,</m:t>
                      </m:r>
                      <m:r>
                        <a:rPr lang="en-US" altLang="zh-CN">
                          <a:latin typeface="Cambria Math" panose="02040503050406030204" pitchFamily="18" charset="0"/>
                        </a:rPr>
                        <m:t> </m:t>
                      </m:r>
                      <m:sSub>
                        <m:sSubPr>
                          <m:ctrlPr>
                            <a:rPr lang="zh-CN" altLang="zh-CN" i="1">
                              <a:latin typeface="Cambria Math" panose="02040503050406030204" pitchFamily="18" charset="0"/>
                            </a:rPr>
                          </m:ctrlPr>
                        </m:sSubPr>
                        <m:e>
                          <m:r>
                            <a:rPr lang="en-US" altLang="zh-CN" i="1">
                              <a:latin typeface="Cambria Math" panose="02040503050406030204" pitchFamily="18" charset="0"/>
                            </a:rPr>
                            <m:t>𝑎</m:t>
                          </m:r>
                        </m:e>
                        <m:sub>
                          <m:r>
                            <a:rPr lang="en-US" altLang="zh-CN" i="1">
                              <a:latin typeface="Cambria Math" panose="02040503050406030204" pitchFamily="18" charset="0"/>
                            </a:rPr>
                            <m:t>12</m:t>
                          </m:r>
                        </m:sub>
                      </m:sSub>
                    </m:oMath>
                  </m:oMathPara>
                </a14:m>
                <a:endParaRPr lang="en-US" altLang="zh-CN" dirty="0">
                  <a:latin typeface="隶书" panose="02010509060101010101" pitchFamily="49" charset="-122"/>
                  <a:ea typeface="隶书" panose="02010509060101010101" pitchFamily="49" charset="-122"/>
                </a:endParaRPr>
              </a:p>
              <a:p>
                <a:r>
                  <a:rPr lang="zh-CN" altLang="zh-CN" dirty="0">
                    <a:latin typeface="隶书" panose="02010509060101010101" pitchFamily="49" charset="-122"/>
                    <a:ea typeface="隶书" panose="02010509060101010101" pitchFamily="49" charset="-122"/>
                  </a:rPr>
                  <a:t>关键路径为</a:t>
                </a:r>
                <a:r>
                  <a:rPr lang="en-US" altLang="zh-CN" dirty="0">
                    <a:latin typeface="隶书" panose="02010509060101010101" pitchFamily="49" charset="-122"/>
                    <a:ea typeface="隶书" panose="02010509060101010101" pitchFamily="49" charset="-122"/>
                  </a:rPr>
                  <a:t>:</a:t>
                </a:r>
              </a:p>
              <a:p>
                <a:pPr/>
                <a14:m>
                  <m:oMathPara xmlns:m="http://schemas.openxmlformats.org/officeDocument/2006/math">
                    <m:oMathParaPr>
                      <m:jc m:val="centerGroup"/>
                    </m:oMathParaPr>
                    <m:oMath xmlns:m="http://schemas.openxmlformats.org/officeDocument/2006/math">
                      <m:r>
                        <a:rPr lang="en-US" altLang="zh-CN">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1</m:t>
                          </m:r>
                        </m:sub>
                      </m:sSub>
                      <m:r>
                        <a:rPr lang="en-US" altLang="zh-CN">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2</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4</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5</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7</m:t>
                          </m:r>
                        </m:sub>
                      </m:sSub>
                      <m:r>
                        <a:rPr lang="en-US" altLang="zh-CN" i="1">
                          <a:latin typeface="Cambria Math" panose="02040503050406030204" pitchFamily="18" charset="0"/>
                        </a:rPr>
                        <m:t>,</m:t>
                      </m:r>
                      <m:sSub>
                        <m:sSubPr>
                          <m:ctrlPr>
                            <a:rPr lang="zh-CN" altLang="zh-CN" i="1">
                              <a:latin typeface="Cambria Math" panose="02040503050406030204" pitchFamily="18" charset="0"/>
                            </a:rPr>
                          </m:ctrlPr>
                        </m:sSubPr>
                        <m:e>
                          <m:r>
                            <a:rPr lang="en-US" altLang="zh-CN" i="1">
                              <a:latin typeface="Cambria Math" panose="02040503050406030204" pitchFamily="18" charset="0"/>
                            </a:rPr>
                            <m:t>𝑣</m:t>
                          </m:r>
                        </m:e>
                        <m:sub>
                          <m:r>
                            <a:rPr lang="en-US" altLang="zh-CN" i="1">
                              <a:latin typeface="Cambria Math" panose="02040503050406030204" pitchFamily="18" charset="0"/>
                            </a:rPr>
                            <m:t>9</m:t>
                          </m:r>
                        </m:sub>
                      </m:sSub>
                      <m:r>
                        <a:rPr lang="en-US" altLang="zh-CN" i="1">
                          <a:latin typeface="Cambria Math" panose="02040503050406030204" pitchFamily="18" charset="0"/>
                        </a:rPr>
                        <m:t>)</m:t>
                      </m:r>
                    </m:oMath>
                  </m:oMathPara>
                </a14:m>
                <a:endParaRPr lang="zh-CN" altLang="en-US" dirty="0">
                  <a:latin typeface="隶书" panose="02010509060101010101" pitchFamily="49" charset="-122"/>
                  <a:ea typeface="隶书" panose="02010509060101010101" pitchFamily="49" charset="-122"/>
                </a:endParaRPr>
              </a:p>
            </p:txBody>
          </p:sp>
        </mc:Choice>
        <mc:Fallback xmlns="">
          <p:sp>
            <p:nvSpPr>
              <p:cNvPr id="72" name="文本框 71"/>
              <p:cNvSpPr txBox="1">
                <a:spLocks noRot="1" noChangeAspect="1" noMove="1" noResize="1" noEditPoints="1" noAdjustHandles="1" noChangeArrowheads="1" noChangeShapeType="1" noTextEdit="1"/>
              </p:cNvSpPr>
              <p:nvPr/>
            </p:nvSpPr>
            <p:spPr>
              <a:xfrm>
                <a:off x="6173484" y="3603669"/>
                <a:ext cx="2718996" cy="1200329"/>
              </a:xfrm>
              <a:prstGeom prst="rect">
                <a:avLst/>
              </a:prstGeom>
              <a:blipFill>
                <a:blip r:embed="rId7"/>
                <a:stretch>
                  <a:fillRect l="-2018" t="-2538" b="-4569"/>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3" name="矩形 72"/>
              <p:cNvSpPr/>
              <p:nvPr/>
            </p:nvSpPr>
            <p:spPr>
              <a:xfrm>
                <a:off x="6322430" y="2452331"/>
                <a:ext cx="1587101"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US" altLang="zh-CN" i="1">
                          <a:solidFill>
                            <a:srgbClr val="7030A0"/>
                          </a:solidFill>
                          <a:latin typeface="Cambria Math" panose="02040503050406030204" pitchFamily="18" charset="0"/>
                        </a:rPr>
                        <m:t>𝑒</m:t>
                      </m:r>
                      <m:d>
                        <m:dPr>
                          <m:ctrlPr>
                            <a:rPr lang="zh-CN" altLang="zh-CN" i="1">
                              <a:solidFill>
                                <a:srgbClr val="7030A0"/>
                              </a:solidFill>
                              <a:latin typeface="Cambria Math" panose="02040503050406030204" pitchFamily="18" charset="0"/>
                            </a:rPr>
                          </m:ctrlPr>
                        </m:dPr>
                        <m:e>
                          <m:sSub>
                            <m:sSubPr>
                              <m:ctrlPr>
                                <a:rPr lang="zh-CN" altLang="zh-CN" i="1">
                                  <a:solidFill>
                                    <a:srgbClr val="7030A0"/>
                                  </a:solidFill>
                                  <a:latin typeface="Cambria Math" panose="02040503050406030204" pitchFamily="18" charset="0"/>
                                </a:rPr>
                              </m:ctrlPr>
                            </m:sSubPr>
                            <m:e>
                              <m:r>
                                <a:rPr lang="en-US" altLang="zh-CN" i="1">
                                  <a:solidFill>
                                    <a:srgbClr val="7030A0"/>
                                  </a:solidFill>
                                  <a:latin typeface="Cambria Math" panose="02040503050406030204" pitchFamily="18" charset="0"/>
                                </a:rPr>
                                <m:t>𝑎</m:t>
                              </m:r>
                            </m:e>
                            <m:sub>
                              <m:r>
                                <a:rPr lang="en-US" altLang="zh-CN" i="1">
                                  <a:solidFill>
                                    <a:srgbClr val="7030A0"/>
                                  </a:solidFill>
                                  <a:latin typeface="Cambria Math" panose="02040503050406030204" pitchFamily="18" charset="0"/>
                                </a:rPr>
                                <m:t>𝑖</m:t>
                              </m:r>
                            </m:sub>
                          </m:sSub>
                        </m:e>
                      </m:d>
                      <m:r>
                        <a:rPr lang="en-US" altLang="zh-CN">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𝑣𝑒</m:t>
                      </m:r>
                      <m:r>
                        <a:rPr lang="en-US" altLang="zh-CN" i="1">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𝑗</m:t>
                      </m:r>
                      <m:r>
                        <a:rPr lang="en-US" altLang="zh-CN" i="1">
                          <a:solidFill>
                            <a:srgbClr val="7030A0"/>
                          </a:solidFill>
                          <a:latin typeface="Cambria Math" panose="02040503050406030204" pitchFamily="18" charset="0"/>
                        </a:rPr>
                        <m:t>)</m:t>
                      </m:r>
                    </m:oMath>
                  </m:oMathPara>
                </a14:m>
                <a:endParaRPr lang="zh-CN" altLang="en-US" dirty="0"/>
              </a:p>
            </p:txBody>
          </p:sp>
        </mc:Choice>
        <mc:Fallback xmlns="">
          <p:sp>
            <p:nvSpPr>
              <p:cNvPr id="73" name="矩形 72"/>
              <p:cNvSpPr>
                <a:spLocks noRot="1" noChangeAspect="1" noMove="1" noResize="1" noEditPoints="1" noAdjustHandles="1" noChangeArrowheads="1" noChangeShapeType="1" noTextEdit="1"/>
              </p:cNvSpPr>
              <p:nvPr/>
            </p:nvSpPr>
            <p:spPr>
              <a:xfrm>
                <a:off x="6322430" y="2452331"/>
                <a:ext cx="1587101" cy="369332"/>
              </a:xfrm>
              <a:prstGeom prst="rect">
                <a:avLst/>
              </a:prstGeom>
              <a:blipFill>
                <a:blip r:embed="rId8"/>
                <a:stretch>
                  <a:fillRect b="-1475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4" name="矩形 73"/>
              <p:cNvSpPr/>
              <p:nvPr/>
            </p:nvSpPr>
            <p:spPr>
              <a:xfrm>
                <a:off x="5962581" y="2893441"/>
                <a:ext cx="269195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US" altLang="zh-CN" i="1">
                          <a:solidFill>
                            <a:srgbClr val="7030A0"/>
                          </a:solidFill>
                          <a:latin typeface="Cambria Math" panose="02040503050406030204" pitchFamily="18" charset="0"/>
                        </a:rPr>
                        <m:t>𝑙</m:t>
                      </m:r>
                      <m:d>
                        <m:dPr>
                          <m:ctrlPr>
                            <a:rPr lang="zh-CN" altLang="zh-CN" i="1">
                              <a:solidFill>
                                <a:srgbClr val="7030A0"/>
                              </a:solidFill>
                              <a:latin typeface="Cambria Math" panose="02040503050406030204" pitchFamily="18" charset="0"/>
                            </a:rPr>
                          </m:ctrlPr>
                        </m:dPr>
                        <m:e>
                          <m:sSub>
                            <m:sSubPr>
                              <m:ctrlPr>
                                <a:rPr lang="zh-CN" altLang="zh-CN" i="1">
                                  <a:solidFill>
                                    <a:srgbClr val="7030A0"/>
                                  </a:solidFill>
                                  <a:latin typeface="Cambria Math" panose="02040503050406030204" pitchFamily="18" charset="0"/>
                                </a:rPr>
                              </m:ctrlPr>
                            </m:sSubPr>
                            <m:e>
                              <m:r>
                                <a:rPr lang="en-US" altLang="zh-CN" i="1">
                                  <a:solidFill>
                                    <a:srgbClr val="7030A0"/>
                                  </a:solidFill>
                                  <a:latin typeface="Cambria Math" panose="02040503050406030204" pitchFamily="18" charset="0"/>
                                </a:rPr>
                                <m:t>𝑎</m:t>
                              </m:r>
                            </m:e>
                            <m:sub>
                              <m:r>
                                <a:rPr lang="en-US" altLang="zh-CN" i="1">
                                  <a:solidFill>
                                    <a:srgbClr val="7030A0"/>
                                  </a:solidFill>
                                  <a:latin typeface="Cambria Math" panose="02040503050406030204" pitchFamily="18" charset="0"/>
                                </a:rPr>
                                <m:t>𝑖</m:t>
                              </m:r>
                            </m:sub>
                          </m:sSub>
                        </m:e>
                      </m:d>
                      <m:r>
                        <a:rPr lang="en-US" altLang="zh-CN" i="1">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𝑣𝑙</m:t>
                      </m:r>
                      <m:d>
                        <m:dPr>
                          <m:ctrlPr>
                            <a:rPr lang="zh-CN" altLang="zh-CN" i="1">
                              <a:solidFill>
                                <a:srgbClr val="7030A0"/>
                              </a:solidFill>
                              <a:latin typeface="Cambria Math" panose="02040503050406030204" pitchFamily="18" charset="0"/>
                            </a:rPr>
                          </m:ctrlPr>
                        </m:dPr>
                        <m:e>
                          <m:r>
                            <a:rPr lang="en-US" altLang="zh-CN" i="1">
                              <a:solidFill>
                                <a:srgbClr val="7030A0"/>
                              </a:solidFill>
                              <a:latin typeface="Cambria Math" panose="02040503050406030204" pitchFamily="18" charset="0"/>
                            </a:rPr>
                            <m:t>𝑘</m:t>
                          </m:r>
                        </m:e>
                      </m:d>
                      <m:r>
                        <a:rPr lang="en-US" altLang="zh-CN" i="1">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𝑑𝑢𝑡</m:t>
                      </m:r>
                      <m:r>
                        <a:rPr lang="en-US" altLang="zh-CN" i="1">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𝑗</m:t>
                      </m:r>
                      <m:r>
                        <a:rPr lang="en-US" altLang="zh-CN" i="1">
                          <a:solidFill>
                            <a:srgbClr val="7030A0"/>
                          </a:solidFill>
                          <a:latin typeface="Cambria Math" panose="02040503050406030204" pitchFamily="18" charset="0"/>
                        </a:rPr>
                        <m:t>,</m:t>
                      </m:r>
                      <m:r>
                        <a:rPr lang="en-US" altLang="zh-CN" i="1">
                          <a:solidFill>
                            <a:srgbClr val="7030A0"/>
                          </a:solidFill>
                          <a:latin typeface="Cambria Math" panose="02040503050406030204" pitchFamily="18" charset="0"/>
                        </a:rPr>
                        <m:t>𝑘</m:t>
                      </m:r>
                      <m:r>
                        <a:rPr lang="en-US" altLang="zh-CN" i="1">
                          <a:solidFill>
                            <a:srgbClr val="7030A0"/>
                          </a:solidFill>
                          <a:latin typeface="Cambria Math" panose="02040503050406030204" pitchFamily="18" charset="0"/>
                        </a:rPr>
                        <m:t>)</m:t>
                      </m:r>
                    </m:oMath>
                  </m:oMathPara>
                </a14:m>
                <a:endParaRPr lang="zh-CN" altLang="en-US" dirty="0"/>
              </a:p>
            </p:txBody>
          </p:sp>
        </mc:Choice>
        <mc:Fallback xmlns="">
          <p:sp>
            <p:nvSpPr>
              <p:cNvPr id="74" name="矩形 73"/>
              <p:cNvSpPr>
                <a:spLocks noRot="1" noChangeAspect="1" noMove="1" noResize="1" noEditPoints="1" noAdjustHandles="1" noChangeArrowheads="1" noChangeShapeType="1" noTextEdit="1"/>
              </p:cNvSpPr>
              <p:nvPr/>
            </p:nvSpPr>
            <p:spPr>
              <a:xfrm>
                <a:off x="5962581" y="2893441"/>
                <a:ext cx="2691955" cy="369332"/>
              </a:xfrm>
              <a:prstGeom prst="rect">
                <a:avLst/>
              </a:prstGeom>
              <a:blipFill>
                <a:blip r:embed="rId9"/>
                <a:stretch>
                  <a:fillRect b="-15000"/>
                </a:stretch>
              </a:blipFill>
            </p:spPr>
            <p:txBody>
              <a:bodyPr/>
              <a:lstStyle/>
              <a:p>
                <a:r>
                  <a:rPr lang="zh-CN" altLang="en-US">
                    <a:noFill/>
                  </a:rPr>
                  <a:t> </a:t>
                </a:r>
              </a:p>
            </p:txBody>
          </p:sp>
        </mc:Fallback>
      </mc:AlternateContent>
      <p:sp>
        <p:nvSpPr>
          <p:cNvPr id="52" name="文本框 51"/>
          <p:cNvSpPr txBox="1"/>
          <p:nvPr/>
        </p:nvSpPr>
        <p:spPr>
          <a:xfrm>
            <a:off x="611380" y="115457"/>
            <a:ext cx="720260"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en-US" sz="2000" dirty="0"/>
              <a:t>例题</a:t>
            </a:r>
          </a:p>
        </p:txBody>
      </p:sp>
    </p:spTree>
    <p:extLst>
      <p:ext uri="{BB962C8B-B14F-4D97-AF65-F5344CB8AC3E}">
        <p14:creationId xmlns:p14="http://schemas.microsoft.com/office/powerpoint/2010/main" val="2542654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1000"/>
                                        <p:tgtEl>
                                          <p:spTgt spid="13"/>
                                        </p:tgtEl>
                                      </p:cBhvr>
                                    </p:animEffect>
                                    <p:anim calcmode="lin" valueType="num">
                                      <p:cBhvr>
                                        <p:cTn id="21" dur="1000" fill="hold"/>
                                        <p:tgtEl>
                                          <p:spTgt spid="13"/>
                                        </p:tgtEl>
                                        <p:attrNameLst>
                                          <p:attrName>ppt_x</p:attrName>
                                        </p:attrNameLst>
                                      </p:cBhvr>
                                      <p:tavLst>
                                        <p:tav tm="0">
                                          <p:val>
                                            <p:strVal val="#ppt_x"/>
                                          </p:val>
                                        </p:tav>
                                        <p:tav tm="100000">
                                          <p:val>
                                            <p:strVal val="#ppt_x"/>
                                          </p:val>
                                        </p:tav>
                                      </p:tavLst>
                                    </p:anim>
                                    <p:anim calcmode="lin" valueType="num">
                                      <p:cBhvr>
                                        <p:cTn id="2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barn(inVertical)">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1000"/>
                                        <p:tgtEl>
                                          <p:spTgt spid="17"/>
                                        </p:tgtEl>
                                      </p:cBhvr>
                                    </p:animEffect>
                                    <p:anim calcmode="lin" valueType="num">
                                      <p:cBhvr>
                                        <p:cTn id="40" dur="1000" fill="hold"/>
                                        <p:tgtEl>
                                          <p:spTgt spid="17"/>
                                        </p:tgtEl>
                                        <p:attrNameLst>
                                          <p:attrName>ppt_x</p:attrName>
                                        </p:attrNameLst>
                                      </p:cBhvr>
                                      <p:tavLst>
                                        <p:tav tm="0">
                                          <p:val>
                                            <p:strVal val="#ppt_x"/>
                                          </p:val>
                                        </p:tav>
                                        <p:tav tm="100000">
                                          <p:val>
                                            <p:strVal val="#ppt_x"/>
                                          </p:val>
                                        </p:tav>
                                      </p:tavLst>
                                    </p:anim>
                                    <p:anim calcmode="lin" valueType="num">
                                      <p:cBhvr>
                                        <p:cTn id="41"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1000"/>
                                        <p:tgtEl>
                                          <p:spTgt spid="20"/>
                                        </p:tgtEl>
                                      </p:cBhvr>
                                    </p:animEffect>
                                    <p:anim calcmode="lin" valueType="num">
                                      <p:cBhvr>
                                        <p:cTn id="47" dur="1000" fill="hold"/>
                                        <p:tgtEl>
                                          <p:spTgt spid="20"/>
                                        </p:tgtEl>
                                        <p:attrNameLst>
                                          <p:attrName>ppt_x</p:attrName>
                                        </p:attrNameLst>
                                      </p:cBhvr>
                                      <p:tavLst>
                                        <p:tav tm="0">
                                          <p:val>
                                            <p:strVal val="#ppt_x"/>
                                          </p:val>
                                        </p:tav>
                                        <p:tav tm="100000">
                                          <p:val>
                                            <p:strVal val="#ppt_x"/>
                                          </p:val>
                                        </p:tav>
                                      </p:tavLst>
                                    </p:anim>
                                    <p:anim calcmode="lin" valueType="num">
                                      <p:cBhvr>
                                        <p:cTn id="48"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1000"/>
                                        <p:tgtEl>
                                          <p:spTgt spid="21"/>
                                        </p:tgtEl>
                                      </p:cBhvr>
                                    </p:animEffect>
                                    <p:anim calcmode="lin" valueType="num">
                                      <p:cBhvr>
                                        <p:cTn id="54" dur="1000" fill="hold"/>
                                        <p:tgtEl>
                                          <p:spTgt spid="21"/>
                                        </p:tgtEl>
                                        <p:attrNameLst>
                                          <p:attrName>ppt_x</p:attrName>
                                        </p:attrNameLst>
                                      </p:cBhvr>
                                      <p:tavLst>
                                        <p:tav tm="0">
                                          <p:val>
                                            <p:strVal val="#ppt_x"/>
                                          </p:val>
                                        </p:tav>
                                        <p:tav tm="100000">
                                          <p:val>
                                            <p:strVal val="#ppt_x"/>
                                          </p:val>
                                        </p:tav>
                                      </p:tavLst>
                                    </p:anim>
                                    <p:anim calcmode="lin" valueType="num">
                                      <p:cBhvr>
                                        <p:cTn id="55"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1000"/>
                                        <p:tgtEl>
                                          <p:spTgt spid="22"/>
                                        </p:tgtEl>
                                      </p:cBhvr>
                                    </p:animEffect>
                                    <p:anim calcmode="lin" valueType="num">
                                      <p:cBhvr>
                                        <p:cTn id="61" dur="1000" fill="hold"/>
                                        <p:tgtEl>
                                          <p:spTgt spid="22"/>
                                        </p:tgtEl>
                                        <p:attrNameLst>
                                          <p:attrName>ppt_x</p:attrName>
                                        </p:attrNameLst>
                                      </p:cBhvr>
                                      <p:tavLst>
                                        <p:tav tm="0">
                                          <p:val>
                                            <p:strVal val="#ppt_x"/>
                                          </p:val>
                                        </p:tav>
                                        <p:tav tm="100000">
                                          <p:val>
                                            <p:strVal val="#ppt_x"/>
                                          </p:val>
                                        </p:tav>
                                      </p:tavLst>
                                    </p:anim>
                                    <p:anim calcmode="lin" valueType="num">
                                      <p:cBhvr>
                                        <p:cTn id="62"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1" fill="hold" nodeType="click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500" fill="hold"/>
                                        <p:tgtEl>
                                          <p:spTgt spid="24"/>
                                        </p:tgtEl>
                                        <p:attrNameLst>
                                          <p:attrName>ppt_x</p:attrName>
                                        </p:attrNameLst>
                                      </p:cBhvr>
                                      <p:tavLst>
                                        <p:tav tm="0">
                                          <p:val>
                                            <p:strVal val="#ppt_x"/>
                                          </p:val>
                                        </p:tav>
                                        <p:tav tm="100000">
                                          <p:val>
                                            <p:strVal val="#ppt_x"/>
                                          </p:val>
                                        </p:tav>
                                      </p:tavLst>
                                    </p:anim>
                                    <p:anim calcmode="lin" valueType="num">
                                      <p:cBhvr additive="base">
                                        <p:cTn id="68"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1" fill="hold" nodeType="click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additive="base">
                                        <p:cTn id="73" dur="500" fill="hold"/>
                                        <p:tgtEl>
                                          <p:spTgt spid="25"/>
                                        </p:tgtEl>
                                        <p:attrNameLst>
                                          <p:attrName>ppt_x</p:attrName>
                                        </p:attrNameLst>
                                      </p:cBhvr>
                                      <p:tavLst>
                                        <p:tav tm="0">
                                          <p:val>
                                            <p:strVal val="#ppt_x"/>
                                          </p:val>
                                        </p:tav>
                                        <p:tav tm="100000">
                                          <p:val>
                                            <p:strVal val="#ppt_x"/>
                                          </p:val>
                                        </p:tav>
                                      </p:tavLst>
                                    </p:anim>
                                    <p:anim calcmode="lin" valueType="num">
                                      <p:cBhvr additive="base">
                                        <p:cTn id="74" dur="500" fill="hold"/>
                                        <p:tgtEl>
                                          <p:spTgt spid="25"/>
                                        </p:tgtEl>
                                        <p:attrNameLst>
                                          <p:attrName>ppt_y</p:attrName>
                                        </p:attrNameLst>
                                      </p:cBhvr>
                                      <p:tavLst>
                                        <p:tav tm="0">
                                          <p:val>
                                            <p:strVal val="0-#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42"/>
                                        </p:tgtEl>
                                        <p:attrNameLst>
                                          <p:attrName>style.visibility</p:attrName>
                                        </p:attrNameLst>
                                      </p:cBhvr>
                                      <p:to>
                                        <p:strVal val="visible"/>
                                      </p:to>
                                    </p:set>
                                    <p:anim calcmode="lin" valueType="num">
                                      <p:cBhvr additive="base">
                                        <p:cTn id="79" dur="500" fill="hold"/>
                                        <p:tgtEl>
                                          <p:spTgt spid="42"/>
                                        </p:tgtEl>
                                        <p:attrNameLst>
                                          <p:attrName>ppt_x</p:attrName>
                                        </p:attrNameLst>
                                      </p:cBhvr>
                                      <p:tavLst>
                                        <p:tav tm="0">
                                          <p:val>
                                            <p:strVal val="#ppt_x"/>
                                          </p:val>
                                        </p:tav>
                                        <p:tav tm="100000">
                                          <p:val>
                                            <p:strVal val="#ppt_x"/>
                                          </p:val>
                                        </p:tav>
                                      </p:tavLst>
                                    </p:anim>
                                    <p:anim calcmode="lin" valueType="num">
                                      <p:cBhvr additive="base">
                                        <p:cTn id="80" dur="500" fill="hold"/>
                                        <p:tgtEl>
                                          <p:spTgt spid="42"/>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2"/>
                                        </p:tgtEl>
                                        <p:attrNameLst>
                                          <p:attrName>style.visibility</p:attrName>
                                        </p:attrNameLst>
                                      </p:cBhvr>
                                      <p:to>
                                        <p:strVal val="hidden"/>
                                      </p:to>
                                    </p:set>
                                  </p:sub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43"/>
                                        </p:tgtEl>
                                        <p:attrNameLst>
                                          <p:attrName>style.visibility</p:attrName>
                                        </p:attrNameLst>
                                      </p:cBhvr>
                                      <p:to>
                                        <p:strVal val="visible"/>
                                      </p:to>
                                    </p:set>
                                    <p:anim calcmode="lin" valueType="num">
                                      <p:cBhvr additive="base">
                                        <p:cTn id="85" dur="500" fill="hold"/>
                                        <p:tgtEl>
                                          <p:spTgt spid="43"/>
                                        </p:tgtEl>
                                        <p:attrNameLst>
                                          <p:attrName>ppt_x</p:attrName>
                                        </p:attrNameLst>
                                      </p:cBhvr>
                                      <p:tavLst>
                                        <p:tav tm="0">
                                          <p:val>
                                            <p:strVal val="#ppt_x"/>
                                          </p:val>
                                        </p:tav>
                                        <p:tav tm="100000">
                                          <p:val>
                                            <p:strVal val="#ppt_x"/>
                                          </p:val>
                                        </p:tav>
                                      </p:tavLst>
                                    </p:anim>
                                    <p:anim calcmode="lin" valueType="num">
                                      <p:cBhvr additive="base">
                                        <p:cTn id="86" dur="500" fill="hold"/>
                                        <p:tgtEl>
                                          <p:spTgt spid="43"/>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3"/>
                                        </p:tgtEl>
                                        <p:attrNameLst>
                                          <p:attrName>style.visibility</p:attrName>
                                        </p:attrNameLst>
                                      </p:cBhvr>
                                      <p:to>
                                        <p:strVal val="hidden"/>
                                      </p:to>
                                    </p:set>
                                  </p:sub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4"/>
                                        </p:tgtEl>
                                        <p:attrNameLst>
                                          <p:attrName>style.visibility</p:attrName>
                                        </p:attrNameLst>
                                      </p:cBhvr>
                                      <p:to>
                                        <p:strVal val="visible"/>
                                      </p:to>
                                    </p:set>
                                    <p:anim calcmode="lin" valueType="num">
                                      <p:cBhvr additive="base">
                                        <p:cTn id="91" dur="500" fill="hold"/>
                                        <p:tgtEl>
                                          <p:spTgt spid="44"/>
                                        </p:tgtEl>
                                        <p:attrNameLst>
                                          <p:attrName>ppt_x</p:attrName>
                                        </p:attrNameLst>
                                      </p:cBhvr>
                                      <p:tavLst>
                                        <p:tav tm="0">
                                          <p:val>
                                            <p:strVal val="#ppt_x"/>
                                          </p:val>
                                        </p:tav>
                                        <p:tav tm="100000">
                                          <p:val>
                                            <p:strVal val="#ppt_x"/>
                                          </p:val>
                                        </p:tav>
                                      </p:tavLst>
                                    </p:anim>
                                    <p:anim calcmode="lin" valueType="num">
                                      <p:cBhvr additive="base">
                                        <p:cTn id="92" dur="500" fill="hold"/>
                                        <p:tgtEl>
                                          <p:spTgt spid="44"/>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4"/>
                                        </p:tgtEl>
                                        <p:attrNameLst>
                                          <p:attrName>style.visibility</p:attrName>
                                        </p:attrNameLst>
                                      </p:cBhvr>
                                      <p:to>
                                        <p:strVal val="hidden"/>
                                      </p:to>
                                    </p:set>
                                  </p:sub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45"/>
                                        </p:tgtEl>
                                        <p:attrNameLst>
                                          <p:attrName>style.visibility</p:attrName>
                                        </p:attrNameLst>
                                      </p:cBhvr>
                                      <p:to>
                                        <p:strVal val="visible"/>
                                      </p:to>
                                    </p:set>
                                    <p:anim calcmode="lin" valueType="num">
                                      <p:cBhvr additive="base">
                                        <p:cTn id="97" dur="500" fill="hold"/>
                                        <p:tgtEl>
                                          <p:spTgt spid="45"/>
                                        </p:tgtEl>
                                        <p:attrNameLst>
                                          <p:attrName>ppt_x</p:attrName>
                                        </p:attrNameLst>
                                      </p:cBhvr>
                                      <p:tavLst>
                                        <p:tav tm="0">
                                          <p:val>
                                            <p:strVal val="#ppt_x"/>
                                          </p:val>
                                        </p:tav>
                                        <p:tav tm="100000">
                                          <p:val>
                                            <p:strVal val="#ppt_x"/>
                                          </p:val>
                                        </p:tav>
                                      </p:tavLst>
                                    </p:anim>
                                    <p:anim calcmode="lin" valueType="num">
                                      <p:cBhvr additive="base">
                                        <p:cTn id="98" dur="500" fill="hold"/>
                                        <p:tgtEl>
                                          <p:spTgt spid="45"/>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5"/>
                                        </p:tgtEl>
                                        <p:attrNameLst>
                                          <p:attrName>style.visibility</p:attrName>
                                        </p:attrNameLst>
                                      </p:cBhvr>
                                      <p:to>
                                        <p:strVal val="hidden"/>
                                      </p:to>
                                    </p:set>
                                  </p:subTnLst>
                                </p:cTn>
                              </p:par>
                            </p:childTnLst>
                          </p:cTn>
                        </p:par>
                      </p:childTnLst>
                    </p:cTn>
                  </p:par>
                  <p:par>
                    <p:cTn id="99" fill="hold">
                      <p:stCondLst>
                        <p:cond delay="indefinite"/>
                      </p:stCondLst>
                      <p:childTnLst>
                        <p:par>
                          <p:cTn id="100" fill="hold">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46"/>
                                        </p:tgtEl>
                                        <p:attrNameLst>
                                          <p:attrName>style.visibility</p:attrName>
                                        </p:attrNameLst>
                                      </p:cBhvr>
                                      <p:to>
                                        <p:strVal val="visible"/>
                                      </p:to>
                                    </p:set>
                                    <p:anim calcmode="lin" valueType="num">
                                      <p:cBhvr additive="base">
                                        <p:cTn id="103" dur="500" fill="hold"/>
                                        <p:tgtEl>
                                          <p:spTgt spid="46"/>
                                        </p:tgtEl>
                                        <p:attrNameLst>
                                          <p:attrName>ppt_x</p:attrName>
                                        </p:attrNameLst>
                                      </p:cBhvr>
                                      <p:tavLst>
                                        <p:tav tm="0">
                                          <p:val>
                                            <p:strVal val="#ppt_x"/>
                                          </p:val>
                                        </p:tav>
                                        <p:tav tm="100000">
                                          <p:val>
                                            <p:strVal val="#ppt_x"/>
                                          </p:val>
                                        </p:tav>
                                      </p:tavLst>
                                    </p:anim>
                                    <p:anim calcmode="lin" valueType="num">
                                      <p:cBhvr additive="base">
                                        <p:cTn id="104" dur="500" fill="hold"/>
                                        <p:tgtEl>
                                          <p:spTgt spid="4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6"/>
                                        </p:tgtEl>
                                        <p:attrNameLst>
                                          <p:attrName>style.visibility</p:attrName>
                                        </p:attrNameLst>
                                      </p:cBhvr>
                                      <p:to>
                                        <p:strVal val="hidden"/>
                                      </p:to>
                                    </p:set>
                                  </p:sub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48"/>
                                        </p:tgtEl>
                                        <p:attrNameLst>
                                          <p:attrName>style.visibility</p:attrName>
                                        </p:attrNameLst>
                                      </p:cBhvr>
                                      <p:to>
                                        <p:strVal val="visible"/>
                                      </p:to>
                                    </p:set>
                                    <p:anim calcmode="lin" valueType="num">
                                      <p:cBhvr additive="base">
                                        <p:cTn id="109" dur="500" fill="hold"/>
                                        <p:tgtEl>
                                          <p:spTgt spid="48"/>
                                        </p:tgtEl>
                                        <p:attrNameLst>
                                          <p:attrName>ppt_x</p:attrName>
                                        </p:attrNameLst>
                                      </p:cBhvr>
                                      <p:tavLst>
                                        <p:tav tm="0">
                                          <p:val>
                                            <p:strVal val="#ppt_x"/>
                                          </p:val>
                                        </p:tav>
                                        <p:tav tm="100000">
                                          <p:val>
                                            <p:strVal val="#ppt_x"/>
                                          </p:val>
                                        </p:tav>
                                      </p:tavLst>
                                    </p:anim>
                                    <p:anim calcmode="lin" valueType="num">
                                      <p:cBhvr additive="base">
                                        <p:cTn id="110" dur="500" fill="hold"/>
                                        <p:tgtEl>
                                          <p:spTgt spid="48"/>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8"/>
                                        </p:tgtEl>
                                        <p:attrNameLst>
                                          <p:attrName>style.visibility</p:attrName>
                                        </p:attrNameLst>
                                      </p:cBhvr>
                                      <p:to>
                                        <p:strVal val="hidden"/>
                                      </p:to>
                                    </p:set>
                                  </p:sub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49"/>
                                        </p:tgtEl>
                                        <p:attrNameLst>
                                          <p:attrName>style.visibility</p:attrName>
                                        </p:attrNameLst>
                                      </p:cBhvr>
                                      <p:to>
                                        <p:strVal val="visible"/>
                                      </p:to>
                                    </p:set>
                                    <p:anim calcmode="lin" valueType="num">
                                      <p:cBhvr additive="base">
                                        <p:cTn id="115" dur="500" fill="hold"/>
                                        <p:tgtEl>
                                          <p:spTgt spid="49"/>
                                        </p:tgtEl>
                                        <p:attrNameLst>
                                          <p:attrName>ppt_x</p:attrName>
                                        </p:attrNameLst>
                                      </p:cBhvr>
                                      <p:tavLst>
                                        <p:tav tm="0">
                                          <p:val>
                                            <p:strVal val="#ppt_x"/>
                                          </p:val>
                                        </p:tav>
                                        <p:tav tm="100000">
                                          <p:val>
                                            <p:strVal val="#ppt_x"/>
                                          </p:val>
                                        </p:tav>
                                      </p:tavLst>
                                    </p:anim>
                                    <p:anim calcmode="lin" valueType="num">
                                      <p:cBhvr additive="base">
                                        <p:cTn id="116" dur="500" fill="hold"/>
                                        <p:tgtEl>
                                          <p:spTgt spid="49"/>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9"/>
                                        </p:tgtEl>
                                        <p:attrNameLst>
                                          <p:attrName>style.visibility</p:attrName>
                                        </p:attrNameLst>
                                      </p:cBhvr>
                                      <p:to>
                                        <p:strVal val="hidden"/>
                                      </p:to>
                                    </p:set>
                                  </p:sub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50"/>
                                        </p:tgtEl>
                                        <p:attrNameLst>
                                          <p:attrName>style.visibility</p:attrName>
                                        </p:attrNameLst>
                                      </p:cBhvr>
                                      <p:to>
                                        <p:strVal val="visible"/>
                                      </p:to>
                                    </p:set>
                                    <p:anim calcmode="lin" valueType="num">
                                      <p:cBhvr additive="base">
                                        <p:cTn id="121" dur="500" fill="hold"/>
                                        <p:tgtEl>
                                          <p:spTgt spid="50"/>
                                        </p:tgtEl>
                                        <p:attrNameLst>
                                          <p:attrName>ppt_x</p:attrName>
                                        </p:attrNameLst>
                                      </p:cBhvr>
                                      <p:tavLst>
                                        <p:tav tm="0">
                                          <p:val>
                                            <p:strVal val="#ppt_x"/>
                                          </p:val>
                                        </p:tav>
                                        <p:tav tm="100000">
                                          <p:val>
                                            <p:strVal val="#ppt_x"/>
                                          </p:val>
                                        </p:tav>
                                      </p:tavLst>
                                    </p:anim>
                                    <p:anim calcmode="lin" valueType="num">
                                      <p:cBhvr additive="base">
                                        <p:cTn id="122" dur="500" fill="hold"/>
                                        <p:tgtEl>
                                          <p:spTgt spid="50"/>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0"/>
                                        </p:tgtEl>
                                        <p:attrNameLst>
                                          <p:attrName>style.visibility</p:attrName>
                                        </p:attrNameLst>
                                      </p:cBhvr>
                                      <p:to>
                                        <p:strVal val="hidden"/>
                                      </p:to>
                                    </p:set>
                                  </p:sub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51"/>
                                        </p:tgtEl>
                                        <p:attrNameLst>
                                          <p:attrName>style.visibility</p:attrName>
                                        </p:attrNameLst>
                                      </p:cBhvr>
                                      <p:to>
                                        <p:strVal val="visible"/>
                                      </p:to>
                                    </p:set>
                                    <p:anim calcmode="lin" valueType="num">
                                      <p:cBhvr additive="base">
                                        <p:cTn id="127" dur="500" fill="hold"/>
                                        <p:tgtEl>
                                          <p:spTgt spid="51"/>
                                        </p:tgtEl>
                                        <p:attrNameLst>
                                          <p:attrName>ppt_x</p:attrName>
                                        </p:attrNameLst>
                                      </p:cBhvr>
                                      <p:tavLst>
                                        <p:tav tm="0">
                                          <p:val>
                                            <p:strVal val="#ppt_x"/>
                                          </p:val>
                                        </p:tav>
                                        <p:tav tm="100000">
                                          <p:val>
                                            <p:strVal val="#ppt_x"/>
                                          </p:val>
                                        </p:tav>
                                      </p:tavLst>
                                    </p:anim>
                                    <p:anim calcmode="lin" valueType="num">
                                      <p:cBhvr additive="base">
                                        <p:cTn id="128" dur="500" fill="hold"/>
                                        <p:tgtEl>
                                          <p:spTgt spid="51"/>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1"/>
                                        </p:tgtEl>
                                        <p:attrNameLst>
                                          <p:attrName>style.visibility</p:attrName>
                                        </p:attrNameLst>
                                      </p:cBhvr>
                                      <p:to>
                                        <p:strVal val="hidden"/>
                                      </p:to>
                                    </p:set>
                                  </p:subTnLst>
                                </p:cTn>
                              </p:par>
                            </p:childTnLst>
                          </p:cTn>
                        </p:par>
                      </p:childTnLst>
                    </p:cTn>
                  </p:par>
                  <p:par>
                    <p:cTn id="129" fill="hold">
                      <p:stCondLst>
                        <p:cond delay="indefinite"/>
                      </p:stCondLst>
                      <p:childTnLst>
                        <p:par>
                          <p:cTn id="130" fill="hold">
                            <p:stCondLst>
                              <p:cond delay="0"/>
                            </p:stCondLst>
                            <p:childTnLst>
                              <p:par>
                                <p:cTn id="131" presetID="42" presetClass="entr" presetSubtype="0" fill="hold" nodeType="clickEffect">
                                  <p:stCondLst>
                                    <p:cond delay="0"/>
                                  </p:stCondLst>
                                  <p:childTnLst>
                                    <p:set>
                                      <p:cBhvr>
                                        <p:cTn id="132" dur="1" fill="hold">
                                          <p:stCondLst>
                                            <p:cond delay="0"/>
                                          </p:stCondLst>
                                        </p:cTn>
                                        <p:tgtEl>
                                          <p:spTgt spid="39"/>
                                        </p:tgtEl>
                                        <p:attrNameLst>
                                          <p:attrName>style.visibility</p:attrName>
                                        </p:attrNameLst>
                                      </p:cBhvr>
                                      <p:to>
                                        <p:strVal val="visible"/>
                                      </p:to>
                                    </p:set>
                                    <p:animEffect transition="in" filter="fade">
                                      <p:cBhvr>
                                        <p:cTn id="133" dur="1000"/>
                                        <p:tgtEl>
                                          <p:spTgt spid="39"/>
                                        </p:tgtEl>
                                      </p:cBhvr>
                                    </p:animEffect>
                                    <p:anim calcmode="lin" valueType="num">
                                      <p:cBhvr>
                                        <p:cTn id="134" dur="1000" fill="hold"/>
                                        <p:tgtEl>
                                          <p:spTgt spid="39"/>
                                        </p:tgtEl>
                                        <p:attrNameLst>
                                          <p:attrName>ppt_x</p:attrName>
                                        </p:attrNameLst>
                                      </p:cBhvr>
                                      <p:tavLst>
                                        <p:tav tm="0">
                                          <p:val>
                                            <p:strVal val="#ppt_x"/>
                                          </p:val>
                                        </p:tav>
                                        <p:tav tm="100000">
                                          <p:val>
                                            <p:strVal val="#ppt_x"/>
                                          </p:val>
                                        </p:tav>
                                      </p:tavLst>
                                    </p:anim>
                                    <p:anim calcmode="lin" valueType="num">
                                      <p:cBhvr>
                                        <p:cTn id="135"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36" fill="hold">
                      <p:stCondLst>
                        <p:cond delay="indefinite"/>
                      </p:stCondLst>
                      <p:childTnLst>
                        <p:par>
                          <p:cTn id="137" fill="hold">
                            <p:stCondLst>
                              <p:cond delay="0"/>
                            </p:stCondLst>
                            <p:childTnLst>
                              <p:par>
                                <p:cTn id="138" presetID="42" presetClass="entr" presetSubtype="0" fill="hold" nodeType="clickEffect">
                                  <p:stCondLst>
                                    <p:cond delay="0"/>
                                  </p:stCondLst>
                                  <p:childTnLst>
                                    <p:set>
                                      <p:cBhvr>
                                        <p:cTn id="139" dur="1" fill="hold">
                                          <p:stCondLst>
                                            <p:cond delay="0"/>
                                          </p:stCondLst>
                                        </p:cTn>
                                        <p:tgtEl>
                                          <p:spTgt spid="41"/>
                                        </p:tgtEl>
                                        <p:attrNameLst>
                                          <p:attrName>style.visibility</p:attrName>
                                        </p:attrNameLst>
                                      </p:cBhvr>
                                      <p:to>
                                        <p:strVal val="visible"/>
                                      </p:to>
                                    </p:set>
                                    <p:animEffect transition="in" filter="fade">
                                      <p:cBhvr>
                                        <p:cTn id="140" dur="1000"/>
                                        <p:tgtEl>
                                          <p:spTgt spid="41"/>
                                        </p:tgtEl>
                                      </p:cBhvr>
                                    </p:animEffect>
                                    <p:anim calcmode="lin" valueType="num">
                                      <p:cBhvr>
                                        <p:cTn id="141" dur="1000" fill="hold"/>
                                        <p:tgtEl>
                                          <p:spTgt spid="41"/>
                                        </p:tgtEl>
                                        <p:attrNameLst>
                                          <p:attrName>ppt_x</p:attrName>
                                        </p:attrNameLst>
                                      </p:cBhvr>
                                      <p:tavLst>
                                        <p:tav tm="0">
                                          <p:val>
                                            <p:strVal val="#ppt_x"/>
                                          </p:val>
                                        </p:tav>
                                        <p:tav tm="100000">
                                          <p:val>
                                            <p:strVal val="#ppt_x"/>
                                          </p:val>
                                        </p:tav>
                                      </p:tavLst>
                                    </p:anim>
                                    <p:anim calcmode="lin" valueType="num">
                                      <p:cBhvr>
                                        <p:cTn id="142"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1" presetClass="entr" presetSubtype="1" fill="hold" grpId="0" nodeType="clickEffect">
                                  <p:stCondLst>
                                    <p:cond delay="0"/>
                                  </p:stCondLst>
                                  <p:childTnLst>
                                    <p:set>
                                      <p:cBhvr>
                                        <p:cTn id="146" dur="1" fill="hold">
                                          <p:stCondLst>
                                            <p:cond delay="0"/>
                                          </p:stCondLst>
                                        </p:cTn>
                                        <p:tgtEl>
                                          <p:spTgt spid="73"/>
                                        </p:tgtEl>
                                        <p:attrNameLst>
                                          <p:attrName>style.visibility</p:attrName>
                                        </p:attrNameLst>
                                      </p:cBhvr>
                                      <p:to>
                                        <p:strVal val="visible"/>
                                      </p:to>
                                    </p:set>
                                    <p:animEffect transition="in" filter="wheel(1)">
                                      <p:cBhvr>
                                        <p:cTn id="147" dur="2000"/>
                                        <p:tgtEl>
                                          <p:spTgt spid="73"/>
                                        </p:tgtEl>
                                      </p:cBhvr>
                                    </p:animEffect>
                                  </p:childTnLst>
                                </p:cTn>
                              </p:par>
                              <p:par>
                                <p:cTn id="148" presetID="21" presetClass="entr" presetSubtype="1" fill="hold" grpId="0" nodeType="withEffect">
                                  <p:stCondLst>
                                    <p:cond delay="0"/>
                                  </p:stCondLst>
                                  <p:childTnLst>
                                    <p:set>
                                      <p:cBhvr>
                                        <p:cTn id="149" dur="1" fill="hold">
                                          <p:stCondLst>
                                            <p:cond delay="0"/>
                                          </p:stCondLst>
                                        </p:cTn>
                                        <p:tgtEl>
                                          <p:spTgt spid="74"/>
                                        </p:tgtEl>
                                        <p:attrNameLst>
                                          <p:attrName>style.visibility</p:attrName>
                                        </p:attrNameLst>
                                      </p:cBhvr>
                                      <p:to>
                                        <p:strVal val="visible"/>
                                      </p:to>
                                    </p:set>
                                    <p:animEffect transition="in" filter="wheel(1)">
                                      <p:cBhvr>
                                        <p:cTn id="150" dur="2000"/>
                                        <p:tgtEl>
                                          <p:spTgt spid="74"/>
                                        </p:tgtEl>
                                      </p:cBhvr>
                                    </p:animEffect>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53"/>
                                        </p:tgtEl>
                                        <p:attrNameLst>
                                          <p:attrName>style.visibility</p:attrName>
                                        </p:attrNameLst>
                                      </p:cBhvr>
                                      <p:to>
                                        <p:strVal val="visible"/>
                                      </p:to>
                                    </p:set>
                                    <p:anim calcmode="lin" valueType="num">
                                      <p:cBhvr additive="base">
                                        <p:cTn id="155" dur="500" fill="hold"/>
                                        <p:tgtEl>
                                          <p:spTgt spid="53"/>
                                        </p:tgtEl>
                                        <p:attrNameLst>
                                          <p:attrName>ppt_x</p:attrName>
                                        </p:attrNameLst>
                                      </p:cBhvr>
                                      <p:tavLst>
                                        <p:tav tm="0">
                                          <p:val>
                                            <p:strVal val="#ppt_x"/>
                                          </p:val>
                                        </p:tav>
                                        <p:tav tm="100000">
                                          <p:val>
                                            <p:strVal val="#ppt_x"/>
                                          </p:val>
                                        </p:tav>
                                      </p:tavLst>
                                    </p:anim>
                                    <p:anim calcmode="lin" valueType="num">
                                      <p:cBhvr additive="base">
                                        <p:cTn id="156" dur="500" fill="hold"/>
                                        <p:tgtEl>
                                          <p:spTgt spid="53"/>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3"/>
                                        </p:tgtEl>
                                        <p:attrNameLst>
                                          <p:attrName>style.visibility</p:attrName>
                                        </p:attrNameLst>
                                      </p:cBhvr>
                                      <p:to>
                                        <p:strVal val="hidden"/>
                                      </p:to>
                                    </p:set>
                                  </p:subTnLst>
                                </p:cTn>
                              </p:par>
                            </p:childTnLst>
                          </p:cTn>
                        </p:par>
                      </p:childTnLst>
                    </p:cTn>
                  </p:par>
                  <p:par>
                    <p:cTn id="157" fill="hold">
                      <p:stCondLst>
                        <p:cond delay="indefinite"/>
                      </p:stCondLst>
                      <p:childTnLst>
                        <p:par>
                          <p:cTn id="158" fill="hold">
                            <p:stCondLst>
                              <p:cond delay="0"/>
                            </p:stCondLst>
                            <p:childTnLst>
                              <p:par>
                                <p:cTn id="159" presetID="2" presetClass="entr" presetSubtype="4" fill="hold" grpId="0" nodeType="clickEffect">
                                  <p:stCondLst>
                                    <p:cond delay="0"/>
                                  </p:stCondLst>
                                  <p:childTnLst>
                                    <p:set>
                                      <p:cBhvr>
                                        <p:cTn id="160" dur="1" fill="hold">
                                          <p:stCondLst>
                                            <p:cond delay="0"/>
                                          </p:stCondLst>
                                        </p:cTn>
                                        <p:tgtEl>
                                          <p:spTgt spid="54"/>
                                        </p:tgtEl>
                                        <p:attrNameLst>
                                          <p:attrName>style.visibility</p:attrName>
                                        </p:attrNameLst>
                                      </p:cBhvr>
                                      <p:to>
                                        <p:strVal val="visible"/>
                                      </p:to>
                                    </p:set>
                                    <p:anim calcmode="lin" valueType="num">
                                      <p:cBhvr additive="base">
                                        <p:cTn id="161" dur="500" fill="hold"/>
                                        <p:tgtEl>
                                          <p:spTgt spid="54"/>
                                        </p:tgtEl>
                                        <p:attrNameLst>
                                          <p:attrName>ppt_x</p:attrName>
                                        </p:attrNameLst>
                                      </p:cBhvr>
                                      <p:tavLst>
                                        <p:tav tm="0">
                                          <p:val>
                                            <p:strVal val="#ppt_x"/>
                                          </p:val>
                                        </p:tav>
                                        <p:tav tm="100000">
                                          <p:val>
                                            <p:strVal val="#ppt_x"/>
                                          </p:val>
                                        </p:tav>
                                      </p:tavLst>
                                    </p:anim>
                                    <p:anim calcmode="lin" valueType="num">
                                      <p:cBhvr additive="base">
                                        <p:cTn id="162" dur="500" fill="hold"/>
                                        <p:tgtEl>
                                          <p:spTgt spid="54"/>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4"/>
                                        </p:tgtEl>
                                        <p:attrNameLst>
                                          <p:attrName>style.visibility</p:attrName>
                                        </p:attrNameLst>
                                      </p:cBhvr>
                                      <p:to>
                                        <p:strVal val="hidden"/>
                                      </p:to>
                                    </p:set>
                                  </p:subTnLst>
                                </p:cTn>
                              </p:par>
                            </p:childTnLst>
                          </p:cTn>
                        </p:par>
                      </p:childTnLst>
                    </p:cTn>
                  </p:par>
                  <p:par>
                    <p:cTn id="163" fill="hold">
                      <p:stCondLst>
                        <p:cond delay="indefinite"/>
                      </p:stCondLst>
                      <p:childTnLst>
                        <p:par>
                          <p:cTn id="164" fill="hold">
                            <p:stCondLst>
                              <p:cond delay="0"/>
                            </p:stCondLst>
                            <p:childTnLst>
                              <p:par>
                                <p:cTn id="165" presetID="2" presetClass="entr" presetSubtype="4" fill="hold" grpId="0" nodeType="clickEffect">
                                  <p:stCondLst>
                                    <p:cond delay="0"/>
                                  </p:stCondLst>
                                  <p:childTnLst>
                                    <p:set>
                                      <p:cBhvr>
                                        <p:cTn id="166" dur="1" fill="hold">
                                          <p:stCondLst>
                                            <p:cond delay="0"/>
                                          </p:stCondLst>
                                        </p:cTn>
                                        <p:tgtEl>
                                          <p:spTgt spid="55"/>
                                        </p:tgtEl>
                                        <p:attrNameLst>
                                          <p:attrName>style.visibility</p:attrName>
                                        </p:attrNameLst>
                                      </p:cBhvr>
                                      <p:to>
                                        <p:strVal val="visible"/>
                                      </p:to>
                                    </p:set>
                                    <p:anim calcmode="lin" valueType="num">
                                      <p:cBhvr additive="base">
                                        <p:cTn id="167" dur="500" fill="hold"/>
                                        <p:tgtEl>
                                          <p:spTgt spid="55"/>
                                        </p:tgtEl>
                                        <p:attrNameLst>
                                          <p:attrName>ppt_x</p:attrName>
                                        </p:attrNameLst>
                                      </p:cBhvr>
                                      <p:tavLst>
                                        <p:tav tm="0">
                                          <p:val>
                                            <p:strVal val="#ppt_x"/>
                                          </p:val>
                                        </p:tav>
                                        <p:tav tm="100000">
                                          <p:val>
                                            <p:strVal val="#ppt_x"/>
                                          </p:val>
                                        </p:tav>
                                      </p:tavLst>
                                    </p:anim>
                                    <p:anim calcmode="lin" valueType="num">
                                      <p:cBhvr additive="base">
                                        <p:cTn id="168" dur="500" fill="hold"/>
                                        <p:tgtEl>
                                          <p:spTgt spid="55"/>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5"/>
                                        </p:tgtEl>
                                        <p:attrNameLst>
                                          <p:attrName>style.visibility</p:attrName>
                                        </p:attrNameLst>
                                      </p:cBhvr>
                                      <p:to>
                                        <p:strVal val="hidden"/>
                                      </p:to>
                                    </p:set>
                                  </p:subTnLst>
                                </p:cTn>
                              </p:par>
                            </p:childTnLst>
                          </p:cTn>
                        </p:par>
                      </p:childTnLst>
                    </p:cTn>
                  </p:par>
                  <p:par>
                    <p:cTn id="169" fill="hold">
                      <p:stCondLst>
                        <p:cond delay="indefinite"/>
                      </p:stCondLst>
                      <p:childTnLst>
                        <p:par>
                          <p:cTn id="170" fill="hold">
                            <p:stCondLst>
                              <p:cond delay="0"/>
                            </p:stCondLst>
                            <p:childTnLst>
                              <p:par>
                                <p:cTn id="171" presetID="2" presetClass="entr" presetSubtype="4" fill="hold" grpId="0" nodeType="clickEffect">
                                  <p:stCondLst>
                                    <p:cond delay="0"/>
                                  </p:stCondLst>
                                  <p:childTnLst>
                                    <p:set>
                                      <p:cBhvr>
                                        <p:cTn id="172" dur="1" fill="hold">
                                          <p:stCondLst>
                                            <p:cond delay="0"/>
                                          </p:stCondLst>
                                        </p:cTn>
                                        <p:tgtEl>
                                          <p:spTgt spid="56"/>
                                        </p:tgtEl>
                                        <p:attrNameLst>
                                          <p:attrName>style.visibility</p:attrName>
                                        </p:attrNameLst>
                                      </p:cBhvr>
                                      <p:to>
                                        <p:strVal val="visible"/>
                                      </p:to>
                                    </p:set>
                                    <p:anim calcmode="lin" valueType="num">
                                      <p:cBhvr additive="base">
                                        <p:cTn id="173" dur="500" fill="hold"/>
                                        <p:tgtEl>
                                          <p:spTgt spid="56"/>
                                        </p:tgtEl>
                                        <p:attrNameLst>
                                          <p:attrName>ppt_x</p:attrName>
                                        </p:attrNameLst>
                                      </p:cBhvr>
                                      <p:tavLst>
                                        <p:tav tm="0">
                                          <p:val>
                                            <p:strVal val="#ppt_x"/>
                                          </p:val>
                                        </p:tav>
                                        <p:tav tm="100000">
                                          <p:val>
                                            <p:strVal val="#ppt_x"/>
                                          </p:val>
                                        </p:tav>
                                      </p:tavLst>
                                    </p:anim>
                                    <p:anim calcmode="lin" valueType="num">
                                      <p:cBhvr additive="base">
                                        <p:cTn id="174" dur="500" fill="hold"/>
                                        <p:tgtEl>
                                          <p:spTgt spid="5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6"/>
                                        </p:tgtEl>
                                        <p:attrNameLst>
                                          <p:attrName>style.visibility</p:attrName>
                                        </p:attrNameLst>
                                      </p:cBhvr>
                                      <p:to>
                                        <p:strVal val="hidden"/>
                                      </p:to>
                                    </p:set>
                                  </p:sub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57"/>
                                        </p:tgtEl>
                                        <p:attrNameLst>
                                          <p:attrName>style.visibility</p:attrName>
                                        </p:attrNameLst>
                                      </p:cBhvr>
                                      <p:to>
                                        <p:strVal val="visible"/>
                                      </p:to>
                                    </p:set>
                                    <p:anim calcmode="lin" valueType="num">
                                      <p:cBhvr additive="base">
                                        <p:cTn id="179" dur="500" fill="hold"/>
                                        <p:tgtEl>
                                          <p:spTgt spid="57"/>
                                        </p:tgtEl>
                                        <p:attrNameLst>
                                          <p:attrName>ppt_x</p:attrName>
                                        </p:attrNameLst>
                                      </p:cBhvr>
                                      <p:tavLst>
                                        <p:tav tm="0">
                                          <p:val>
                                            <p:strVal val="#ppt_x"/>
                                          </p:val>
                                        </p:tav>
                                        <p:tav tm="100000">
                                          <p:val>
                                            <p:strVal val="#ppt_x"/>
                                          </p:val>
                                        </p:tav>
                                      </p:tavLst>
                                    </p:anim>
                                    <p:anim calcmode="lin" valueType="num">
                                      <p:cBhvr additive="base">
                                        <p:cTn id="180" dur="500" fill="hold"/>
                                        <p:tgtEl>
                                          <p:spTgt spid="57"/>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7"/>
                                        </p:tgtEl>
                                        <p:attrNameLst>
                                          <p:attrName>style.visibility</p:attrName>
                                        </p:attrNameLst>
                                      </p:cBhvr>
                                      <p:to>
                                        <p:strVal val="hidden"/>
                                      </p:to>
                                    </p:set>
                                  </p:subTnLst>
                                </p:cTn>
                              </p:par>
                            </p:childTnLst>
                          </p:cTn>
                        </p:par>
                      </p:childTnLst>
                    </p:cTn>
                  </p:par>
                  <p:par>
                    <p:cTn id="181" fill="hold">
                      <p:stCondLst>
                        <p:cond delay="indefinite"/>
                      </p:stCondLst>
                      <p:childTnLst>
                        <p:par>
                          <p:cTn id="182" fill="hold">
                            <p:stCondLst>
                              <p:cond delay="0"/>
                            </p:stCondLst>
                            <p:childTnLst>
                              <p:par>
                                <p:cTn id="183" presetID="2" presetClass="entr" presetSubtype="4" fill="hold" grpId="0" nodeType="clickEffect">
                                  <p:stCondLst>
                                    <p:cond delay="0"/>
                                  </p:stCondLst>
                                  <p:childTnLst>
                                    <p:set>
                                      <p:cBhvr>
                                        <p:cTn id="184" dur="1" fill="hold">
                                          <p:stCondLst>
                                            <p:cond delay="0"/>
                                          </p:stCondLst>
                                        </p:cTn>
                                        <p:tgtEl>
                                          <p:spTgt spid="58"/>
                                        </p:tgtEl>
                                        <p:attrNameLst>
                                          <p:attrName>style.visibility</p:attrName>
                                        </p:attrNameLst>
                                      </p:cBhvr>
                                      <p:to>
                                        <p:strVal val="visible"/>
                                      </p:to>
                                    </p:set>
                                    <p:anim calcmode="lin" valueType="num">
                                      <p:cBhvr additive="base">
                                        <p:cTn id="185" dur="500" fill="hold"/>
                                        <p:tgtEl>
                                          <p:spTgt spid="58"/>
                                        </p:tgtEl>
                                        <p:attrNameLst>
                                          <p:attrName>ppt_x</p:attrName>
                                        </p:attrNameLst>
                                      </p:cBhvr>
                                      <p:tavLst>
                                        <p:tav tm="0">
                                          <p:val>
                                            <p:strVal val="#ppt_x"/>
                                          </p:val>
                                        </p:tav>
                                        <p:tav tm="100000">
                                          <p:val>
                                            <p:strVal val="#ppt_x"/>
                                          </p:val>
                                        </p:tav>
                                      </p:tavLst>
                                    </p:anim>
                                    <p:anim calcmode="lin" valueType="num">
                                      <p:cBhvr additive="base">
                                        <p:cTn id="186" dur="500" fill="hold"/>
                                        <p:tgtEl>
                                          <p:spTgt spid="58"/>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8"/>
                                        </p:tgtEl>
                                        <p:attrNameLst>
                                          <p:attrName>style.visibility</p:attrName>
                                        </p:attrNameLst>
                                      </p:cBhvr>
                                      <p:to>
                                        <p:strVal val="hidden"/>
                                      </p:to>
                                    </p:set>
                                  </p:subTnLst>
                                </p:cTn>
                              </p:par>
                            </p:childTnLst>
                          </p:cTn>
                        </p:par>
                      </p:childTnLst>
                    </p:cTn>
                  </p:par>
                  <p:par>
                    <p:cTn id="187" fill="hold">
                      <p:stCondLst>
                        <p:cond delay="indefinite"/>
                      </p:stCondLst>
                      <p:childTnLst>
                        <p:par>
                          <p:cTn id="188" fill="hold">
                            <p:stCondLst>
                              <p:cond delay="0"/>
                            </p:stCondLst>
                            <p:childTnLst>
                              <p:par>
                                <p:cTn id="189" presetID="2" presetClass="entr" presetSubtype="4" fill="hold" grpId="0" nodeType="clickEffect">
                                  <p:stCondLst>
                                    <p:cond delay="0"/>
                                  </p:stCondLst>
                                  <p:childTnLst>
                                    <p:set>
                                      <p:cBhvr>
                                        <p:cTn id="190" dur="1" fill="hold">
                                          <p:stCondLst>
                                            <p:cond delay="0"/>
                                          </p:stCondLst>
                                        </p:cTn>
                                        <p:tgtEl>
                                          <p:spTgt spid="59"/>
                                        </p:tgtEl>
                                        <p:attrNameLst>
                                          <p:attrName>style.visibility</p:attrName>
                                        </p:attrNameLst>
                                      </p:cBhvr>
                                      <p:to>
                                        <p:strVal val="visible"/>
                                      </p:to>
                                    </p:set>
                                    <p:anim calcmode="lin" valueType="num">
                                      <p:cBhvr additive="base">
                                        <p:cTn id="191" dur="500" fill="hold"/>
                                        <p:tgtEl>
                                          <p:spTgt spid="59"/>
                                        </p:tgtEl>
                                        <p:attrNameLst>
                                          <p:attrName>ppt_x</p:attrName>
                                        </p:attrNameLst>
                                      </p:cBhvr>
                                      <p:tavLst>
                                        <p:tav tm="0">
                                          <p:val>
                                            <p:strVal val="#ppt_x"/>
                                          </p:val>
                                        </p:tav>
                                        <p:tav tm="100000">
                                          <p:val>
                                            <p:strVal val="#ppt_x"/>
                                          </p:val>
                                        </p:tav>
                                      </p:tavLst>
                                    </p:anim>
                                    <p:anim calcmode="lin" valueType="num">
                                      <p:cBhvr additive="base">
                                        <p:cTn id="192" dur="500" fill="hold"/>
                                        <p:tgtEl>
                                          <p:spTgt spid="59"/>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59"/>
                                        </p:tgtEl>
                                        <p:attrNameLst>
                                          <p:attrName>style.visibility</p:attrName>
                                        </p:attrNameLst>
                                      </p:cBhvr>
                                      <p:to>
                                        <p:strVal val="hidden"/>
                                      </p:to>
                                    </p:set>
                                  </p:subTnLst>
                                </p:cTn>
                              </p:par>
                            </p:childTnLst>
                          </p:cTn>
                        </p:par>
                      </p:childTnLst>
                    </p:cTn>
                  </p:par>
                  <p:par>
                    <p:cTn id="193" fill="hold">
                      <p:stCondLst>
                        <p:cond delay="indefinite"/>
                      </p:stCondLst>
                      <p:childTnLst>
                        <p:par>
                          <p:cTn id="194" fill="hold">
                            <p:stCondLst>
                              <p:cond delay="0"/>
                            </p:stCondLst>
                            <p:childTnLst>
                              <p:par>
                                <p:cTn id="195" presetID="2" presetClass="entr" presetSubtype="4" fill="hold" grpId="0" nodeType="clickEffect">
                                  <p:stCondLst>
                                    <p:cond delay="0"/>
                                  </p:stCondLst>
                                  <p:childTnLst>
                                    <p:set>
                                      <p:cBhvr>
                                        <p:cTn id="196" dur="1" fill="hold">
                                          <p:stCondLst>
                                            <p:cond delay="0"/>
                                          </p:stCondLst>
                                        </p:cTn>
                                        <p:tgtEl>
                                          <p:spTgt spid="60"/>
                                        </p:tgtEl>
                                        <p:attrNameLst>
                                          <p:attrName>style.visibility</p:attrName>
                                        </p:attrNameLst>
                                      </p:cBhvr>
                                      <p:to>
                                        <p:strVal val="visible"/>
                                      </p:to>
                                    </p:set>
                                    <p:anim calcmode="lin" valueType="num">
                                      <p:cBhvr additive="base">
                                        <p:cTn id="197" dur="500" fill="hold"/>
                                        <p:tgtEl>
                                          <p:spTgt spid="60"/>
                                        </p:tgtEl>
                                        <p:attrNameLst>
                                          <p:attrName>ppt_x</p:attrName>
                                        </p:attrNameLst>
                                      </p:cBhvr>
                                      <p:tavLst>
                                        <p:tav tm="0">
                                          <p:val>
                                            <p:strVal val="#ppt_x"/>
                                          </p:val>
                                        </p:tav>
                                        <p:tav tm="100000">
                                          <p:val>
                                            <p:strVal val="#ppt_x"/>
                                          </p:val>
                                        </p:tav>
                                      </p:tavLst>
                                    </p:anim>
                                    <p:anim calcmode="lin" valueType="num">
                                      <p:cBhvr additive="base">
                                        <p:cTn id="198" dur="500" fill="hold"/>
                                        <p:tgtEl>
                                          <p:spTgt spid="60"/>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0"/>
                                        </p:tgtEl>
                                        <p:attrNameLst>
                                          <p:attrName>style.visibility</p:attrName>
                                        </p:attrNameLst>
                                      </p:cBhvr>
                                      <p:to>
                                        <p:strVal val="hidden"/>
                                      </p:to>
                                    </p:set>
                                  </p:subTnLst>
                                </p:cTn>
                              </p:par>
                            </p:childTnLst>
                          </p:cTn>
                        </p:par>
                      </p:childTnLst>
                    </p:cTn>
                  </p:par>
                  <p:par>
                    <p:cTn id="199" fill="hold">
                      <p:stCondLst>
                        <p:cond delay="indefinite"/>
                      </p:stCondLst>
                      <p:childTnLst>
                        <p:par>
                          <p:cTn id="200" fill="hold">
                            <p:stCondLst>
                              <p:cond delay="0"/>
                            </p:stCondLst>
                            <p:childTnLst>
                              <p:par>
                                <p:cTn id="201" presetID="2" presetClass="entr" presetSubtype="4" fill="hold" grpId="0" nodeType="clickEffect">
                                  <p:stCondLst>
                                    <p:cond delay="0"/>
                                  </p:stCondLst>
                                  <p:childTnLst>
                                    <p:set>
                                      <p:cBhvr>
                                        <p:cTn id="202" dur="1" fill="hold">
                                          <p:stCondLst>
                                            <p:cond delay="0"/>
                                          </p:stCondLst>
                                        </p:cTn>
                                        <p:tgtEl>
                                          <p:spTgt spid="61"/>
                                        </p:tgtEl>
                                        <p:attrNameLst>
                                          <p:attrName>style.visibility</p:attrName>
                                        </p:attrNameLst>
                                      </p:cBhvr>
                                      <p:to>
                                        <p:strVal val="visible"/>
                                      </p:to>
                                    </p:set>
                                    <p:anim calcmode="lin" valueType="num">
                                      <p:cBhvr additive="base">
                                        <p:cTn id="203" dur="500" fill="hold"/>
                                        <p:tgtEl>
                                          <p:spTgt spid="61"/>
                                        </p:tgtEl>
                                        <p:attrNameLst>
                                          <p:attrName>ppt_x</p:attrName>
                                        </p:attrNameLst>
                                      </p:cBhvr>
                                      <p:tavLst>
                                        <p:tav tm="0">
                                          <p:val>
                                            <p:strVal val="#ppt_x"/>
                                          </p:val>
                                        </p:tav>
                                        <p:tav tm="100000">
                                          <p:val>
                                            <p:strVal val="#ppt_x"/>
                                          </p:val>
                                        </p:tav>
                                      </p:tavLst>
                                    </p:anim>
                                    <p:anim calcmode="lin" valueType="num">
                                      <p:cBhvr additive="base">
                                        <p:cTn id="204" dur="500" fill="hold"/>
                                        <p:tgtEl>
                                          <p:spTgt spid="61"/>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1"/>
                                        </p:tgtEl>
                                        <p:attrNameLst>
                                          <p:attrName>style.visibility</p:attrName>
                                        </p:attrNameLst>
                                      </p:cBhvr>
                                      <p:to>
                                        <p:strVal val="hidden"/>
                                      </p:to>
                                    </p:set>
                                  </p:subTnLst>
                                </p:cTn>
                              </p:par>
                            </p:childTnLst>
                          </p:cTn>
                        </p:par>
                      </p:childTnLst>
                    </p:cTn>
                  </p:par>
                  <p:par>
                    <p:cTn id="205" fill="hold">
                      <p:stCondLst>
                        <p:cond delay="indefinite"/>
                      </p:stCondLst>
                      <p:childTnLst>
                        <p:par>
                          <p:cTn id="206" fill="hold">
                            <p:stCondLst>
                              <p:cond delay="0"/>
                            </p:stCondLst>
                            <p:childTnLst>
                              <p:par>
                                <p:cTn id="207" presetID="2" presetClass="entr" presetSubtype="4" fill="hold" grpId="0" nodeType="clickEffect">
                                  <p:stCondLst>
                                    <p:cond delay="0"/>
                                  </p:stCondLst>
                                  <p:childTnLst>
                                    <p:set>
                                      <p:cBhvr>
                                        <p:cTn id="208" dur="1" fill="hold">
                                          <p:stCondLst>
                                            <p:cond delay="0"/>
                                          </p:stCondLst>
                                        </p:cTn>
                                        <p:tgtEl>
                                          <p:spTgt spid="62"/>
                                        </p:tgtEl>
                                        <p:attrNameLst>
                                          <p:attrName>style.visibility</p:attrName>
                                        </p:attrNameLst>
                                      </p:cBhvr>
                                      <p:to>
                                        <p:strVal val="visible"/>
                                      </p:to>
                                    </p:set>
                                    <p:anim calcmode="lin" valueType="num">
                                      <p:cBhvr additive="base">
                                        <p:cTn id="209" dur="500" fill="hold"/>
                                        <p:tgtEl>
                                          <p:spTgt spid="62"/>
                                        </p:tgtEl>
                                        <p:attrNameLst>
                                          <p:attrName>ppt_x</p:attrName>
                                        </p:attrNameLst>
                                      </p:cBhvr>
                                      <p:tavLst>
                                        <p:tav tm="0">
                                          <p:val>
                                            <p:strVal val="#ppt_x"/>
                                          </p:val>
                                        </p:tav>
                                        <p:tav tm="100000">
                                          <p:val>
                                            <p:strVal val="#ppt_x"/>
                                          </p:val>
                                        </p:tav>
                                      </p:tavLst>
                                    </p:anim>
                                    <p:anim calcmode="lin" valueType="num">
                                      <p:cBhvr additive="base">
                                        <p:cTn id="210" dur="500" fill="hold"/>
                                        <p:tgtEl>
                                          <p:spTgt spid="62"/>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2"/>
                                        </p:tgtEl>
                                        <p:attrNameLst>
                                          <p:attrName>style.visibility</p:attrName>
                                        </p:attrNameLst>
                                      </p:cBhvr>
                                      <p:to>
                                        <p:strVal val="hidden"/>
                                      </p:to>
                                    </p:set>
                                  </p:subTnLst>
                                </p:cTn>
                              </p:par>
                            </p:childTnLst>
                          </p:cTn>
                        </p:par>
                      </p:childTnLst>
                    </p:cTn>
                  </p:par>
                  <p:par>
                    <p:cTn id="211" fill="hold">
                      <p:stCondLst>
                        <p:cond delay="indefinite"/>
                      </p:stCondLst>
                      <p:childTnLst>
                        <p:par>
                          <p:cTn id="212" fill="hold">
                            <p:stCondLst>
                              <p:cond delay="0"/>
                            </p:stCondLst>
                            <p:childTnLst>
                              <p:par>
                                <p:cTn id="213" presetID="2" presetClass="entr" presetSubtype="4" fill="hold" grpId="0" nodeType="clickEffect">
                                  <p:stCondLst>
                                    <p:cond delay="0"/>
                                  </p:stCondLst>
                                  <p:childTnLst>
                                    <p:set>
                                      <p:cBhvr>
                                        <p:cTn id="214" dur="1" fill="hold">
                                          <p:stCondLst>
                                            <p:cond delay="0"/>
                                          </p:stCondLst>
                                        </p:cTn>
                                        <p:tgtEl>
                                          <p:spTgt spid="63"/>
                                        </p:tgtEl>
                                        <p:attrNameLst>
                                          <p:attrName>style.visibility</p:attrName>
                                        </p:attrNameLst>
                                      </p:cBhvr>
                                      <p:to>
                                        <p:strVal val="visible"/>
                                      </p:to>
                                    </p:set>
                                    <p:anim calcmode="lin" valueType="num">
                                      <p:cBhvr additive="base">
                                        <p:cTn id="215" dur="500" fill="hold"/>
                                        <p:tgtEl>
                                          <p:spTgt spid="63"/>
                                        </p:tgtEl>
                                        <p:attrNameLst>
                                          <p:attrName>ppt_x</p:attrName>
                                        </p:attrNameLst>
                                      </p:cBhvr>
                                      <p:tavLst>
                                        <p:tav tm="0">
                                          <p:val>
                                            <p:strVal val="#ppt_x"/>
                                          </p:val>
                                        </p:tav>
                                        <p:tav tm="100000">
                                          <p:val>
                                            <p:strVal val="#ppt_x"/>
                                          </p:val>
                                        </p:tav>
                                      </p:tavLst>
                                    </p:anim>
                                    <p:anim calcmode="lin" valueType="num">
                                      <p:cBhvr additive="base">
                                        <p:cTn id="216" dur="500" fill="hold"/>
                                        <p:tgtEl>
                                          <p:spTgt spid="63"/>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3"/>
                                        </p:tgtEl>
                                        <p:attrNameLst>
                                          <p:attrName>style.visibility</p:attrName>
                                        </p:attrNameLst>
                                      </p:cBhvr>
                                      <p:to>
                                        <p:strVal val="hidden"/>
                                      </p:to>
                                    </p:set>
                                  </p:subTnLst>
                                </p:cTn>
                              </p:par>
                            </p:childTnLst>
                          </p:cTn>
                        </p:par>
                      </p:childTnLst>
                    </p:cTn>
                  </p:par>
                  <p:par>
                    <p:cTn id="217" fill="hold">
                      <p:stCondLst>
                        <p:cond delay="indefinite"/>
                      </p:stCondLst>
                      <p:childTnLst>
                        <p:par>
                          <p:cTn id="218" fill="hold">
                            <p:stCondLst>
                              <p:cond delay="0"/>
                            </p:stCondLst>
                            <p:childTnLst>
                              <p:par>
                                <p:cTn id="219" presetID="2" presetClass="entr" presetSubtype="4" fill="hold" grpId="0" nodeType="clickEffect">
                                  <p:stCondLst>
                                    <p:cond delay="0"/>
                                  </p:stCondLst>
                                  <p:childTnLst>
                                    <p:set>
                                      <p:cBhvr>
                                        <p:cTn id="220" dur="1" fill="hold">
                                          <p:stCondLst>
                                            <p:cond delay="0"/>
                                          </p:stCondLst>
                                        </p:cTn>
                                        <p:tgtEl>
                                          <p:spTgt spid="64"/>
                                        </p:tgtEl>
                                        <p:attrNameLst>
                                          <p:attrName>style.visibility</p:attrName>
                                        </p:attrNameLst>
                                      </p:cBhvr>
                                      <p:to>
                                        <p:strVal val="visible"/>
                                      </p:to>
                                    </p:set>
                                    <p:anim calcmode="lin" valueType="num">
                                      <p:cBhvr additive="base">
                                        <p:cTn id="221" dur="500" fill="hold"/>
                                        <p:tgtEl>
                                          <p:spTgt spid="64"/>
                                        </p:tgtEl>
                                        <p:attrNameLst>
                                          <p:attrName>ppt_x</p:attrName>
                                        </p:attrNameLst>
                                      </p:cBhvr>
                                      <p:tavLst>
                                        <p:tav tm="0">
                                          <p:val>
                                            <p:strVal val="#ppt_x"/>
                                          </p:val>
                                        </p:tav>
                                        <p:tav tm="100000">
                                          <p:val>
                                            <p:strVal val="#ppt_x"/>
                                          </p:val>
                                        </p:tav>
                                      </p:tavLst>
                                    </p:anim>
                                    <p:anim calcmode="lin" valueType="num">
                                      <p:cBhvr additive="base">
                                        <p:cTn id="222" dur="500" fill="hold"/>
                                        <p:tgtEl>
                                          <p:spTgt spid="64"/>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4"/>
                                        </p:tgtEl>
                                        <p:attrNameLst>
                                          <p:attrName>style.visibility</p:attrName>
                                        </p:attrNameLst>
                                      </p:cBhvr>
                                      <p:to>
                                        <p:strVal val="hidden"/>
                                      </p:to>
                                    </p:set>
                                  </p:subTnLst>
                                </p:cTn>
                              </p:par>
                            </p:childTnLst>
                          </p:cTn>
                        </p:par>
                      </p:childTnLst>
                    </p:cTn>
                  </p:par>
                  <p:par>
                    <p:cTn id="223" fill="hold">
                      <p:stCondLst>
                        <p:cond delay="indefinite"/>
                      </p:stCondLst>
                      <p:childTnLst>
                        <p:par>
                          <p:cTn id="224" fill="hold">
                            <p:stCondLst>
                              <p:cond delay="0"/>
                            </p:stCondLst>
                            <p:childTnLst>
                              <p:par>
                                <p:cTn id="225" presetID="2" presetClass="entr" presetSubtype="4" fill="hold" grpId="0" nodeType="clickEffect">
                                  <p:stCondLst>
                                    <p:cond delay="0"/>
                                  </p:stCondLst>
                                  <p:childTnLst>
                                    <p:set>
                                      <p:cBhvr>
                                        <p:cTn id="226" dur="1" fill="hold">
                                          <p:stCondLst>
                                            <p:cond delay="0"/>
                                          </p:stCondLst>
                                        </p:cTn>
                                        <p:tgtEl>
                                          <p:spTgt spid="65"/>
                                        </p:tgtEl>
                                        <p:attrNameLst>
                                          <p:attrName>style.visibility</p:attrName>
                                        </p:attrNameLst>
                                      </p:cBhvr>
                                      <p:to>
                                        <p:strVal val="visible"/>
                                      </p:to>
                                    </p:set>
                                    <p:anim calcmode="lin" valueType="num">
                                      <p:cBhvr additive="base">
                                        <p:cTn id="227" dur="500" fill="hold"/>
                                        <p:tgtEl>
                                          <p:spTgt spid="65"/>
                                        </p:tgtEl>
                                        <p:attrNameLst>
                                          <p:attrName>ppt_x</p:attrName>
                                        </p:attrNameLst>
                                      </p:cBhvr>
                                      <p:tavLst>
                                        <p:tav tm="0">
                                          <p:val>
                                            <p:strVal val="#ppt_x"/>
                                          </p:val>
                                        </p:tav>
                                        <p:tav tm="100000">
                                          <p:val>
                                            <p:strVal val="#ppt_x"/>
                                          </p:val>
                                        </p:tav>
                                      </p:tavLst>
                                    </p:anim>
                                    <p:anim calcmode="lin" valueType="num">
                                      <p:cBhvr additive="base">
                                        <p:cTn id="228" dur="500" fill="hold"/>
                                        <p:tgtEl>
                                          <p:spTgt spid="65"/>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5"/>
                                        </p:tgtEl>
                                        <p:attrNameLst>
                                          <p:attrName>style.visibility</p:attrName>
                                        </p:attrNameLst>
                                      </p:cBhvr>
                                      <p:to>
                                        <p:strVal val="hidden"/>
                                      </p:to>
                                    </p:set>
                                  </p:subTnLst>
                                </p:cTn>
                              </p:par>
                            </p:childTnLst>
                          </p:cTn>
                        </p:par>
                      </p:childTnLst>
                    </p:cTn>
                  </p:par>
                  <p:par>
                    <p:cTn id="229" fill="hold">
                      <p:stCondLst>
                        <p:cond delay="indefinite"/>
                      </p:stCondLst>
                      <p:childTnLst>
                        <p:par>
                          <p:cTn id="230" fill="hold">
                            <p:stCondLst>
                              <p:cond delay="0"/>
                            </p:stCondLst>
                            <p:childTnLst>
                              <p:par>
                                <p:cTn id="231" presetID="2" presetClass="entr" presetSubtype="4" fill="hold" grpId="0" nodeType="clickEffect">
                                  <p:stCondLst>
                                    <p:cond delay="0"/>
                                  </p:stCondLst>
                                  <p:childTnLst>
                                    <p:set>
                                      <p:cBhvr>
                                        <p:cTn id="232" dur="1" fill="hold">
                                          <p:stCondLst>
                                            <p:cond delay="0"/>
                                          </p:stCondLst>
                                        </p:cTn>
                                        <p:tgtEl>
                                          <p:spTgt spid="66"/>
                                        </p:tgtEl>
                                        <p:attrNameLst>
                                          <p:attrName>style.visibility</p:attrName>
                                        </p:attrNameLst>
                                      </p:cBhvr>
                                      <p:to>
                                        <p:strVal val="visible"/>
                                      </p:to>
                                    </p:set>
                                    <p:anim calcmode="lin" valueType="num">
                                      <p:cBhvr additive="base">
                                        <p:cTn id="233" dur="500" fill="hold"/>
                                        <p:tgtEl>
                                          <p:spTgt spid="66"/>
                                        </p:tgtEl>
                                        <p:attrNameLst>
                                          <p:attrName>ppt_x</p:attrName>
                                        </p:attrNameLst>
                                      </p:cBhvr>
                                      <p:tavLst>
                                        <p:tav tm="0">
                                          <p:val>
                                            <p:strVal val="#ppt_x"/>
                                          </p:val>
                                        </p:tav>
                                        <p:tav tm="100000">
                                          <p:val>
                                            <p:strVal val="#ppt_x"/>
                                          </p:val>
                                        </p:tav>
                                      </p:tavLst>
                                    </p:anim>
                                    <p:anim calcmode="lin" valueType="num">
                                      <p:cBhvr additive="base">
                                        <p:cTn id="234" dur="500" fill="hold"/>
                                        <p:tgtEl>
                                          <p:spTgt spid="6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66"/>
                                        </p:tgtEl>
                                        <p:attrNameLst>
                                          <p:attrName>style.visibility</p:attrName>
                                        </p:attrNameLst>
                                      </p:cBhvr>
                                      <p:to>
                                        <p:strVal val="hidden"/>
                                      </p:to>
                                    </p:set>
                                  </p:subTnLst>
                                </p:cTn>
                              </p:par>
                            </p:childTnLst>
                          </p:cTn>
                        </p:par>
                      </p:childTnLst>
                    </p:cTn>
                  </p:par>
                  <p:par>
                    <p:cTn id="235" fill="hold">
                      <p:stCondLst>
                        <p:cond delay="indefinite"/>
                      </p:stCondLst>
                      <p:childTnLst>
                        <p:par>
                          <p:cTn id="236" fill="hold">
                            <p:stCondLst>
                              <p:cond delay="0"/>
                            </p:stCondLst>
                            <p:childTnLst>
                              <p:par>
                                <p:cTn id="237" presetID="2" presetClass="entr" presetSubtype="4" fill="hold" grpId="0" nodeType="clickEffect">
                                  <p:stCondLst>
                                    <p:cond delay="0"/>
                                  </p:stCondLst>
                                  <p:childTnLst>
                                    <p:set>
                                      <p:cBhvr>
                                        <p:cTn id="238" dur="1" fill="hold">
                                          <p:stCondLst>
                                            <p:cond delay="0"/>
                                          </p:stCondLst>
                                        </p:cTn>
                                        <p:tgtEl>
                                          <p:spTgt spid="67"/>
                                        </p:tgtEl>
                                        <p:attrNameLst>
                                          <p:attrName>style.visibility</p:attrName>
                                        </p:attrNameLst>
                                      </p:cBhvr>
                                      <p:to>
                                        <p:strVal val="visible"/>
                                      </p:to>
                                    </p:set>
                                    <p:anim calcmode="lin" valueType="num">
                                      <p:cBhvr additive="base">
                                        <p:cTn id="239" dur="500" fill="hold"/>
                                        <p:tgtEl>
                                          <p:spTgt spid="67"/>
                                        </p:tgtEl>
                                        <p:attrNameLst>
                                          <p:attrName>ppt_x</p:attrName>
                                        </p:attrNameLst>
                                      </p:cBhvr>
                                      <p:tavLst>
                                        <p:tav tm="0">
                                          <p:val>
                                            <p:strVal val="#ppt_x"/>
                                          </p:val>
                                        </p:tav>
                                        <p:tav tm="100000">
                                          <p:val>
                                            <p:strVal val="#ppt_x"/>
                                          </p:val>
                                        </p:tav>
                                      </p:tavLst>
                                    </p:anim>
                                    <p:anim calcmode="lin" valueType="num">
                                      <p:cBhvr additive="base">
                                        <p:cTn id="240"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241" fill="hold">
                      <p:stCondLst>
                        <p:cond delay="indefinite"/>
                      </p:stCondLst>
                      <p:childTnLst>
                        <p:par>
                          <p:cTn id="242" fill="hold">
                            <p:stCondLst>
                              <p:cond delay="0"/>
                            </p:stCondLst>
                            <p:childTnLst>
                              <p:par>
                                <p:cTn id="243" presetID="2" presetClass="entr" presetSubtype="4" fill="hold" grpId="0" nodeType="clickEffect">
                                  <p:stCondLst>
                                    <p:cond delay="0"/>
                                  </p:stCondLst>
                                  <p:childTnLst>
                                    <p:set>
                                      <p:cBhvr>
                                        <p:cTn id="244" dur="1" fill="hold">
                                          <p:stCondLst>
                                            <p:cond delay="0"/>
                                          </p:stCondLst>
                                        </p:cTn>
                                        <p:tgtEl>
                                          <p:spTgt spid="68"/>
                                        </p:tgtEl>
                                        <p:attrNameLst>
                                          <p:attrName>style.visibility</p:attrName>
                                        </p:attrNameLst>
                                      </p:cBhvr>
                                      <p:to>
                                        <p:strVal val="visible"/>
                                      </p:to>
                                    </p:set>
                                    <p:anim calcmode="lin" valueType="num">
                                      <p:cBhvr additive="base">
                                        <p:cTn id="245" dur="500" fill="hold"/>
                                        <p:tgtEl>
                                          <p:spTgt spid="68"/>
                                        </p:tgtEl>
                                        <p:attrNameLst>
                                          <p:attrName>ppt_x</p:attrName>
                                        </p:attrNameLst>
                                      </p:cBhvr>
                                      <p:tavLst>
                                        <p:tav tm="0">
                                          <p:val>
                                            <p:strVal val="#ppt_x"/>
                                          </p:val>
                                        </p:tav>
                                        <p:tav tm="100000">
                                          <p:val>
                                            <p:strVal val="#ppt_x"/>
                                          </p:val>
                                        </p:tav>
                                      </p:tavLst>
                                    </p:anim>
                                    <p:anim calcmode="lin" valueType="num">
                                      <p:cBhvr additive="base">
                                        <p:cTn id="246"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247" fill="hold">
                      <p:stCondLst>
                        <p:cond delay="indefinite"/>
                      </p:stCondLst>
                      <p:childTnLst>
                        <p:par>
                          <p:cTn id="248" fill="hold">
                            <p:stCondLst>
                              <p:cond delay="0"/>
                            </p:stCondLst>
                            <p:childTnLst>
                              <p:par>
                                <p:cTn id="249" presetID="42" presetClass="entr" presetSubtype="0" fill="hold" grpId="0" nodeType="clickEffect">
                                  <p:stCondLst>
                                    <p:cond delay="0"/>
                                  </p:stCondLst>
                                  <p:childTnLst>
                                    <p:set>
                                      <p:cBhvr>
                                        <p:cTn id="250" dur="1" fill="hold">
                                          <p:stCondLst>
                                            <p:cond delay="0"/>
                                          </p:stCondLst>
                                        </p:cTn>
                                        <p:tgtEl>
                                          <p:spTgt spid="69"/>
                                        </p:tgtEl>
                                        <p:attrNameLst>
                                          <p:attrName>style.visibility</p:attrName>
                                        </p:attrNameLst>
                                      </p:cBhvr>
                                      <p:to>
                                        <p:strVal val="visible"/>
                                      </p:to>
                                    </p:set>
                                    <p:animEffect transition="in" filter="fade">
                                      <p:cBhvr>
                                        <p:cTn id="251" dur="1000"/>
                                        <p:tgtEl>
                                          <p:spTgt spid="69"/>
                                        </p:tgtEl>
                                      </p:cBhvr>
                                    </p:animEffect>
                                    <p:anim calcmode="lin" valueType="num">
                                      <p:cBhvr>
                                        <p:cTn id="252" dur="1000" fill="hold"/>
                                        <p:tgtEl>
                                          <p:spTgt spid="69"/>
                                        </p:tgtEl>
                                        <p:attrNameLst>
                                          <p:attrName>ppt_x</p:attrName>
                                        </p:attrNameLst>
                                      </p:cBhvr>
                                      <p:tavLst>
                                        <p:tav tm="0">
                                          <p:val>
                                            <p:strVal val="#ppt_x"/>
                                          </p:val>
                                        </p:tav>
                                        <p:tav tm="100000">
                                          <p:val>
                                            <p:strVal val="#ppt_x"/>
                                          </p:val>
                                        </p:tav>
                                      </p:tavLst>
                                    </p:anim>
                                    <p:anim calcmode="lin" valueType="num">
                                      <p:cBhvr>
                                        <p:cTn id="253" dur="1000" fill="hold"/>
                                        <p:tgtEl>
                                          <p:spTgt spid="69"/>
                                        </p:tgtEl>
                                        <p:attrNameLst>
                                          <p:attrName>ppt_y</p:attrName>
                                        </p:attrNameLst>
                                      </p:cBhvr>
                                      <p:tavLst>
                                        <p:tav tm="0">
                                          <p:val>
                                            <p:strVal val="#ppt_y+.1"/>
                                          </p:val>
                                        </p:tav>
                                        <p:tav tm="100000">
                                          <p:val>
                                            <p:strVal val="#ppt_y"/>
                                          </p:val>
                                        </p:tav>
                                      </p:tavLst>
                                    </p:anim>
                                  </p:childTnLst>
                                </p:cTn>
                              </p:par>
                            </p:childTnLst>
                          </p:cTn>
                        </p:par>
                      </p:childTnLst>
                    </p:cTn>
                  </p:par>
                  <p:par>
                    <p:cTn id="254" fill="hold">
                      <p:stCondLst>
                        <p:cond delay="indefinite"/>
                      </p:stCondLst>
                      <p:childTnLst>
                        <p:par>
                          <p:cTn id="255" fill="hold">
                            <p:stCondLst>
                              <p:cond delay="0"/>
                            </p:stCondLst>
                            <p:childTnLst>
                              <p:par>
                                <p:cTn id="256" presetID="42" presetClass="entr" presetSubtype="0" fill="hold" grpId="0" nodeType="clickEffect">
                                  <p:stCondLst>
                                    <p:cond delay="0"/>
                                  </p:stCondLst>
                                  <p:childTnLst>
                                    <p:set>
                                      <p:cBhvr>
                                        <p:cTn id="257" dur="1" fill="hold">
                                          <p:stCondLst>
                                            <p:cond delay="0"/>
                                          </p:stCondLst>
                                        </p:cTn>
                                        <p:tgtEl>
                                          <p:spTgt spid="70"/>
                                        </p:tgtEl>
                                        <p:attrNameLst>
                                          <p:attrName>style.visibility</p:attrName>
                                        </p:attrNameLst>
                                      </p:cBhvr>
                                      <p:to>
                                        <p:strVal val="visible"/>
                                      </p:to>
                                    </p:set>
                                    <p:animEffect transition="in" filter="fade">
                                      <p:cBhvr>
                                        <p:cTn id="258" dur="1000"/>
                                        <p:tgtEl>
                                          <p:spTgt spid="70"/>
                                        </p:tgtEl>
                                      </p:cBhvr>
                                    </p:animEffect>
                                    <p:anim calcmode="lin" valueType="num">
                                      <p:cBhvr>
                                        <p:cTn id="259" dur="1000" fill="hold"/>
                                        <p:tgtEl>
                                          <p:spTgt spid="70"/>
                                        </p:tgtEl>
                                        <p:attrNameLst>
                                          <p:attrName>ppt_x</p:attrName>
                                        </p:attrNameLst>
                                      </p:cBhvr>
                                      <p:tavLst>
                                        <p:tav tm="0">
                                          <p:val>
                                            <p:strVal val="#ppt_x"/>
                                          </p:val>
                                        </p:tav>
                                        <p:tav tm="100000">
                                          <p:val>
                                            <p:strVal val="#ppt_x"/>
                                          </p:val>
                                        </p:tav>
                                      </p:tavLst>
                                    </p:anim>
                                    <p:anim calcmode="lin" valueType="num">
                                      <p:cBhvr>
                                        <p:cTn id="260"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261" fill="hold">
                      <p:stCondLst>
                        <p:cond delay="indefinite"/>
                      </p:stCondLst>
                      <p:childTnLst>
                        <p:par>
                          <p:cTn id="262" fill="hold">
                            <p:stCondLst>
                              <p:cond delay="0"/>
                            </p:stCondLst>
                            <p:childTnLst>
                              <p:par>
                                <p:cTn id="263" presetID="2" presetClass="entr" presetSubtype="4" fill="hold" grpId="0" nodeType="clickEffect">
                                  <p:stCondLst>
                                    <p:cond delay="0"/>
                                  </p:stCondLst>
                                  <p:childTnLst>
                                    <p:set>
                                      <p:cBhvr>
                                        <p:cTn id="264" dur="1" fill="hold">
                                          <p:stCondLst>
                                            <p:cond delay="0"/>
                                          </p:stCondLst>
                                        </p:cTn>
                                        <p:tgtEl>
                                          <p:spTgt spid="71"/>
                                        </p:tgtEl>
                                        <p:attrNameLst>
                                          <p:attrName>style.visibility</p:attrName>
                                        </p:attrNameLst>
                                      </p:cBhvr>
                                      <p:to>
                                        <p:strVal val="visible"/>
                                      </p:to>
                                    </p:set>
                                    <p:anim calcmode="lin" valueType="num">
                                      <p:cBhvr additive="base">
                                        <p:cTn id="265" dur="500" fill="hold"/>
                                        <p:tgtEl>
                                          <p:spTgt spid="71"/>
                                        </p:tgtEl>
                                        <p:attrNameLst>
                                          <p:attrName>ppt_x</p:attrName>
                                        </p:attrNameLst>
                                      </p:cBhvr>
                                      <p:tavLst>
                                        <p:tav tm="0">
                                          <p:val>
                                            <p:strVal val="#ppt_x"/>
                                          </p:val>
                                        </p:tav>
                                        <p:tav tm="100000">
                                          <p:val>
                                            <p:strVal val="#ppt_x"/>
                                          </p:val>
                                        </p:tav>
                                      </p:tavLst>
                                    </p:anim>
                                    <p:anim calcmode="lin" valueType="num">
                                      <p:cBhvr additive="base">
                                        <p:cTn id="266"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267" fill="hold">
                      <p:stCondLst>
                        <p:cond delay="indefinite"/>
                      </p:stCondLst>
                      <p:childTnLst>
                        <p:par>
                          <p:cTn id="268" fill="hold">
                            <p:stCondLst>
                              <p:cond delay="0"/>
                            </p:stCondLst>
                            <p:childTnLst>
                              <p:par>
                                <p:cTn id="269" presetID="42" presetClass="entr" presetSubtype="0" fill="hold" nodeType="clickEffect">
                                  <p:stCondLst>
                                    <p:cond delay="0"/>
                                  </p:stCondLst>
                                  <p:childTnLst>
                                    <p:set>
                                      <p:cBhvr>
                                        <p:cTn id="270" dur="1" fill="hold">
                                          <p:stCondLst>
                                            <p:cond delay="0"/>
                                          </p:stCondLst>
                                        </p:cTn>
                                        <p:tgtEl>
                                          <p:spTgt spid="72">
                                            <p:txEl>
                                              <p:pRg st="0" end="0"/>
                                            </p:txEl>
                                          </p:spTgt>
                                        </p:tgtEl>
                                        <p:attrNameLst>
                                          <p:attrName>style.visibility</p:attrName>
                                        </p:attrNameLst>
                                      </p:cBhvr>
                                      <p:to>
                                        <p:strVal val="visible"/>
                                      </p:to>
                                    </p:set>
                                    <p:animEffect transition="in" filter="fade">
                                      <p:cBhvr>
                                        <p:cTn id="271" dur="1000"/>
                                        <p:tgtEl>
                                          <p:spTgt spid="72">
                                            <p:txEl>
                                              <p:pRg st="0" end="0"/>
                                            </p:txEl>
                                          </p:spTgt>
                                        </p:tgtEl>
                                      </p:cBhvr>
                                    </p:animEffect>
                                    <p:anim calcmode="lin" valueType="num">
                                      <p:cBhvr>
                                        <p:cTn id="272" dur="1000" fill="hold"/>
                                        <p:tgtEl>
                                          <p:spTgt spid="72">
                                            <p:txEl>
                                              <p:pRg st="0" end="0"/>
                                            </p:txEl>
                                          </p:spTgt>
                                        </p:tgtEl>
                                        <p:attrNameLst>
                                          <p:attrName>ppt_x</p:attrName>
                                        </p:attrNameLst>
                                      </p:cBhvr>
                                      <p:tavLst>
                                        <p:tav tm="0">
                                          <p:val>
                                            <p:strVal val="#ppt_x"/>
                                          </p:val>
                                        </p:tav>
                                        <p:tav tm="100000">
                                          <p:val>
                                            <p:strVal val="#ppt_x"/>
                                          </p:val>
                                        </p:tav>
                                      </p:tavLst>
                                    </p:anim>
                                    <p:anim calcmode="lin" valueType="num">
                                      <p:cBhvr>
                                        <p:cTn id="273" dur="1000" fill="hold"/>
                                        <p:tgtEl>
                                          <p:spTgt spid="7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74" fill="hold">
                      <p:stCondLst>
                        <p:cond delay="indefinite"/>
                      </p:stCondLst>
                      <p:childTnLst>
                        <p:par>
                          <p:cTn id="275" fill="hold">
                            <p:stCondLst>
                              <p:cond delay="0"/>
                            </p:stCondLst>
                            <p:childTnLst>
                              <p:par>
                                <p:cTn id="276" presetID="42" presetClass="entr" presetSubtype="0" fill="hold" nodeType="clickEffect">
                                  <p:stCondLst>
                                    <p:cond delay="0"/>
                                  </p:stCondLst>
                                  <p:childTnLst>
                                    <p:set>
                                      <p:cBhvr>
                                        <p:cTn id="277" dur="1" fill="hold">
                                          <p:stCondLst>
                                            <p:cond delay="0"/>
                                          </p:stCondLst>
                                        </p:cTn>
                                        <p:tgtEl>
                                          <p:spTgt spid="72">
                                            <p:txEl>
                                              <p:pRg st="1" end="1"/>
                                            </p:txEl>
                                          </p:spTgt>
                                        </p:tgtEl>
                                        <p:attrNameLst>
                                          <p:attrName>style.visibility</p:attrName>
                                        </p:attrNameLst>
                                      </p:cBhvr>
                                      <p:to>
                                        <p:strVal val="visible"/>
                                      </p:to>
                                    </p:set>
                                    <p:animEffect transition="in" filter="fade">
                                      <p:cBhvr>
                                        <p:cTn id="278" dur="1000"/>
                                        <p:tgtEl>
                                          <p:spTgt spid="72">
                                            <p:txEl>
                                              <p:pRg st="1" end="1"/>
                                            </p:txEl>
                                          </p:spTgt>
                                        </p:tgtEl>
                                      </p:cBhvr>
                                    </p:animEffect>
                                    <p:anim calcmode="lin" valueType="num">
                                      <p:cBhvr>
                                        <p:cTn id="279" dur="1000" fill="hold"/>
                                        <p:tgtEl>
                                          <p:spTgt spid="72">
                                            <p:txEl>
                                              <p:pRg st="1" end="1"/>
                                            </p:txEl>
                                          </p:spTgt>
                                        </p:tgtEl>
                                        <p:attrNameLst>
                                          <p:attrName>ppt_x</p:attrName>
                                        </p:attrNameLst>
                                      </p:cBhvr>
                                      <p:tavLst>
                                        <p:tav tm="0">
                                          <p:val>
                                            <p:strVal val="#ppt_x"/>
                                          </p:val>
                                        </p:tav>
                                        <p:tav tm="100000">
                                          <p:val>
                                            <p:strVal val="#ppt_x"/>
                                          </p:val>
                                        </p:tav>
                                      </p:tavLst>
                                    </p:anim>
                                    <p:anim calcmode="lin" valueType="num">
                                      <p:cBhvr>
                                        <p:cTn id="280" dur="1000" fill="hold"/>
                                        <p:tgtEl>
                                          <p:spTgt spid="7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81" fill="hold">
                      <p:stCondLst>
                        <p:cond delay="indefinite"/>
                      </p:stCondLst>
                      <p:childTnLst>
                        <p:par>
                          <p:cTn id="282" fill="hold">
                            <p:stCondLst>
                              <p:cond delay="0"/>
                            </p:stCondLst>
                            <p:childTnLst>
                              <p:par>
                                <p:cTn id="283" presetID="42" presetClass="entr" presetSubtype="0" fill="hold" nodeType="clickEffect">
                                  <p:stCondLst>
                                    <p:cond delay="0"/>
                                  </p:stCondLst>
                                  <p:childTnLst>
                                    <p:set>
                                      <p:cBhvr>
                                        <p:cTn id="284" dur="1" fill="hold">
                                          <p:stCondLst>
                                            <p:cond delay="0"/>
                                          </p:stCondLst>
                                        </p:cTn>
                                        <p:tgtEl>
                                          <p:spTgt spid="72">
                                            <p:txEl>
                                              <p:pRg st="2" end="2"/>
                                            </p:txEl>
                                          </p:spTgt>
                                        </p:tgtEl>
                                        <p:attrNameLst>
                                          <p:attrName>style.visibility</p:attrName>
                                        </p:attrNameLst>
                                      </p:cBhvr>
                                      <p:to>
                                        <p:strVal val="visible"/>
                                      </p:to>
                                    </p:set>
                                    <p:animEffect transition="in" filter="fade">
                                      <p:cBhvr>
                                        <p:cTn id="285" dur="1000"/>
                                        <p:tgtEl>
                                          <p:spTgt spid="72">
                                            <p:txEl>
                                              <p:pRg st="2" end="2"/>
                                            </p:txEl>
                                          </p:spTgt>
                                        </p:tgtEl>
                                      </p:cBhvr>
                                    </p:animEffect>
                                    <p:anim calcmode="lin" valueType="num">
                                      <p:cBhvr>
                                        <p:cTn id="286" dur="1000" fill="hold"/>
                                        <p:tgtEl>
                                          <p:spTgt spid="72">
                                            <p:txEl>
                                              <p:pRg st="2" end="2"/>
                                            </p:txEl>
                                          </p:spTgt>
                                        </p:tgtEl>
                                        <p:attrNameLst>
                                          <p:attrName>ppt_x</p:attrName>
                                        </p:attrNameLst>
                                      </p:cBhvr>
                                      <p:tavLst>
                                        <p:tav tm="0">
                                          <p:val>
                                            <p:strVal val="#ppt_x"/>
                                          </p:val>
                                        </p:tav>
                                        <p:tav tm="100000">
                                          <p:val>
                                            <p:strVal val="#ppt_x"/>
                                          </p:val>
                                        </p:tav>
                                      </p:tavLst>
                                    </p:anim>
                                    <p:anim calcmode="lin" valueType="num">
                                      <p:cBhvr>
                                        <p:cTn id="287" dur="1000" fill="hold"/>
                                        <p:tgtEl>
                                          <p:spTgt spid="7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88" fill="hold">
                      <p:stCondLst>
                        <p:cond delay="indefinite"/>
                      </p:stCondLst>
                      <p:childTnLst>
                        <p:par>
                          <p:cTn id="289" fill="hold">
                            <p:stCondLst>
                              <p:cond delay="0"/>
                            </p:stCondLst>
                            <p:childTnLst>
                              <p:par>
                                <p:cTn id="290" presetID="42" presetClass="entr" presetSubtype="0" fill="hold" nodeType="clickEffect">
                                  <p:stCondLst>
                                    <p:cond delay="0"/>
                                  </p:stCondLst>
                                  <p:childTnLst>
                                    <p:set>
                                      <p:cBhvr>
                                        <p:cTn id="291" dur="1" fill="hold">
                                          <p:stCondLst>
                                            <p:cond delay="0"/>
                                          </p:stCondLst>
                                        </p:cTn>
                                        <p:tgtEl>
                                          <p:spTgt spid="72">
                                            <p:txEl>
                                              <p:pRg st="3" end="3"/>
                                            </p:txEl>
                                          </p:spTgt>
                                        </p:tgtEl>
                                        <p:attrNameLst>
                                          <p:attrName>style.visibility</p:attrName>
                                        </p:attrNameLst>
                                      </p:cBhvr>
                                      <p:to>
                                        <p:strVal val="visible"/>
                                      </p:to>
                                    </p:set>
                                    <p:animEffect transition="in" filter="fade">
                                      <p:cBhvr>
                                        <p:cTn id="292" dur="1000"/>
                                        <p:tgtEl>
                                          <p:spTgt spid="72">
                                            <p:txEl>
                                              <p:pRg st="3" end="3"/>
                                            </p:txEl>
                                          </p:spTgt>
                                        </p:tgtEl>
                                      </p:cBhvr>
                                    </p:animEffect>
                                    <p:anim calcmode="lin" valueType="num">
                                      <p:cBhvr>
                                        <p:cTn id="293" dur="1000" fill="hold"/>
                                        <p:tgtEl>
                                          <p:spTgt spid="72">
                                            <p:txEl>
                                              <p:pRg st="3" end="3"/>
                                            </p:txEl>
                                          </p:spTgt>
                                        </p:tgtEl>
                                        <p:attrNameLst>
                                          <p:attrName>ppt_x</p:attrName>
                                        </p:attrNameLst>
                                      </p:cBhvr>
                                      <p:tavLst>
                                        <p:tav tm="0">
                                          <p:val>
                                            <p:strVal val="#ppt_x"/>
                                          </p:val>
                                        </p:tav>
                                        <p:tav tm="100000">
                                          <p:val>
                                            <p:strVal val="#ppt_x"/>
                                          </p:val>
                                        </p:tav>
                                      </p:tavLst>
                                    </p:anim>
                                    <p:anim calcmode="lin" valueType="num">
                                      <p:cBhvr>
                                        <p:cTn id="294" dur="1000" fill="hold"/>
                                        <p:tgtEl>
                                          <p:spTgt spid="7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P spid="46" grpId="0" animBg="1"/>
      <p:bldP spid="48" grpId="0" animBg="1"/>
      <p:bldP spid="49" grpId="0" animBg="1"/>
      <p:bldP spid="50" grpId="0" animBg="1"/>
      <p:bldP spid="51"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3" grpId="0"/>
      <p:bldP spid="74"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占位符 3"/>
          <p:cNvSpPr>
            <a:spLocks noGrp="1"/>
          </p:cNvSpPr>
          <p:nvPr>
            <p:ph type="body" sz="quarter" idx="10"/>
          </p:nvPr>
        </p:nvSpPr>
        <p:spPr>
          <a:xfrm>
            <a:off x="2843808" y="1851670"/>
            <a:ext cx="5328592" cy="800930"/>
          </a:xfrm>
        </p:spPr>
        <p:txBody>
          <a:bodyPr/>
          <a:lstStyle/>
          <a:p>
            <a:r>
              <a:rPr lang="zh-CN" altLang="zh-CN" sz="2800" dirty="0">
                <a:effectLst/>
              </a:rPr>
              <a:t>带权图与带权图中的最短路径</a:t>
            </a:r>
            <a:endParaRPr lang="zh-CN" altLang="en-US" sz="2800" dirty="0"/>
          </a:p>
        </p:txBody>
      </p:sp>
      <p:sp>
        <p:nvSpPr>
          <p:cNvPr id="5" name="文本占位符 4"/>
          <p:cNvSpPr>
            <a:spLocks noGrp="1"/>
          </p:cNvSpPr>
          <p:nvPr>
            <p:ph type="body" sz="quarter" idx="11"/>
          </p:nvPr>
        </p:nvSpPr>
        <p:spPr/>
        <p:txBody>
          <a:bodyPr/>
          <a:lstStyle/>
          <a:p>
            <a:r>
              <a:rPr lang="en-US" altLang="zh-CN" dirty="0"/>
              <a:t>06</a:t>
            </a:r>
            <a:endParaRPr lang="zh-CN" altLang="en-US" dirty="0"/>
          </a:p>
        </p:txBody>
      </p:sp>
      <p:sp>
        <p:nvSpPr>
          <p:cNvPr id="2" name="矩形 1"/>
          <p:cNvSpPr/>
          <p:nvPr/>
        </p:nvSpPr>
        <p:spPr>
          <a:xfrm>
            <a:off x="179512" y="4407310"/>
            <a:ext cx="3456384"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937083121"/>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613" y="915566"/>
                <a:ext cx="8795211" cy="2659754"/>
              </a:xfrm>
            </p:spPr>
            <p:txBody>
              <a:bodyPr/>
              <a:lstStyle/>
              <a:p>
                <a:pPr algn="just">
                  <a:lnSpc>
                    <a:spcPts val="2400"/>
                  </a:lnSpc>
                  <a:spcBef>
                    <a:spcPts val="0"/>
                  </a:spcBef>
                </a:pPr>
                <a:r>
                  <a:rPr lang="zh-CN" altLang="zh-CN" sz="1600" dirty="0">
                    <a:latin typeface="Times New Roman" panose="02020603050405020304" pitchFamily="18" charset="0"/>
                    <a:cs typeface="Times New Roman" panose="02020603050405020304" pitchFamily="18" charset="0"/>
                  </a:rPr>
                  <a:t>一个带权图我们规定为一个有序四元组</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a:latin typeface="Cambria Math" panose="02040503050406030204" pitchFamily="18" charset="0"/>
                      </a:rPr>
                      <m:t>,</m:t>
                    </m:r>
                    <m:r>
                      <a:rPr lang="en-US" altLang="zh-CN" sz="1600" i="1">
                        <a:latin typeface="Cambria Math" panose="02040503050406030204" pitchFamily="18" charset="0"/>
                      </a:rPr>
                      <m:t>𝑓</m:t>
                    </m:r>
                    <m:r>
                      <a:rPr lang="en-US" altLang="zh-CN" sz="1600">
                        <a:latin typeface="Cambria Math" panose="02040503050406030204" pitchFamily="18" charset="0"/>
                      </a:rPr>
                      <m:t>,</m:t>
                    </m:r>
                    <m:r>
                      <a:rPr lang="en-US" altLang="zh-CN" sz="1600" i="1">
                        <a:latin typeface="Cambria Math" panose="02040503050406030204" pitchFamily="18" charset="0"/>
                      </a:rPr>
                      <m:t>𝑔</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或有序三元组</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a:latin typeface="Cambria Math" panose="02040503050406030204" pitchFamily="18" charset="0"/>
                      </a:rPr>
                      <m:t>,</m:t>
                    </m:r>
                    <m:r>
                      <a:rPr lang="en-US" altLang="zh-CN" sz="1600" i="1">
                        <a:latin typeface="Cambria Math" panose="02040503050406030204" pitchFamily="18" charset="0"/>
                      </a:rPr>
                      <m:t>𝑓</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，或</a:t>
                </a:r>
                <a14:m>
                  <m:oMath xmlns:m="http://schemas.openxmlformats.org/officeDocument/2006/math">
                    <m:r>
                      <a:rPr lang="en-US" altLang="zh-CN" sz="1600">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a:latin typeface="Cambria Math" panose="02040503050406030204" pitchFamily="18" charset="0"/>
                      </a:rPr>
                      <m:t>,</m:t>
                    </m:r>
                    <m:r>
                      <a:rPr lang="en-US" altLang="zh-CN" sz="1600" i="1">
                        <a:latin typeface="Cambria Math" panose="02040503050406030204" pitchFamily="18" charset="0"/>
                      </a:rPr>
                      <m:t>𝑔</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。其中</a:t>
                </a:r>
                <a14:m>
                  <m:oMath xmlns:m="http://schemas.openxmlformats.org/officeDocument/2006/math">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是顶点集，</a:t>
                </a:r>
                <a14:m>
                  <m:oMath xmlns:m="http://schemas.openxmlformats.org/officeDocument/2006/math">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是边集，</a:t>
                </a:r>
                <a14:m>
                  <m:oMath xmlns:m="http://schemas.openxmlformats.org/officeDocument/2006/math">
                    <m:r>
                      <a:rPr lang="en-US" altLang="zh-CN" sz="1600" i="1">
                        <a:latin typeface="Cambria Math" panose="02040503050406030204" pitchFamily="18" charset="0"/>
                      </a:rPr>
                      <m:t>𝑓</m:t>
                    </m:r>
                  </m:oMath>
                </a14:m>
                <a:r>
                  <a:rPr lang="zh-CN" altLang="zh-CN" sz="1600" dirty="0">
                    <a:latin typeface="Times New Roman" panose="02020603050405020304" pitchFamily="18" charset="0"/>
                    <a:cs typeface="Times New Roman" panose="02020603050405020304" pitchFamily="18" charset="0"/>
                  </a:rPr>
                  <a:t>是定义在</a:t>
                </a:r>
                <a14:m>
                  <m:oMath xmlns:m="http://schemas.openxmlformats.org/officeDocument/2006/math">
                    <m:r>
                      <a:rPr lang="en-US" altLang="zh-CN" sz="1600" i="1">
                        <a:latin typeface="Cambria Math" panose="02040503050406030204" pitchFamily="18" charset="0"/>
                      </a:rPr>
                      <m:t>𝑉</m:t>
                    </m:r>
                  </m:oMath>
                </a14:m>
                <a:r>
                  <a:rPr lang="zh-CN" altLang="zh-CN" sz="1600" dirty="0">
                    <a:latin typeface="Times New Roman" panose="02020603050405020304" pitchFamily="18" charset="0"/>
                    <a:cs typeface="Times New Roman" panose="02020603050405020304" pitchFamily="18" charset="0"/>
                  </a:rPr>
                  <a:t>上的函数，</a:t>
                </a:r>
                <a14:m>
                  <m:oMath xmlns:m="http://schemas.openxmlformats.org/officeDocument/2006/math">
                    <m:r>
                      <a:rPr lang="en-US" altLang="zh-CN" sz="1600" i="1">
                        <a:latin typeface="Cambria Math" panose="02040503050406030204" pitchFamily="18" charset="0"/>
                      </a:rPr>
                      <m:t>𝑔</m:t>
                    </m:r>
                  </m:oMath>
                </a14:m>
                <a:r>
                  <a:rPr lang="zh-CN" altLang="zh-CN" sz="1600" dirty="0">
                    <a:latin typeface="Times New Roman" panose="02020603050405020304" pitchFamily="18" charset="0"/>
                    <a:cs typeface="Times New Roman" panose="02020603050405020304" pitchFamily="18" charset="0"/>
                  </a:rPr>
                  <a:t>是定义在</a:t>
                </a:r>
                <a14:m>
                  <m:oMath xmlns:m="http://schemas.openxmlformats.org/officeDocument/2006/math">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上的函数，</a:t>
                </a:r>
                <a14:m>
                  <m:oMath xmlns:m="http://schemas.openxmlformats.org/officeDocument/2006/math">
                    <m:r>
                      <a:rPr lang="en-US" altLang="zh-CN" sz="1600" i="1">
                        <a:latin typeface="Cambria Math" panose="02040503050406030204" pitchFamily="18" charset="0"/>
                      </a:rPr>
                      <m:t>𝑓</m:t>
                    </m:r>
                  </m:oMath>
                </a14:m>
                <a:r>
                  <a:rPr lang="zh-CN" altLang="zh-CN" sz="1600" dirty="0">
                    <a:latin typeface="Times New Roman" panose="02020603050405020304" pitchFamily="18" charset="0"/>
                    <a:cs typeface="Times New Roman" panose="02020603050405020304" pitchFamily="18" charset="0"/>
                  </a:rPr>
                  <a:t>和</a:t>
                </a:r>
                <a14:m>
                  <m:oMath xmlns:m="http://schemas.openxmlformats.org/officeDocument/2006/math">
                    <m:r>
                      <a:rPr lang="en-US" altLang="zh-CN" sz="1600" i="1">
                        <a:latin typeface="Cambria Math" panose="02040503050406030204" pitchFamily="18" charset="0"/>
                      </a:rPr>
                      <m:t>𝑔</m:t>
                    </m:r>
                  </m:oMath>
                </a14:m>
                <a:r>
                  <a:rPr lang="zh-CN" altLang="zh-CN" sz="1600" dirty="0">
                    <a:latin typeface="Times New Roman" panose="02020603050405020304" pitchFamily="18" charset="0"/>
                    <a:cs typeface="Times New Roman" panose="02020603050405020304" pitchFamily="18" charset="0"/>
                  </a:rPr>
                  <a:t>我们可以称为权函数。对于每一个顶点或边</a:t>
                </a:r>
                <a14:m>
                  <m:oMath xmlns:m="http://schemas.openxmlformats.org/officeDocument/2006/math">
                    <m:r>
                      <a:rPr lang="en-US" altLang="zh-CN" sz="1600" i="1">
                        <a:latin typeface="Cambria Math" panose="02040503050406030204" pitchFamily="18" charset="0"/>
                      </a:rPr>
                      <m:t>𝑥</m:t>
                    </m:r>
                  </m:oMath>
                </a14:m>
                <a:r>
                  <a:rPr lang="zh-CN" altLang="zh-CN" sz="1600" dirty="0">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𝑓</m:t>
                    </m:r>
                    <m:r>
                      <a:rPr lang="en-US" altLang="zh-CN" sz="1600" i="1">
                        <a:latin typeface="Cambria Math" panose="02040503050406030204" pitchFamily="18" charset="0"/>
                      </a:rPr>
                      <m:t>(</m:t>
                    </m:r>
                    <m:r>
                      <a:rPr lang="en-US" altLang="zh-CN" sz="1600" i="1">
                        <a:latin typeface="Cambria Math" panose="02040503050406030204" pitchFamily="18" charset="0"/>
                      </a:rPr>
                      <m:t>𝑥</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和</a:t>
                </a:r>
                <a14:m>
                  <m:oMath xmlns:m="http://schemas.openxmlformats.org/officeDocument/2006/math">
                    <m:r>
                      <a:rPr lang="en-US" altLang="zh-CN" sz="1600" i="1">
                        <a:latin typeface="Cambria Math" panose="02040503050406030204" pitchFamily="18" charset="0"/>
                      </a:rPr>
                      <m:t>𝑔</m:t>
                    </m:r>
                    <m:r>
                      <a:rPr lang="en-US" altLang="zh-CN" sz="1600" i="1">
                        <a:latin typeface="Cambria Math" panose="02040503050406030204" pitchFamily="18" charset="0"/>
                      </a:rPr>
                      <m:t>(</m:t>
                    </m:r>
                    <m:r>
                      <a:rPr lang="en-US" altLang="zh-CN" sz="1600" i="1">
                        <a:latin typeface="Cambria Math" panose="02040503050406030204" pitchFamily="18" charset="0"/>
                      </a:rPr>
                      <m:t>𝑥</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可以是一个数字，符号或是某种量。</a:t>
                </a:r>
              </a:p>
              <a:p>
                <a:pPr algn="just">
                  <a:lnSpc>
                    <a:spcPts val="2400"/>
                  </a:lnSpc>
                  <a:spcBef>
                    <a:spcPts val="0"/>
                  </a:spcBef>
                </a:pPr>
                <a:r>
                  <a:rPr lang="zh-CN" altLang="zh-CN" sz="1600" dirty="0">
                    <a:latin typeface="Times New Roman" panose="02020603050405020304" pitchFamily="18" charset="0"/>
                    <a:cs typeface="Times New Roman" panose="02020603050405020304" pitchFamily="18" charset="0"/>
                  </a:rPr>
                  <a:t>例如，设</a:t>
                </a:r>
                <a14:m>
                  <m:oMath xmlns:m="http://schemas.openxmlformats.org/officeDocument/2006/math">
                    <m:r>
                      <a:rPr lang="en-US" altLang="zh-CN" sz="1600" i="1">
                        <a:latin typeface="Cambria Math" panose="02040503050406030204" pitchFamily="18" charset="0"/>
                      </a:rPr>
                      <m:t>𝐺</m:t>
                    </m:r>
                    <m:r>
                      <a:rPr lang="en-US" altLang="zh-CN" sz="1600" i="1">
                        <a:latin typeface="Cambria Math" panose="02040503050406030204" pitchFamily="18" charset="0"/>
                      </a:rPr>
                      <m:t>=(</m:t>
                    </m:r>
                    <m:r>
                      <a:rPr lang="en-US" altLang="zh-CN" sz="1600" i="1">
                        <a:latin typeface="Cambria Math" panose="02040503050406030204" pitchFamily="18" charset="0"/>
                      </a:rPr>
                      <m:t>𝑉</m:t>
                    </m:r>
                    <m:r>
                      <a:rPr lang="en-US" altLang="zh-CN" sz="1600">
                        <a:latin typeface="Cambria Math" panose="02040503050406030204" pitchFamily="18" charset="0"/>
                      </a:rPr>
                      <m:t>,</m:t>
                    </m:r>
                    <m:r>
                      <a:rPr lang="en-US" altLang="zh-CN" sz="1600" i="1">
                        <a:latin typeface="Cambria Math" panose="02040503050406030204" pitchFamily="18" charset="0"/>
                      </a:rPr>
                      <m:t>𝐸</m:t>
                    </m:r>
                    <m:r>
                      <a:rPr lang="en-US" altLang="zh-CN" sz="1600">
                        <a:latin typeface="Cambria Math" panose="02040503050406030204" pitchFamily="18" charset="0"/>
                      </a:rPr>
                      <m:t>,</m:t>
                    </m:r>
                    <m:r>
                      <a:rPr lang="en-US" altLang="zh-CN" sz="1600" i="1">
                        <a:latin typeface="Cambria Math" panose="02040503050406030204" pitchFamily="18" charset="0"/>
                      </a:rPr>
                      <m:t>𝑊</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是一个带权图，其中</a:t>
                </a:r>
                <a14:m>
                  <m:oMath xmlns:m="http://schemas.openxmlformats.org/officeDocument/2006/math">
                    <m:r>
                      <a:rPr lang="en-US" altLang="zh-CN" sz="1600" i="1">
                        <a:latin typeface="Cambria Math" panose="02040503050406030204" pitchFamily="18" charset="0"/>
                      </a:rPr>
                      <m:t>𝑊</m:t>
                    </m:r>
                  </m:oMath>
                </a14:m>
                <a:r>
                  <a:rPr lang="zh-CN" altLang="zh-CN" sz="1600" dirty="0">
                    <a:latin typeface="Times New Roman" panose="02020603050405020304" pitchFamily="18" charset="0"/>
                    <a:cs typeface="Times New Roman" panose="02020603050405020304" pitchFamily="18" charset="0"/>
                  </a:rPr>
                  <a:t>是边集</a:t>
                </a:r>
                <a14:m>
                  <m:oMath xmlns:m="http://schemas.openxmlformats.org/officeDocument/2006/math">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到</a:t>
                </a:r>
                <a14:m>
                  <m:oMath xmlns:m="http://schemas.openxmlformats.org/officeDocument/2006/math">
                    <m:sSup>
                      <m:sSupPr>
                        <m:ctrlPr>
                          <a:rPr lang="zh-CN" altLang="zh-CN" sz="1600" i="1">
                            <a:latin typeface="Cambria Math" panose="02040503050406030204" pitchFamily="18" charset="0"/>
                          </a:rPr>
                        </m:ctrlPr>
                      </m:sSupPr>
                      <m:e>
                        <m:r>
                          <a:rPr lang="en-US" altLang="zh-CN" sz="1600" i="1">
                            <a:latin typeface="Cambria Math" panose="02040503050406030204" pitchFamily="18" charset="0"/>
                          </a:rPr>
                          <m:t>𝑅</m:t>
                        </m:r>
                      </m:e>
                      <m:sup>
                        <m:r>
                          <a:rPr lang="en-US" altLang="zh-CN" sz="1600" i="1">
                            <a:latin typeface="Cambria Math" panose="02040503050406030204" pitchFamily="18" charset="0"/>
                          </a:rPr>
                          <m:t>+</m:t>
                        </m:r>
                      </m:sup>
                    </m:sSup>
                    <m:r>
                      <a:rPr lang="en-US" altLang="zh-CN" sz="1600" i="1">
                        <a:latin typeface="Cambria Math" panose="02040503050406030204" pitchFamily="18" charset="0"/>
                      </a:rPr>
                      <m:t>={</m:t>
                    </m:r>
                    <m:r>
                      <a:rPr lang="en-US" altLang="zh-CN" sz="1600" i="1">
                        <a:latin typeface="Cambria Math" panose="02040503050406030204" pitchFamily="18" charset="0"/>
                      </a:rPr>
                      <m:t>𝑥</m:t>
                    </m:r>
                    <m:r>
                      <a:rPr lang="en-US" altLang="zh-CN" sz="1600" i="1">
                        <a:latin typeface="Cambria Math" panose="02040503050406030204" pitchFamily="18" charset="0"/>
                      </a:rPr>
                      <m:t>∈</m:t>
                    </m:r>
                    <m:r>
                      <a:rPr lang="en-US" altLang="zh-CN" sz="1600" i="1">
                        <a:latin typeface="Cambria Math" panose="02040503050406030204" pitchFamily="18" charset="0"/>
                      </a:rPr>
                      <m:t>𝑅</m:t>
                    </m:r>
                    <m:r>
                      <a:rPr lang="en-US" altLang="zh-CN" sz="1600" i="1">
                        <a:latin typeface="Cambria Math" panose="02040503050406030204" pitchFamily="18" charset="0"/>
                      </a:rPr>
                      <m:t>|</m:t>
                    </m:r>
                    <m:r>
                      <a:rPr lang="en-US" altLang="zh-CN" sz="1600" i="1">
                        <a:latin typeface="Cambria Math" panose="02040503050406030204" pitchFamily="18" charset="0"/>
                      </a:rPr>
                      <m:t>𝑥</m:t>
                    </m:r>
                    <m:r>
                      <a:rPr lang="en-US" altLang="zh-CN" sz="1600" i="1">
                        <a:latin typeface="Cambria Math" panose="02040503050406030204" pitchFamily="18" charset="0"/>
                      </a:rPr>
                      <m:t>&gt;0}</m:t>
                    </m:r>
                  </m:oMath>
                </a14:m>
                <a:r>
                  <a:rPr lang="zh-CN" altLang="zh-CN" sz="1600" dirty="0">
                    <a:latin typeface="Times New Roman" panose="02020603050405020304" pitchFamily="18" charset="0"/>
                    <a:cs typeface="Times New Roman" panose="02020603050405020304" pitchFamily="18" charset="0"/>
                  </a:rPr>
                  <a:t>的一个函数。我们通常称</a:t>
                </a:r>
                <a14:m>
                  <m:oMath xmlns:m="http://schemas.openxmlformats.org/officeDocument/2006/math">
                    <m:r>
                      <a:rPr lang="en-US" altLang="zh-CN" sz="1600" i="1">
                        <a:latin typeface="Cambria Math" panose="02040503050406030204" pitchFamily="18" charset="0"/>
                      </a:rPr>
                      <m:t>𝑊</m:t>
                    </m:r>
                    <m:r>
                      <a:rPr lang="en-US" altLang="zh-CN" sz="1600" i="1">
                        <a:latin typeface="Cambria Math" panose="02040503050406030204" pitchFamily="18" charset="0"/>
                      </a:rPr>
                      <m:t>(</m:t>
                    </m:r>
                    <m:r>
                      <a:rPr lang="en-US" altLang="zh-CN" sz="1600" i="1">
                        <a:latin typeface="Cambria Math" panose="02040503050406030204" pitchFamily="18" charset="0"/>
                      </a:rPr>
                      <m:t>𝑒</m:t>
                    </m:r>
                    <m:r>
                      <a:rPr lang="en-US" altLang="zh-CN" sz="1600" i="1">
                        <a:latin typeface="Cambria Math" panose="02040503050406030204" pitchFamily="18" charset="0"/>
                      </a:rPr>
                      <m:t>)(</m:t>
                    </m:r>
                    <m:r>
                      <a:rPr lang="en-US" altLang="zh-CN" sz="1600" i="1">
                        <a:latin typeface="Cambria Math" panose="02040503050406030204" pitchFamily="18" charset="0"/>
                      </a:rPr>
                      <m:t>𝑒</m:t>
                    </m:r>
                    <m:r>
                      <a:rPr lang="en-US" altLang="zh-CN" sz="1600" i="1">
                        <a:latin typeface="Cambria Math" panose="02040503050406030204" pitchFamily="18" charset="0"/>
                      </a:rPr>
                      <m:t>∈</m:t>
                    </m:r>
                    <m:r>
                      <a:rPr lang="en-US" altLang="zh-CN" sz="1600" i="1">
                        <a:latin typeface="Cambria Math" panose="02040503050406030204" pitchFamily="18" charset="0"/>
                      </a:rPr>
                      <m:t>𝐸</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为边</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的长度。实际上它也可以有其他的意义。例如，</a:t>
                </a:r>
                <a14:m>
                  <m:oMath xmlns:m="http://schemas.openxmlformats.org/officeDocument/2006/math">
                    <m:r>
                      <a:rPr lang="en-US" altLang="zh-CN" sz="1600" i="1">
                        <a:latin typeface="Cambria Math" panose="02040503050406030204" pitchFamily="18" charset="0"/>
                      </a:rPr>
                      <m:t>𝑒</m:t>
                    </m:r>
                  </m:oMath>
                </a14:m>
                <a:r>
                  <a:rPr lang="zh-CN" altLang="zh-CN" sz="1600" dirty="0">
                    <a:latin typeface="Times New Roman" panose="02020603050405020304" pitchFamily="18" charset="0"/>
                    <a:cs typeface="Times New Roman" panose="02020603050405020304" pitchFamily="18" charset="0"/>
                  </a:rPr>
                  <a:t>是一段公路，</a:t>
                </a:r>
                <a14:m>
                  <m:oMath xmlns:m="http://schemas.openxmlformats.org/officeDocument/2006/math">
                    <m:r>
                      <a:rPr lang="en-US" altLang="zh-CN" sz="1600" i="1">
                        <a:latin typeface="Cambria Math" panose="02040503050406030204" pitchFamily="18" charset="0"/>
                      </a:rPr>
                      <m:t>𝑊</m:t>
                    </m:r>
                    <m:r>
                      <a:rPr lang="en-US" altLang="zh-CN" sz="1600" i="1">
                        <a:latin typeface="Cambria Math" panose="02040503050406030204" pitchFamily="18" charset="0"/>
                      </a:rPr>
                      <m:t>(</m:t>
                    </m:r>
                    <m:r>
                      <a:rPr lang="en-US" altLang="zh-CN" sz="1600" i="1">
                        <a:latin typeface="Cambria Math" panose="02040503050406030204" pitchFamily="18" charset="0"/>
                      </a:rPr>
                      <m:t>𝑒</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可以是公路的维修费、可以是公路的每小时运输量和公路间的距离等</a:t>
                </a:r>
                <a:r>
                  <a:rPr lang="zh-CN" altLang="en-US" sz="1600" dirty="0">
                    <a:latin typeface="Times New Roman" panose="02020603050405020304" pitchFamily="18" charset="0"/>
                    <a:cs typeface="Times New Roman" panose="02020603050405020304" pitchFamily="18" charset="0"/>
                  </a:rPr>
                  <a:t>。</a:t>
                </a: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endParaRPr lang="en-US" altLang="zh-CN" sz="1600" dirty="0">
                  <a:latin typeface="Times New Roman" panose="02020603050405020304" pitchFamily="18" charset="0"/>
                  <a:cs typeface="Times New Roman" panose="02020603050405020304" pitchFamily="18" charset="0"/>
                </a:endParaRPr>
              </a:p>
              <a:p>
                <a:pPr algn="just">
                  <a:lnSpc>
                    <a:spcPts val="2400"/>
                  </a:lnSpc>
                  <a:spcBef>
                    <a:spcPts val="0"/>
                  </a:spcBef>
                </a:pPr>
                <a14:m>
                  <m:oMath xmlns:m="http://schemas.openxmlformats.org/officeDocument/2006/math">
                    <m:r>
                      <a:rPr lang="en-US" altLang="zh-CN" sz="1600">
                        <a:latin typeface="Cambria Math" panose="02040503050406030204" pitchFamily="18" charset="0"/>
                        <a:ea typeface="隶书" panose="02010509060101010101" pitchFamily="49" charset="-122"/>
                      </a:rPr>
                      <m:t> </m:t>
                    </m:r>
                    <m:r>
                      <a:rPr lang="en-US" altLang="zh-CN" sz="1600">
                        <a:latin typeface="Cambria Math" panose="02040503050406030204" pitchFamily="18" charset="0"/>
                        <a:ea typeface="隶书" panose="02010509060101010101" pitchFamily="49" charset="-122"/>
                      </a:rPr>
                      <m:t>𝐺</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𝑉</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𝐸</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𝑊</m:t>
                    </m:r>
                    <m:r>
                      <a:rPr lang="en-US" altLang="zh-CN" sz="1600">
                        <a:latin typeface="Cambria Math" panose="02040503050406030204" pitchFamily="18" charset="0"/>
                        <a:ea typeface="隶书" panose="02010509060101010101" pitchFamily="49" charset="-122"/>
                      </a:rPr>
                      <m:t>)</m:t>
                    </m:r>
                  </m:oMath>
                </a14:m>
                <a:r>
                  <a:rPr lang="zh-CN" altLang="zh-CN" sz="1600" dirty="0">
                    <a:latin typeface="Times New Roman" panose="02020603050405020304" pitchFamily="18" charset="0"/>
                    <a:cs typeface="Times New Roman" panose="02020603050405020304" pitchFamily="18" charset="0"/>
                  </a:rPr>
                  <a:t>是一个如上定义的带权图，带权路径长度是指路径上所经过的边的权值之和。从源点到终点可能有多条路径，我们把带权路径长度最短的路径称为</a:t>
                </a:r>
                <a:r>
                  <a:rPr lang="zh-CN" altLang="zh-CN" sz="1600" dirty="0">
                    <a:solidFill>
                      <a:srgbClr val="7030A0"/>
                    </a:solidFill>
                    <a:latin typeface="Times New Roman" panose="02020603050405020304" pitchFamily="18" charset="0"/>
                    <a:cs typeface="Times New Roman" panose="02020603050405020304" pitchFamily="18" charset="0"/>
                  </a:rPr>
                  <a:t>最短路径</a:t>
                </a:r>
                <a:r>
                  <a:rPr lang="zh-CN" altLang="zh-CN" sz="1600" dirty="0">
                    <a:latin typeface="Times New Roman" panose="02020603050405020304" pitchFamily="18" charset="0"/>
                    <a:cs typeface="Times New Roman" panose="02020603050405020304" pitchFamily="18" charset="0"/>
                  </a:rPr>
                  <a:t>，其路径长度（权值之和）称为</a:t>
                </a:r>
                <a:r>
                  <a:rPr lang="zh-CN" altLang="zh-CN" sz="1600" dirty="0">
                    <a:solidFill>
                      <a:srgbClr val="7030A0"/>
                    </a:solidFill>
                    <a:latin typeface="Times New Roman" panose="02020603050405020304" pitchFamily="18" charset="0"/>
                    <a:cs typeface="Times New Roman" panose="02020603050405020304" pitchFamily="18" charset="0"/>
                  </a:rPr>
                  <a:t>最短路径长度</a:t>
                </a:r>
                <a:r>
                  <a:rPr lang="zh-CN" altLang="zh-CN" sz="1600" dirty="0">
                    <a:latin typeface="Times New Roman" panose="02020603050405020304" pitchFamily="18" charset="0"/>
                    <a:cs typeface="Times New Roman" panose="02020603050405020304" pitchFamily="18" charset="0"/>
                  </a:rPr>
                  <a:t>。</a:t>
                </a:r>
                <a:endParaRPr lang="zh-CN" altLang="en-US"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613" y="915566"/>
                <a:ext cx="8795211" cy="2659754"/>
              </a:xfrm>
              <a:blipFill>
                <a:blip r:embed="rId2"/>
                <a:stretch>
                  <a:fillRect l="-555" t="-229" r="-624" b="-30435"/>
                </a:stretch>
              </a:blipFill>
            </p:spPr>
            <p:txBody>
              <a:bodyPr/>
              <a:lstStyle/>
              <a:p>
                <a:r>
                  <a:rPr lang="zh-CN" altLang="en-US">
                    <a:noFill/>
                  </a:rPr>
                  <a:t> </a:t>
                </a:r>
              </a:p>
            </p:txBody>
          </p:sp>
        </mc:Fallback>
      </mc:AlternateContent>
      <p:sp>
        <p:nvSpPr>
          <p:cNvPr id="5" name="文本框 4"/>
          <p:cNvSpPr txBox="1"/>
          <p:nvPr/>
        </p:nvSpPr>
        <p:spPr>
          <a:xfrm>
            <a:off x="611380" y="115457"/>
            <a:ext cx="2232428"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带权图</a:t>
            </a:r>
            <a:r>
              <a:rPr lang="zh-CN" altLang="en-US" sz="2000" dirty="0"/>
              <a:t>、</a:t>
            </a:r>
            <a:r>
              <a:rPr lang="zh-CN" altLang="zh-CN" sz="2000" dirty="0"/>
              <a:t>最短路径</a:t>
            </a:r>
            <a:endParaRPr lang="zh-CN" altLang="en-US" sz="2000" dirty="0"/>
          </a:p>
        </p:txBody>
      </p:sp>
    </p:spTree>
    <p:extLst>
      <p:ext uri="{BB962C8B-B14F-4D97-AF65-F5344CB8AC3E}">
        <p14:creationId xmlns:p14="http://schemas.microsoft.com/office/powerpoint/2010/main" val="1984072533"/>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07504" y="843558"/>
                <a:ext cx="5760640" cy="3507876"/>
              </a:xfrm>
            </p:spPr>
            <p:txBody>
              <a:bodyPr/>
              <a:lstStyle/>
              <a:p>
                <a:pPr algn="just">
                  <a:lnSpc>
                    <a:spcPts val="2400"/>
                  </a:lnSpc>
                  <a:spcBef>
                    <a:spcPts val="0"/>
                  </a:spcBef>
                </a:pPr>
                <a14:m>
                  <m:oMath xmlns:m="http://schemas.openxmlformats.org/officeDocument/2006/math">
                    <m:r>
                      <a:rPr lang="en-US" altLang="zh-CN" sz="1600" i="1" dirty="0" smtClean="0">
                        <a:solidFill>
                          <a:srgbClr val="7030A0"/>
                        </a:solidFill>
                        <a:latin typeface="Cambria Math" panose="02040503050406030204" pitchFamily="18" charset="0"/>
                        <a:ea typeface="隶书" panose="02010509060101010101" pitchFamily="49" charset="-122"/>
                      </a:rPr>
                      <m:t>𝐺</m:t>
                    </m:r>
                    <m:r>
                      <a:rPr lang="en-US" altLang="zh-CN" sz="1600" i="1" dirty="0" smtClean="0">
                        <a:solidFill>
                          <a:srgbClr val="7030A0"/>
                        </a:solidFill>
                        <a:latin typeface="Cambria Math" panose="02040503050406030204" pitchFamily="18" charset="0"/>
                        <a:ea typeface="隶书" panose="02010509060101010101" pitchFamily="49" charset="-122"/>
                      </a:rPr>
                      <m:t>= (</m:t>
                    </m:r>
                    <m:r>
                      <a:rPr lang="en-US" altLang="zh-CN" sz="1600" i="1" dirty="0" smtClean="0">
                        <a:solidFill>
                          <a:srgbClr val="7030A0"/>
                        </a:solidFill>
                        <a:latin typeface="Cambria Math" panose="02040503050406030204" pitchFamily="18" charset="0"/>
                        <a:ea typeface="隶书" panose="02010509060101010101" pitchFamily="49" charset="-122"/>
                      </a:rPr>
                      <m:t>𝑉</m:t>
                    </m:r>
                    <m:r>
                      <a:rPr lang="en-US" altLang="zh-CN" sz="1600" i="1" dirty="0" smtClean="0">
                        <a:solidFill>
                          <a:srgbClr val="7030A0"/>
                        </a:solidFill>
                        <a:latin typeface="Cambria Math" panose="02040503050406030204" pitchFamily="18" charset="0"/>
                        <a:ea typeface="隶书" panose="02010509060101010101" pitchFamily="49" charset="-122"/>
                      </a:rPr>
                      <m:t>, </m:t>
                    </m:r>
                    <m:r>
                      <a:rPr lang="en-US" altLang="zh-CN" sz="1600" i="1" dirty="0" smtClean="0">
                        <a:solidFill>
                          <a:srgbClr val="7030A0"/>
                        </a:solidFill>
                        <a:latin typeface="Cambria Math" panose="02040503050406030204" pitchFamily="18" charset="0"/>
                        <a:ea typeface="隶书" panose="02010509060101010101" pitchFamily="49" charset="-122"/>
                      </a:rPr>
                      <m:t>𝐸</m:t>
                    </m:r>
                    <m:r>
                      <a:rPr lang="en-US" altLang="zh-CN" sz="1600" i="1" dirty="0" smtClean="0">
                        <a:solidFill>
                          <a:srgbClr val="7030A0"/>
                        </a:solidFill>
                        <a:latin typeface="Cambria Math" panose="02040503050406030204" pitchFamily="18" charset="0"/>
                        <a:ea typeface="隶书" panose="02010509060101010101" pitchFamily="49" charset="-122"/>
                      </a:rPr>
                      <m:t>, </m:t>
                    </m:r>
                    <m:r>
                      <a:rPr lang="en-US" altLang="zh-CN" sz="1600" i="1" dirty="0" smtClean="0">
                        <a:solidFill>
                          <a:srgbClr val="7030A0"/>
                        </a:solidFill>
                        <a:latin typeface="Cambria Math" panose="02040503050406030204" pitchFamily="18" charset="0"/>
                        <a:ea typeface="隶书" panose="02010509060101010101" pitchFamily="49" charset="-122"/>
                      </a:rPr>
                      <m:t>𝑊</m:t>
                    </m:r>
                    <m:r>
                      <a:rPr lang="en-US" altLang="zh-CN" sz="1600" i="1" dirty="0" smtClean="0">
                        <a:solidFill>
                          <a:srgbClr val="7030A0"/>
                        </a:solidFill>
                        <a:latin typeface="Cambria Math" panose="02040503050406030204" pitchFamily="18" charset="0"/>
                        <a:ea typeface="隶书" panose="02010509060101010101" pitchFamily="49" charset="-122"/>
                      </a:rPr>
                      <m:t>)</m:t>
                    </m:r>
                  </m:oMath>
                </a14:m>
                <a:r>
                  <a:rPr lang="zh-CN" altLang="en-US" sz="1600" dirty="0">
                    <a:solidFill>
                      <a:srgbClr val="7030A0"/>
                    </a:solidFill>
                    <a:latin typeface="Times New Roman" panose="02020603050405020304" pitchFamily="18" charset="0"/>
                    <a:cs typeface="Times New Roman" panose="02020603050405020304" pitchFamily="18" charset="0"/>
                  </a:rPr>
                  <a:t>是一个带权有向图</a:t>
                </a:r>
                <a:r>
                  <a:rPr lang="en-US" altLang="zh-CN" sz="1600" dirty="0">
                    <a:solidFill>
                      <a:srgbClr val="7030A0"/>
                    </a:solidFill>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dirty="0" smtClean="0">
                        <a:solidFill>
                          <a:srgbClr val="7030A0"/>
                        </a:solidFill>
                        <a:latin typeface="Cambria Math" panose="02040503050406030204" pitchFamily="18" charset="0"/>
                        <a:ea typeface="隶书" panose="02010509060101010101" pitchFamily="49" charset="-122"/>
                      </a:rPr>
                      <m:t>𝑣</m:t>
                    </m:r>
                    <m:r>
                      <a:rPr lang="en-US" altLang="zh-CN" sz="1600" i="1" dirty="0" smtClean="0">
                        <a:solidFill>
                          <a:srgbClr val="7030A0"/>
                        </a:solidFill>
                        <a:latin typeface="Cambria Math" panose="02040503050406030204" pitchFamily="18" charset="0"/>
                        <a:ea typeface="隶书" panose="02010509060101010101" pitchFamily="49" charset="-122"/>
                      </a:rPr>
                      <m:t>∈</m:t>
                    </m:r>
                    <m:r>
                      <a:rPr lang="en-US" altLang="zh-CN" sz="1600" i="1" dirty="0" smtClean="0">
                        <a:solidFill>
                          <a:srgbClr val="7030A0"/>
                        </a:solidFill>
                        <a:latin typeface="Cambria Math" panose="02040503050406030204" pitchFamily="18" charset="0"/>
                        <a:ea typeface="隶书" panose="02010509060101010101" pitchFamily="49" charset="-122"/>
                      </a:rPr>
                      <m:t>𝑉</m:t>
                    </m:r>
                  </m:oMath>
                </a14:m>
                <a:r>
                  <a:rPr lang="en-US" altLang="zh-CN" sz="1600" dirty="0">
                    <a:solidFill>
                      <a:srgbClr val="7030A0"/>
                    </a:solidFill>
                    <a:latin typeface="Times New Roman" panose="02020603050405020304" pitchFamily="18" charset="0"/>
                    <a:cs typeface="Times New Roman" panose="02020603050405020304" pitchFamily="18" charset="0"/>
                  </a:rPr>
                  <a:t> </a:t>
                </a:r>
                <a:r>
                  <a:rPr lang="zh-CN" altLang="en-US" sz="1600" dirty="0">
                    <a:solidFill>
                      <a:srgbClr val="7030A0"/>
                    </a:solidFill>
                    <a:latin typeface="Times New Roman" panose="02020603050405020304" pitchFamily="18" charset="0"/>
                    <a:cs typeface="Times New Roman" panose="02020603050405020304" pitchFamily="18" charset="0"/>
                  </a:rPr>
                  <a:t>为源点</a:t>
                </a:r>
                <a:r>
                  <a:rPr lang="en-US" altLang="zh-CN" sz="1600" dirty="0">
                    <a:solidFill>
                      <a:srgbClr val="7030A0"/>
                    </a:solidFill>
                    <a:latin typeface="Times New Roman" panose="02020603050405020304" pitchFamily="18" charset="0"/>
                    <a:cs typeface="Times New Roman" panose="02020603050405020304" pitchFamily="18" charset="0"/>
                  </a:rPr>
                  <a:t>, </a:t>
                </a:r>
                <a:r>
                  <a:rPr lang="zh-CN" altLang="en-US" sz="1600" dirty="0">
                    <a:solidFill>
                      <a:srgbClr val="7030A0"/>
                    </a:solidFill>
                    <a:latin typeface="Times New Roman" panose="02020603050405020304" pitchFamily="18" charset="0"/>
                    <a:cs typeface="Times New Roman" panose="02020603050405020304" pitchFamily="18" charset="0"/>
                  </a:rPr>
                  <a:t>为了求从源点 </a:t>
                </a:r>
                <a14:m>
                  <m:oMath xmlns:m="http://schemas.openxmlformats.org/officeDocument/2006/math">
                    <m:r>
                      <a:rPr lang="en-US" altLang="zh-CN" sz="1600" i="1" dirty="0" smtClean="0">
                        <a:solidFill>
                          <a:srgbClr val="7030A0"/>
                        </a:solidFill>
                        <a:latin typeface="Cambria Math" panose="02040503050406030204" pitchFamily="18" charset="0"/>
                        <a:ea typeface="隶书" panose="02010509060101010101" pitchFamily="49" charset="-122"/>
                      </a:rPr>
                      <m:t>𝑣</m:t>
                    </m:r>
                    <m:r>
                      <a:rPr lang="en-US" altLang="zh-CN" sz="1600" i="1" dirty="0" smtClean="0">
                        <a:solidFill>
                          <a:srgbClr val="7030A0"/>
                        </a:solidFill>
                        <a:latin typeface="Cambria Math" panose="02040503050406030204" pitchFamily="18" charset="0"/>
                        <a:ea typeface="隶书" panose="02010509060101010101" pitchFamily="49" charset="-122"/>
                      </a:rPr>
                      <m:t> </m:t>
                    </m:r>
                  </m:oMath>
                </a14:m>
                <a:r>
                  <a:rPr lang="zh-CN" altLang="en-US" sz="1600" dirty="0">
                    <a:solidFill>
                      <a:srgbClr val="7030A0"/>
                    </a:solidFill>
                    <a:latin typeface="Times New Roman" panose="02020603050405020304" pitchFamily="18" charset="0"/>
                    <a:cs typeface="Times New Roman" panose="02020603050405020304" pitchFamily="18" charset="0"/>
                  </a:rPr>
                  <a:t>到 </a:t>
                </a:r>
                <a14:m>
                  <m:oMath xmlns:m="http://schemas.openxmlformats.org/officeDocument/2006/math">
                    <m:r>
                      <a:rPr lang="en-US" altLang="zh-CN" sz="1600" i="1" dirty="0" smtClean="0">
                        <a:solidFill>
                          <a:srgbClr val="7030A0"/>
                        </a:solidFill>
                        <a:latin typeface="Cambria Math" panose="02040503050406030204" pitchFamily="18" charset="0"/>
                        <a:ea typeface="隶书" panose="02010509060101010101" pitchFamily="49" charset="-122"/>
                      </a:rPr>
                      <m:t>𝐺</m:t>
                    </m:r>
                  </m:oMath>
                </a14:m>
                <a:r>
                  <a:rPr lang="en-US" altLang="zh-CN" sz="1600" dirty="0">
                    <a:solidFill>
                      <a:srgbClr val="7030A0"/>
                    </a:solidFill>
                    <a:latin typeface="Times New Roman" panose="02020603050405020304" pitchFamily="18" charset="0"/>
                    <a:cs typeface="Times New Roman" panose="02020603050405020304" pitchFamily="18" charset="0"/>
                  </a:rPr>
                  <a:t> </a:t>
                </a:r>
                <a:r>
                  <a:rPr lang="zh-CN" altLang="en-US" sz="1600" dirty="0">
                    <a:solidFill>
                      <a:srgbClr val="7030A0"/>
                    </a:solidFill>
                    <a:latin typeface="Times New Roman" panose="02020603050405020304" pitchFamily="18" charset="0"/>
                    <a:cs typeface="Times New Roman" panose="02020603050405020304" pitchFamily="18" charset="0"/>
                  </a:rPr>
                  <a:t>中其余各顶点的最短路径</a:t>
                </a:r>
                <a:r>
                  <a:rPr lang="en-US" altLang="zh-CN" sz="1600" dirty="0">
                    <a:solidFill>
                      <a:srgbClr val="7030A0"/>
                    </a:solidFill>
                    <a:latin typeface="Times New Roman" panose="02020603050405020304" pitchFamily="18" charset="0"/>
                    <a:cs typeface="Times New Roman" panose="02020603050405020304" pitchFamily="18" charset="0"/>
                  </a:rPr>
                  <a:t>, </a:t>
                </a:r>
                <a:r>
                  <a:rPr lang="zh-CN" altLang="en-US" sz="1600" dirty="0">
                    <a:solidFill>
                      <a:srgbClr val="7030A0"/>
                    </a:solidFill>
                    <a:latin typeface="Times New Roman" panose="02020603050405020304" pitchFamily="18" charset="0"/>
                    <a:cs typeface="Times New Roman" panose="02020603050405020304" pitchFamily="18" charset="0"/>
                  </a:rPr>
                  <a:t>迪杰斯特拉</a:t>
                </a:r>
                <a:r>
                  <a:rPr lang="en-US" altLang="zh-CN" sz="1600" dirty="0">
                    <a:solidFill>
                      <a:srgbClr val="7030A0"/>
                    </a:solidFill>
                    <a:latin typeface="Times New Roman" panose="02020603050405020304" pitchFamily="18" charset="0"/>
                    <a:cs typeface="Times New Roman" panose="02020603050405020304" pitchFamily="18" charset="0"/>
                  </a:rPr>
                  <a:t>(Dijkstra)</a:t>
                </a:r>
                <a:r>
                  <a:rPr lang="zh-CN" altLang="en-US" sz="1600" dirty="0">
                    <a:solidFill>
                      <a:srgbClr val="7030A0"/>
                    </a:solidFill>
                    <a:latin typeface="Times New Roman" panose="02020603050405020304" pitchFamily="18" charset="0"/>
                    <a:cs typeface="Times New Roman" panose="02020603050405020304" pitchFamily="18" charset="0"/>
                  </a:rPr>
                  <a:t>提出了按路径长度递增的次序产生最短路径的算法。 其基本思想如下</a:t>
                </a:r>
                <a:r>
                  <a:rPr lang="en-US" altLang="zh-CN" sz="1600" dirty="0">
                    <a:solidFill>
                      <a:srgbClr val="7030A0"/>
                    </a:solidFill>
                    <a:latin typeface="Times New Roman" panose="02020603050405020304" pitchFamily="18" charset="0"/>
                    <a:cs typeface="Times New Roman" panose="02020603050405020304" pitchFamily="18" charset="0"/>
                  </a:rPr>
                  <a:t>:</a:t>
                </a:r>
              </a:p>
              <a:p>
                <a:pPr marL="180000" indent="0" algn="just">
                  <a:lnSpc>
                    <a:spcPts val="2600"/>
                  </a:lnSpc>
                  <a:spcBef>
                    <a:spcPts val="0"/>
                  </a:spcBef>
                  <a:buNone/>
                </a:pPr>
                <a:r>
                  <a:rPr lang="zh-CN" altLang="en-US" sz="1600" dirty="0">
                    <a:solidFill>
                      <a:srgbClr val="C00000"/>
                    </a:solidFill>
                    <a:latin typeface="Times New Roman" panose="02020603050405020304" pitchFamily="18" charset="0"/>
                    <a:cs typeface="Times New Roman" panose="02020603050405020304" pitchFamily="18" charset="0"/>
                  </a:rPr>
                  <a:t>（</a:t>
                </a:r>
                <a:r>
                  <a:rPr lang="en-US" altLang="zh-CN" sz="1600" dirty="0">
                    <a:solidFill>
                      <a:srgbClr val="C00000"/>
                    </a:solidFill>
                    <a:latin typeface="Times New Roman" panose="02020603050405020304" pitchFamily="18" charset="0"/>
                    <a:cs typeface="Times New Roman" panose="02020603050405020304" pitchFamily="18" charset="0"/>
                  </a:rPr>
                  <a:t>1</a:t>
                </a:r>
                <a:r>
                  <a:rPr lang="zh-CN" altLang="en-US" sz="1600" dirty="0">
                    <a:solidFill>
                      <a:srgbClr val="C00000"/>
                    </a:solidFill>
                    <a:latin typeface="Times New Roman" panose="02020603050405020304" pitchFamily="18" charset="0"/>
                    <a:cs typeface="Times New Roman" panose="02020603050405020304" pitchFamily="18" charset="0"/>
                  </a:rPr>
                  <a:t>）</a:t>
                </a:r>
                <a:r>
                  <a:rPr lang="zh-CN" altLang="zh-CN" sz="1600" dirty="0">
                    <a:solidFill>
                      <a:srgbClr val="C00000"/>
                    </a:solidFill>
                    <a:latin typeface="Times New Roman" panose="02020603050405020304" pitchFamily="18" charset="0"/>
                    <a:cs typeface="Times New Roman" panose="02020603050405020304" pitchFamily="18" charset="0"/>
                  </a:rPr>
                  <a:t>假设用带权的邻接距阵</a:t>
                </a:r>
                <a14:m>
                  <m:oMath xmlns:m="http://schemas.openxmlformats.org/officeDocument/2006/math">
                    <m:r>
                      <a:rPr lang="en-US" altLang="zh-CN" sz="1600" i="1">
                        <a:solidFill>
                          <a:srgbClr val="C00000"/>
                        </a:solidFill>
                        <a:latin typeface="Cambria Math" panose="02040503050406030204" pitchFamily="18" charset="0"/>
                      </a:rPr>
                      <m:t>𝑎𝑟𝑐𝑠</m:t>
                    </m:r>
                  </m:oMath>
                </a14:m>
                <a:r>
                  <a:rPr lang="zh-CN" altLang="zh-CN" sz="1600" dirty="0">
                    <a:solidFill>
                      <a:srgbClr val="C00000"/>
                    </a:solidFill>
                    <a:latin typeface="Times New Roman" panose="02020603050405020304" pitchFamily="18" charset="0"/>
                    <a:cs typeface="Times New Roman" panose="02020603050405020304" pitchFamily="18" charset="0"/>
                  </a:rPr>
                  <a:t>表示带权有向图，</a:t>
                </a:r>
                <a14:m>
                  <m:oMath xmlns:m="http://schemas.openxmlformats.org/officeDocument/2006/math">
                    <m:r>
                      <a:rPr lang="en-US" altLang="zh-CN" sz="1600" i="1">
                        <a:solidFill>
                          <a:srgbClr val="C00000"/>
                        </a:solidFill>
                        <a:latin typeface="Cambria Math" panose="02040503050406030204" pitchFamily="18" charset="0"/>
                      </a:rPr>
                      <m:t>𝑎𝑟𝑐𝑠</m:t>
                    </m:r>
                    <m:d>
                      <m:dPr>
                        <m:begChr m:val="["/>
                        <m:endChr m:val="]"/>
                        <m:ctrlPr>
                          <a:rPr lang="zh-CN" altLang="zh-CN" sz="1600" i="1">
                            <a:solidFill>
                              <a:srgbClr val="C00000"/>
                            </a:solidFill>
                            <a:latin typeface="Cambria Math" panose="02040503050406030204" pitchFamily="18" charset="0"/>
                          </a:rPr>
                        </m:ctrlPr>
                      </m:dPr>
                      <m:e>
                        <m:r>
                          <a:rPr lang="en-US" altLang="zh-CN" sz="1600" i="1">
                            <a:solidFill>
                              <a:srgbClr val="C00000"/>
                            </a:solidFill>
                            <a:latin typeface="Cambria Math" panose="02040503050406030204" pitchFamily="18" charset="0"/>
                          </a:rPr>
                          <m:t>𝑖</m:t>
                        </m:r>
                      </m:e>
                    </m:d>
                    <m:d>
                      <m:dPr>
                        <m:begChr m:val="["/>
                        <m:endChr m:val="]"/>
                        <m:ctrlPr>
                          <a:rPr lang="zh-CN" altLang="zh-CN" sz="1600" i="1">
                            <a:solidFill>
                              <a:srgbClr val="C00000"/>
                            </a:solidFill>
                            <a:latin typeface="Cambria Math" panose="02040503050406030204" pitchFamily="18" charset="0"/>
                          </a:rPr>
                        </m:ctrlPr>
                      </m:dPr>
                      <m:e>
                        <m:r>
                          <a:rPr lang="en-US" altLang="zh-CN" sz="1600" i="1">
                            <a:solidFill>
                              <a:srgbClr val="C00000"/>
                            </a:solidFill>
                            <a:latin typeface="Cambria Math" panose="02040503050406030204" pitchFamily="18" charset="0"/>
                          </a:rPr>
                          <m:t>𝑗</m:t>
                        </m:r>
                      </m:e>
                    </m:d>
                  </m:oMath>
                </a14:m>
                <a:r>
                  <a:rPr lang="zh-CN" altLang="zh-CN" sz="1600" dirty="0">
                    <a:solidFill>
                      <a:srgbClr val="C00000"/>
                    </a:solidFill>
                    <a:latin typeface="Times New Roman" panose="02020603050405020304" pitchFamily="18" charset="0"/>
                    <a:cs typeface="Times New Roman" panose="02020603050405020304" pitchFamily="18" charset="0"/>
                  </a:rPr>
                  <a:t>表示弧</a:t>
                </a:r>
                <a14:m>
                  <m:oMath xmlns:m="http://schemas.openxmlformats.org/officeDocument/2006/math">
                    <m:r>
                      <a:rPr lang="en-US" altLang="zh-CN" sz="1600" i="1">
                        <a:solidFill>
                          <a:srgbClr val="C00000"/>
                        </a:solidFill>
                        <a:latin typeface="Cambria Math" panose="02040503050406030204" pitchFamily="18" charset="0"/>
                      </a:rPr>
                      <m:t>(</m:t>
                    </m:r>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𝑣</m:t>
                        </m:r>
                      </m:e>
                      <m:sub>
                        <m:r>
                          <a:rPr lang="en-US" altLang="zh-CN" sz="1600" i="1">
                            <a:solidFill>
                              <a:srgbClr val="C00000"/>
                            </a:solidFill>
                            <a:latin typeface="Cambria Math" panose="02040503050406030204" pitchFamily="18" charset="0"/>
                          </a:rPr>
                          <m:t>𝑖</m:t>
                        </m:r>
                      </m:sub>
                    </m:sSub>
                    <m:r>
                      <a:rPr lang="en-US" altLang="zh-CN" sz="1600" i="1">
                        <a:solidFill>
                          <a:srgbClr val="C00000"/>
                        </a:solidFill>
                        <a:latin typeface="Cambria Math" panose="02040503050406030204" pitchFamily="18" charset="0"/>
                      </a:rPr>
                      <m:t>,</m:t>
                    </m:r>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𝑣</m:t>
                        </m:r>
                      </m:e>
                      <m:sub>
                        <m:r>
                          <a:rPr lang="en-US" altLang="zh-CN" sz="1600" i="1">
                            <a:solidFill>
                              <a:srgbClr val="C00000"/>
                            </a:solidFill>
                            <a:latin typeface="Cambria Math" panose="02040503050406030204" pitchFamily="18" charset="0"/>
                          </a:rPr>
                          <m:t>𝑗</m:t>
                        </m:r>
                      </m:sub>
                    </m:sSub>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上的权值。初始时，</a:t>
                </a:r>
                <a14:m>
                  <m:oMath xmlns:m="http://schemas.openxmlformats.org/officeDocument/2006/math">
                    <m:r>
                      <a:rPr lang="en-US" altLang="zh-CN" sz="1600" i="1">
                        <a:solidFill>
                          <a:srgbClr val="C00000"/>
                        </a:solidFill>
                        <a:latin typeface="Cambria Math" panose="02040503050406030204" pitchFamily="18" charset="0"/>
                      </a:rPr>
                      <m:t>𝑆</m:t>
                    </m:r>
                  </m:oMath>
                </a14:m>
                <a:r>
                  <a:rPr lang="zh-CN" altLang="zh-CN" sz="1600" dirty="0">
                    <a:solidFill>
                      <a:srgbClr val="C00000"/>
                    </a:solidFill>
                    <a:latin typeface="Times New Roman" panose="02020603050405020304" pitchFamily="18" charset="0"/>
                    <a:cs typeface="Times New Roman" panose="02020603050405020304" pitchFamily="18" charset="0"/>
                  </a:rPr>
                  <a:t>只包含源点，即</a:t>
                </a:r>
                <a14:m>
                  <m:oMath xmlns:m="http://schemas.openxmlformats.org/officeDocument/2006/math">
                    <m:r>
                      <a:rPr lang="en-US" altLang="zh-CN" sz="1600" i="1">
                        <a:solidFill>
                          <a:srgbClr val="C00000"/>
                        </a:solidFill>
                        <a:latin typeface="Cambria Math" panose="02040503050406030204" pitchFamily="18" charset="0"/>
                      </a:rPr>
                      <m:t>𝑆</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𝑣</m:t>
                    </m:r>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，顶点</a:t>
                </a:r>
                <a14:m>
                  <m:oMath xmlns:m="http://schemas.openxmlformats.org/officeDocument/2006/math">
                    <m:r>
                      <a:rPr lang="en-US" altLang="zh-CN" sz="1600" i="1">
                        <a:solidFill>
                          <a:srgbClr val="C00000"/>
                        </a:solidFill>
                        <a:latin typeface="Cambria Math" panose="02040503050406030204" pitchFamily="18" charset="0"/>
                      </a:rPr>
                      <m:t>𝑣</m:t>
                    </m:r>
                  </m:oMath>
                </a14:m>
                <a:r>
                  <a:rPr lang="zh-CN" altLang="zh-CN" sz="1600" dirty="0">
                    <a:solidFill>
                      <a:srgbClr val="C00000"/>
                    </a:solidFill>
                    <a:latin typeface="Times New Roman" panose="02020603050405020304" pitchFamily="18" charset="0"/>
                    <a:cs typeface="Times New Roman" panose="02020603050405020304" pitchFamily="18" charset="0"/>
                  </a:rPr>
                  <a:t>到自己的最短路径长度（距离）为</a:t>
                </a:r>
                <a:r>
                  <a:rPr lang="en-US" altLang="zh-CN" sz="1600" dirty="0">
                    <a:solidFill>
                      <a:srgbClr val="C00000"/>
                    </a:solidFill>
                    <a:latin typeface="Times New Roman" panose="02020603050405020304" pitchFamily="18" charset="0"/>
                    <a:cs typeface="Times New Roman" panose="02020603050405020304" pitchFamily="18" charset="0"/>
                  </a:rPr>
                  <a:t>0</a:t>
                </a:r>
                <a:r>
                  <a:rPr lang="zh-CN" altLang="zh-CN" sz="1600" dirty="0">
                    <a:solidFill>
                      <a:srgbClr val="C0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solidFill>
                          <a:srgbClr val="C00000"/>
                        </a:solidFill>
                        <a:latin typeface="Cambria Math" panose="02040503050406030204" pitchFamily="18" charset="0"/>
                      </a:rPr>
                      <m:t>𝑇</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𝑉</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𝑆</m:t>
                    </m:r>
                  </m:oMath>
                </a14:m>
                <a:r>
                  <a:rPr lang="zh-CN" altLang="zh-CN" sz="1600" dirty="0">
                    <a:solidFill>
                      <a:srgbClr val="C0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solidFill>
                          <a:srgbClr val="C00000"/>
                        </a:solidFill>
                        <a:latin typeface="Cambria Math" panose="02040503050406030204" pitchFamily="18" charset="0"/>
                      </a:rPr>
                      <m:t>𝑣</m:t>
                    </m:r>
                  </m:oMath>
                </a14:m>
                <a:r>
                  <a:rPr lang="zh-CN" altLang="zh-CN" sz="1600" dirty="0">
                    <a:solidFill>
                      <a:srgbClr val="C00000"/>
                    </a:solidFill>
                    <a:latin typeface="Times New Roman" panose="02020603050405020304" pitchFamily="18" charset="0"/>
                    <a:cs typeface="Times New Roman" panose="02020603050405020304" pitchFamily="18" charset="0"/>
                  </a:rPr>
                  <a:t>到</a:t>
                </a:r>
                <a14:m>
                  <m:oMath xmlns:m="http://schemas.openxmlformats.org/officeDocument/2006/math">
                    <m:r>
                      <a:rPr lang="en-US" altLang="zh-CN" sz="1600" i="1">
                        <a:solidFill>
                          <a:srgbClr val="C00000"/>
                        </a:solidFill>
                        <a:latin typeface="Cambria Math" panose="02040503050406030204" pitchFamily="18" charset="0"/>
                      </a:rPr>
                      <m:t>𝑇</m:t>
                    </m:r>
                  </m:oMath>
                </a14:m>
                <a:r>
                  <a:rPr lang="zh-CN" altLang="zh-CN" sz="1600" dirty="0">
                    <a:solidFill>
                      <a:srgbClr val="C00000"/>
                    </a:solidFill>
                    <a:latin typeface="Times New Roman" panose="02020603050405020304" pitchFamily="18" charset="0"/>
                    <a:cs typeface="Times New Roman" panose="02020603050405020304" pitchFamily="18" charset="0"/>
                  </a:rPr>
                  <a:t>中顶点</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𝑖</m:t>
                        </m:r>
                      </m:sub>
                    </m:sSub>
                  </m:oMath>
                </a14:m>
                <a:r>
                  <a:rPr lang="zh-CN" altLang="zh-CN" sz="1600" dirty="0">
                    <a:solidFill>
                      <a:srgbClr val="C00000"/>
                    </a:solidFill>
                    <a:latin typeface="Times New Roman" panose="02020603050405020304" pitchFamily="18" charset="0"/>
                    <a:cs typeface="Times New Roman" panose="02020603050405020304" pitchFamily="18" charset="0"/>
                  </a:rPr>
                  <a:t>的最短路径长度初值为</a:t>
                </a:r>
                <a14:m>
                  <m:oMath xmlns:m="http://schemas.openxmlformats.org/officeDocument/2006/math">
                    <m:r>
                      <a:rPr lang="en-US" altLang="zh-CN" sz="1600" i="1">
                        <a:solidFill>
                          <a:srgbClr val="C00000"/>
                        </a:solidFill>
                        <a:latin typeface="Cambria Math" panose="02040503050406030204" pitchFamily="18" charset="0"/>
                      </a:rPr>
                      <m:t>𝑎𝑟𝑐𝑠</m:t>
                    </m:r>
                    <m:d>
                      <m:dPr>
                        <m:begChr m:val="["/>
                        <m:endChr m:val="]"/>
                        <m:ctrlPr>
                          <a:rPr lang="zh-CN" altLang="zh-CN" sz="1600" i="1">
                            <a:solidFill>
                              <a:srgbClr val="C00000"/>
                            </a:solidFill>
                            <a:latin typeface="Cambria Math" panose="02040503050406030204" pitchFamily="18" charset="0"/>
                          </a:rPr>
                        </m:ctrlPr>
                      </m:dPr>
                      <m:e>
                        <m:r>
                          <a:rPr lang="en-US" altLang="zh-CN" sz="1600" i="1">
                            <a:solidFill>
                              <a:srgbClr val="C00000"/>
                            </a:solidFill>
                            <a:latin typeface="Cambria Math" panose="02040503050406030204" pitchFamily="18" charset="0"/>
                          </a:rPr>
                          <m:t>𝑣</m:t>
                        </m:r>
                      </m:e>
                    </m:d>
                    <m:d>
                      <m:dPr>
                        <m:begChr m:val="["/>
                        <m:endChr m:val="]"/>
                        <m:ctrlPr>
                          <a:rPr lang="zh-CN" altLang="zh-CN" sz="1600" i="1">
                            <a:solidFill>
                              <a:srgbClr val="C00000"/>
                            </a:solidFill>
                            <a:latin typeface="Cambria Math" panose="02040503050406030204" pitchFamily="18" charset="0"/>
                          </a:rPr>
                        </m:ctrlPr>
                      </m:dPr>
                      <m:e>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𝑖</m:t>
                            </m:r>
                          </m:sub>
                        </m:sSub>
                      </m:e>
                    </m:d>
                  </m:oMath>
                </a14:m>
                <a:r>
                  <a:rPr lang="zh-CN" altLang="zh-CN" sz="1600" dirty="0">
                    <a:solidFill>
                      <a:srgbClr val="C00000"/>
                    </a:solidFill>
                    <a:latin typeface="Times New Roman" panose="02020603050405020304" pitchFamily="18" charset="0"/>
                    <a:cs typeface="Times New Roman" panose="02020603050405020304" pitchFamily="18" charset="0"/>
                  </a:rPr>
                  <a:t>。</a:t>
                </a:r>
                <a:endParaRPr lang="en-US" altLang="zh-CN" sz="1600" dirty="0">
                  <a:solidFill>
                    <a:srgbClr val="C00000"/>
                  </a:solidFill>
                  <a:latin typeface="Times New Roman" panose="02020603050405020304" pitchFamily="18" charset="0"/>
                  <a:cs typeface="Times New Roman" panose="02020603050405020304" pitchFamily="18" charset="0"/>
                </a:endParaRPr>
              </a:p>
              <a:p>
                <a:pPr marL="180000" indent="0" algn="just">
                  <a:lnSpc>
                    <a:spcPts val="2600"/>
                  </a:lnSpc>
                  <a:spcBef>
                    <a:spcPts val="0"/>
                  </a:spcBef>
                  <a:buNone/>
                </a:pPr>
                <a:r>
                  <a:rPr lang="zh-CN" altLang="zh-CN" sz="1600" dirty="0">
                    <a:latin typeface="Times New Roman" panose="02020603050405020304" pitchFamily="18" charset="0"/>
                    <a:cs typeface="Times New Roman" panose="02020603050405020304" pitchFamily="18" charset="0"/>
                  </a:rPr>
                  <a:t>给出一个规定，对于任意的</a:t>
                </a:r>
                <a14:m>
                  <m:oMath xmlns:m="http://schemas.openxmlformats.org/officeDocument/2006/math">
                    <m:r>
                      <a:rPr lang="en-US" altLang="zh-CN" sz="1600">
                        <a:latin typeface="Cambria Math" panose="02040503050406030204" pitchFamily="18" charset="0"/>
                        <a:ea typeface="隶书" panose="02010509060101010101" pitchFamily="49" charset="-122"/>
                      </a:rPr>
                      <m:t>𝑡</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𝑇</m:t>
                    </m:r>
                  </m:oMath>
                </a14:m>
                <a:r>
                  <a:rPr lang="zh-CN" altLang="zh-CN" sz="1600" dirty="0">
                    <a:latin typeface="Times New Roman" panose="02020603050405020304" pitchFamily="18" charset="0"/>
                    <a:cs typeface="Times New Roman" panose="02020603050405020304" pitchFamily="18" charset="0"/>
                  </a:rPr>
                  <a:t>，设</a:t>
                </a:r>
                <a14:m>
                  <m:oMath xmlns:m="http://schemas.openxmlformats.org/officeDocument/2006/math">
                    <m:r>
                      <a:rPr lang="en-US" altLang="zh-CN" sz="1600">
                        <a:latin typeface="Cambria Math" panose="02040503050406030204" pitchFamily="18" charset="0"/>
                        <a:ea typeface="隶书" panose="02010509060101010101" pitchFamily="49" charset="-122"/>
                      </a:rPr>
                      <m:t>𝑙</m:t>
                    </m:r>
                    <m:r>
                      <a:rPr lang="en-US" altLang="zh-CN" sz="1600">
                        <a:latin typeface="Cambria Math" panose="02040503050406030204" pitchFamily="18" charset="0"/>
                        <a:ea typeface="隶书" panose="02010509060101010101" pitchFamily="49" charset="-122"/>
                      </a:rPr>
                      <m:t>(</m:t>
                    </m:r>
                    <m:r>
                      <a:rPr lang="en-US" altLang="zh-CN" sz="1600">
                        <a:latin typeface="Cambria Math" panose="02040503050406030204" pitchFamily="18" charset="0"/>
                        <a:ea typeface="隶书" panose="02010509060101010101" pitchFamily="49" charset="-122"/>
                      </a:rPr>
                      <m:t>𝑡</m:t>
                    </m:r>
                    <m:r>
                      <a:rPr lang="en-US" altLang="zh-CN" sz="1600">
                        <a:latin typeface="Cambria Math" panose="02040503050406030204" pitchFamily="18" charset="0"/>
                        <a:ea typeface="隶书" panose="02010509060101010101" pitchFamily="49" charset="-122"/>
                      </a:rPr>
                      <m:t>)</m:t>
                    </m:r>
                  </m:oMath>
                </a14:m>
                <a:r>
                  <a:rPr lang="zh-CN" altLang="zh-CN" sz="1600" dirty="0">
                    <a:latin typeface="Times New Roman" panose="02020603050405020304" pitchFamily="18" charset="0"/>
                    <a:cs typeface="Times New Roman" panose="02020603050405020304" pitchFamily="18" charset="0"/>
                  </a:rPr>
                  <a:t>表示从</a:t>
                </a:r>
                <a14:m>
                  <m:oMath xmlns:m="http://schemas.openxmlformats.org/officeDocument/2006/math">
                    <m:r>
                      <a:rPr lang="en-US" altLang="zh-CN" sz="1600">
                        <a:latin typeface="Cambria Math" panose="02040503050406030204" pitchFamily="18" charset="0"/>
                        <a:ea typeface="隶书" panose="02010509060101010101" pitchFamily="49" charset="-122"/>
                      </a:rPr>
                      <m:t>𝑣</m:t>
                    </m:r>
                  </m:oMath>
                </a14:m>
                <a:r>
                  <a:rPr lang="zh-CN" altLang="zh-CN" sz="1600" dirty="0">
                    <a:latin typeface="Times New Roman" panose="02020603050405020304" pitchFamily="18" charset="0"/>
                    <a:cs typeface="Times New Roman" panose="02020603050405020304" pitchFamily="18" charset="0"/>
                  </a:rPr>
                  <a:t>仅经过</a:t>
                </a:r>
                <a14:m>
                  <m:oMath xmlns:m="http://schemas.openxmlformats.org/officeDocument/2006/math">
                    <m:r>
                      <a:rPr lang="en-US" altLang="zh-CN" sz="1600">
                        <a:latin typeface="Cambria Math" panose="02040503050406030204" pitchFamily="18" charset="0"/>
                        <a:ea typeface="隶书" panose="02010509060101010101" pitchFamily="49" charset="-122"/>
                      </a:rPr>
                      <m:t>𝑆</m:t>
                    </m:r>
                  </m:oMath>
                </a14:m>
                <a:r>
                  <a:rPr lang="zh-CN" altLang="zh-CN" sz="1600" dirty="0">
                    <a:latin typeface="Times New Roman" panose="02020603050405020304" pitchFamily="18" charset="0"/>
                    <a:cs typeface="Times New Roman" panose="02020603050405020304" pitchFamily="18" charset="0"/>
                  </a:rPr>
                  <a:t>中的顶点到</a:t>
                </a:r>
                <a14:m>
                  <m:oMath xmlns:m="http://schemas.openxmlformats.org/officeDocument/2006/math">
                    <m:r>
                      <a:rPr lang="en-US" altLang="zh-CN" sz="1600">
                        <a:latin typeface="Cambria Math" panose="02040503050406030204" pitchFamily="18" charset="0"/>
                        <a:ea typeface="隶书" panose="02010509060101010101" pitchFamily="49" charset="-122"/>
                      </a:rPr>
                      <m:t>𝑡</m:t>
                    </m:r>
                  </m:oMath>
                </a14:m>
                <a:r>
                  <a:rPr lang="zh-CN" altLang="zh-CN" sz="1600" dirty="0">
                    <a:latin typeface="Times New Roman" panose="02020603050405020304" pitchFamily="18" charset="0"/>
                    <a:cs typeface="Times New Roman" panose="02020603050405020304" pitchFamily="18" charset="0"/>
                  </a:rPr>
                  <a:t>的最短路径。若不存在这样的路，置</a:t>
                </a:r>
                <a14:m>
                  <m:oMath xmlns:m="http://schemas.openxmlformats.org/officeDocument/2006/math">
                    <m:r>
                      <a:rPr lang="en-US" altLang="zh-CN" sz="1600">
                        <a:latin typeface="Cambria Math" panose="02040503050406030204" pitchFamily="18" charset="0"/>
                        <a:ea typeface="隶书" panose="02010509060101010101" pitchFamily="49" charset="-122"/>
                      </a:rPr>
                      <m:t>𝑙</m:t>
                    </m:r>
                    <m:d>
                      <m:dPr>
                        <m:ctrlPr>
                          <a:rPr lang="zh-CN" altLang="zh-CN" sz="1600" i="1">
                            <a:latin typeface="Cambria Math" panose="02040503050406030204" pitchFamily="18" charset="0"/>
                            <a:ea typeface="隶书" panose="02010509060101010101" pitchFamily="49" charset="-122"/>
                          </a:rPr>
                        </m:ctrlPr>
                      </m:dPr>
                      <m:e>
                        <m:r>
                          <a:rPr lang="en-US" altLang="zh-CN" sz="1600">
                            <a:latin typeface="Cambria Math" panose="02040503050406030204" pitchFamily="18" charset="0"/>
                            <a:ea typeface="隶书" panose="02010509060101010101" pitchFamily="49" charset="-122"/>
                          </a:rPr>
                          <m:t>𝑡</m:t>
                        </m:r>
                      </m:e>
                    </m:d>
                    <m:r>
                      <a:rPr lang="en-US" altLang="zh-CN" sz="1600">
                        <a:latin typeface="Cambria Math" panose="02040503050406030204" pitchFamily="18" charset="0"/>
                        <a:ea typeface="隶书" panose="02010509060101010101" pitchFamily="49" charset="-122"/>
                      </a:rPr>
                      <m:t>=∞</m:t>
                    </m:r>
                  </m:oMath>
                </a14:m>
                <a:r>
                  <a:rPr lang="zh-CN" altLang="zh-CN" sz="1600" dirty="0">
                    <a:latin typeface="Times New Roman" panose="02020603050405020304" pitchFamily="18" charset="0"/>
                    <a:cs typeface="Times New Roman" panose="02020603050405020304" pitchFamily="18" charset="0"/>
                  </a:rPr>
                  <a:t>。称</a:t>
                </a:r>
                <a14:m>
                  <m:oMath xmlns:m="http://schemas.openxmlformats.org/officeDocument/2006/math">
                    <m:r>
                      <a:rPr lang="en-US" altLang="zh-CN" sz="1600">
                        <a:latin typeface="Cambria Math" panose="02040503050406030204" pitchFamily="18" charset="0"/>
                        <a:ea typeface="隶书" panose="02010509060101010101" pitchFamily="49" charset="-122"/>
                      </a:rPr>
                      <m:t>𝑙</m:t>
                    </m:r>
                    <m:d>
                      <m:dPr>
                        <m:ctrlPr>
                          <a:rPr lang="zh-CN" altLang="zh-CN" sz="1600" i="1">
                            <a:latin typeface="Cambria Math" panose="02040503050406030204" pitchFamily="18" charset="0"/>
                            <a:ea typeface="隶书" panose="02010509060101010101" pitchFamily="49" charset="-122"/>
                          </a:rPr>
                        </m:ctrlPr>
                      </m:dPr>
                      <m:e>
                        <m:r>
                          <a:rPr lang="en-US" altLang="zh-CN" sz="1600">
                            <a:latin typeface="Cambria Math" panose="02040503050406030204" pitchFamily="18" charset="0"/>
                            <a:ea typeface="隶书" panose="02010509060101010101" pitchFamily="49" charset="-122"/>
                          </a:rPr>
                          <m:t>𝑡</m:t>
                        </m:r>
                      </m:e>
                    </m:d>
                  </m:oMath>
                </a14:m>
                <a:r>
                  <a:rPr lang="zh-CN" altLang="zh-CN" sz="1600" dirty="0">
                    <a:latin typeface="Times New Roman" panose="02020603050405020304" pitchFamily="18" charset="0"/>
                    <a:cs typeface="Times New Roman" panose="02020603050405020304" pitchFamily="18" charset="0"/>
                  </a:rPr>
                  <a:t>为</a:t>
                </a:r>
                <a14:m>
                  <m:oMath xmlns:m="http://schemas.openxmlformats.org/officeDocument/2006/math">
                    <m:r>
                      <a:rPr lang="en-US" altLang="zh-CN" sz="1600">
                        <a:latin typeface="Cambria Math" panose="02040503050406030204" pitchFamily="18" charset="0"/>
                        <a:ea typeface="隶书" panose="02010509060101010101" pitchFamily="49" charset="-122"/>
                      </a:rPr>
                      <m:t>𝑡</m:t>
                    </m:r>
                  </m:oMath>
                </a14:m>
                <a:r>
                  <a:rPr lang="zh-CN" altLang="zh-CN" sz="1600" dirty="0">
                    <a:latin typeface="Times New Roman" panose="02020603050405020304" pitchFamily="18" charset="0"/>
                    <a:cs typeface="Times New Roman" panose="02020603050405020304" pitchFamily="18" charset="0"/>
                  </a:rPr>
                  <a:t>关于</a:t>
                </a:r>
                <a14:m>
                  <m:oMath xmlns:m="http://schemas.openxmlformats.org/officeDocument/2006/math">
                    <m:r>
                      <a:rPr lang="en-US" altLang="zh-CN" sz="1600">
                        <a:latin typeface="Cambria Math" panose="02040503050406030204" pitchFamily="18" charset="0"/>
                        <a:ea typeface="隶书" panose="02010509060101010101" pitchFamily="49" charset="-122"/>
                      </a:rPr>
                      <m:t>𝑇</m:t>
                    </m:r>
                  </m:oMath>
                </a14:m>
                <a:r>
                  <a:rPr lang="zh-CN" altLang="zh-CN" sz="1600" dirty="0">
                    <a:latin typeface="Times New Roman" panose="02020603050405020304" pitchFamily="18" charset="0"/>
                    <a:cs typeface="Times New Roman" panose="02020603050405020304" pitchFamily="18" charset="0"/>
                  </a:rPr>
                  <a:t>的指标。</a:t>
                </a:r>
              </a:p>
              <a:p>
                <a:pPr algn="just">
                  <a:lnSpc>
                    <a:spcPts val="2600"/>
                  </a:lnSpc>
                  <a:spcBef>
                    <a:spcPts val="0"/>
                  </a:spcBef>
                </a:pPr>
                <a:endParaRPr lang="zh-CN" altLang="zh-CN" sz="16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07504" y="843558"/>
                <a:ext cx="5760640" cy="3507876"/>
              </a:xfrm>
              <a:blipFill>
                <a:blip r:embed="rId2"/>
                <a:stretch>
                  <a:fillRect l="-847" r="-847" b="-3993"/>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228184" y="771550"/>
            <a:ext cx="2200809" cy="1367852"/>
          </a:xfrm>
          <a:prstGeom prst="rect">
            <a:avLst/>
          </a:prstGeom>
        </p:spPr>
      </p:pic>
      <mc:AlternateContent xmlns:mc="http://schemas.openxmlformats.org/markup-compatibility/2006" xmlns:a14="http://schemas.microsoft.com/office/drawing/2010/main">
        <mc:Choice Requires="a14">
          <p:sp>
            <p:nvSpPr>
              <p:cNvPr id="5" name="文本框 4"/>
              <p:cNvSpPr txBox="1"/>
              <p:nvPr/>
            </p:nvSpPr>
            <p:spPr>
              <a:xfrm>
                <a:off x="5940152" y="2211710"/>
                <a:ext cx="3203848" cy="1569660"/>
              </a:xfrm>
              <a:prstGeom prst="rect">
                <a:avLst/>
              </a:prstGeom>
              <a:noFill/>
            </p:spPr>
            <p:txBody>
              <a:bodyPr wrap="square" rtlCol="0">
                <a:spAutoFit/>
              </a:bodyPr>
              <a:lstStyle/>
              <a:p>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例如，</a:t>
                </a:r>
                <a:r>
                  <a:rPr lang="zh-CN" altLang="en-US" sz="1600" dirty="0">
                    <a:latin typeface="Times New Roman" panose="02020603050405020304" pitchFamily="18" charset="0"/>
                    <a:ea typeface="黑体" panose="02010609060101010101" pitchFamily="49" charset="-122"/>
                    <a:cs typeface="Times New Roman" panose="02020603050405020304" pitchFamily="18" charset="0"/>
                  </a:rPr>
                  <a:t>上</a:t>
                </a:r>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图中，设</a:t>
                </a:r>
                <a14:m>
                  <m:oMath xmlns:m="http://schemas.openxmlformats.org/officeDocument/2006/math">
                    <m:r>
                      <a:rPr lang="en-US" altLang="zh-CN" sz="1600" i="1">
                        <a:latin typeface="Cambria Math" panose="02040503050406030204" pitchFamily="18" charset="0"/>
                      </a:rPr>
                      <m:t>𝑆</m:t>
                    </m:r>
                    <m:r>
                      <a:rPr lang="en-US" altLang="zh-CN" sz="1600" i="1">
                        <a:latin typeface="Cambria Math" panose="02040503050406030204" pitchFamily="18" charset="0"/>
                      </a:rPr>
                      <m:t>=</m:t>
                    </m:r>
                    <m:r>
                      <a:rPr lang="en-US" altLang="zh-CN" sz="1600">
                        <a:latin typeface="Cambria Math" panose="02040503050406030204" pitchFamily="18" charset="0"/>
                      </a:rPr>
                      <m:t>{</m:t>
                    </m:r>
                    <m:r>
                      <a:rPr lang="en-US" altLang="zh-CN" sz="1600" i="1">
                        <a:latin typeface="Cambria Math" panose="02040503050406030204" pitchFamily="18" charset="0"/>
                      </a:rPr>
                      <m:t>𝑎</m:t>
                    </m:r>
                    <m:r>
                      <a:rPr lang="en-US" altLang="zh-CN" sz="1600">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，则</a:t>
                </a:r>
                <a14:m>
                  <m:oMath xmlns:m="http://schemas.openxmlformats.org/officeDocument/2006/math">
                    <m:r>
                      <a:rPr lang="en-US" altLang="zh-CN" sz="1600" i="1">
                        <a:latin typeface="Cambria Math" panose="02040503050406030204" pitchFamily="18" charset="0"/>
                      </a:rPr>
                      <m:t>𝑇</m:t>
                    </m:r>
                    <m:r>
                      <a:rPr lang="en-US" altLang="zh-CN" sz="1600">
                        <a:latin typeface="Cambria Math" panose="02040503050406030204" pitchFamily="18" charset="0"/>
                      </a:rPr>
                      <m:t>={</m:t>
                    </m:r>
                    <m:r>
                      <a:rPr lang="en-US" altLang="zh-CN" sz="1600" i="1">
                        <a:latin typeface="Cambria Math" panose="02040503050406030204" pitchFamily="18" charset="0"/>
                      </a:rPr>
                      <m:t>𝑏</m:t>
                    </m:r>
                    <m:r>
                      <a:rPr lang="en-US" altLang="zh-CN" sz="1600">
                        <a:latin typeface="Cambria Math" panose="02040503050406030204" pitchFamily="18" charset="0"/>
                      </a:rPr>
                      <m:t>,</m:t>
                    </m:r>
                    <m:r>
                      <a:rPr lang="en-US" altLang="zh-CN" sz="1600" i="1">
                        <a:latin typeface="Cambria Math" panose="02040503050406030204" pitchFamily="18" charset="0"/>
                      </a:rPr>
                      <m:t>𝑐</m:t>
                    </m:r>
                    <m:r>
                      <a:rPr lang="en-US" altLang="zh-CN" sz="1600">
                        <a:latin typeface="Cambria Math" panose="02040503050406030204" pitchFamily="18" charset="0"/>
                      </a:rPr>
                      <m:t>,</m:t>
                    </m:r>
                    <m:r>
                      <a:rPr lang="en-US" altLang="zh-CN" sz="1600" i="1">
                        <a:latin typeface="Cambria Math" panose="02040503050406030204" pitchFamily="18" charset="0"/>
                      </a:rPr>
                      <m:t>𝑑</m:t>
                    </m:r>
                    <m:r>
                      <a:rPr lang="en-US" altLang="zh-CN" sz="1600">
                        <a:latin typeface="Cambria Math" panose="02040503050406030204" pitchFamily="18" charset="0"/>
                      </a:rPr>
                      <m:t>,</m:t>
                    </m:r>
                    <m:r>
                      <a:rPr lang="en-US" altLang="zh-CN" sz="1600" i="1">
                        <a:latin typeface="Cambria Math" panose="02040503050406030204" pitchFamily="18" charset="0"/>
                      </a:rPr>
                      <m:t>𝑒</m:t>
                    </m:r>
                    <m:r>
                      <a:rPr lang="en-US" altLang="zh-CN" sz="1600">
                        <a:latin typeface="Cambria Math" panose="02040503050406030204" pitchFamily="18" charset="0"/>
                      </a:rPr>
                      <m:t>,</m:t>
                    </m:r>
                    <m:r>
                      <a:rPr lang="en-US" altLang="zh-CN" sz="1600" i="1">
                        <a:latin typeface="Cambria Math" panose="02040503050406030204" pitchFamily="18" charset="0"/>
                      </a:rPr>
                      <m:t>𝑧</m:t>
                    </m:r>
                    <m:r>
                      <a:rPr lang="en-US" altLang="zh-CN" sz="1600">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𝑏</m:t>
                        </m:r>
                      </m:e>
                    </m:d>
                    <m:r>
                      <a:rPr lang="en-US" altLang="zh-CN" sz="1600" i="1">
                        <a:latin typeface="Cambria Math" panose="02040503050406030204" pitchFamily="18" charset="0"/>
                      </a:rPr>
                      <m:t>=1</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𝑐</m:t>
                        </m:r>
                      </m:e>
                    </m:d>
                    <m:r>
                      <a:rPr lang="en-US" altLang="zh-CN" sz="1600" i="1">
                        <a:latin typeface="Cambria Math" panose="02040503050406030204" pitchFamily="18" charset="0"/>
                      </a:rPr>
                      <m:t>=4</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𝑑</m:t>
                        </m:r>
                      </m:e>
                    </m:d>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𝑒</m:t>
                        </m:r>
                      </m:e>
                    </m:d>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endParaRPr lang="en-US" altLang="zh-CN" sz="1600" dirty="0">
                  <a:latin typeface="Times New Roman" panose="02020603050405020304" pitchFamily="18" charset="0"/>
                  <a:ea typeface="黑体" panose="02010609060101010101" pitchFamily="49" charset="-122"/>
                  <a:cs typeface="Times New Roman" panose="02020603050405020304" pitchFamily="18" charset="0"/>
                </a:endParaRPr>
              </a:p>
              <a:p>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𝑧</m:t>
                        </m:r>
                      </m:e>
                    </m:d>
                    <m:r>
                      <a:rPr lang="en-US" altLang="zh-CN" sz="1600" i="1">
                        <a:latin typeface="Cambria Math" panose="02040503050406030204" pitchFamily="18" charset="0"/>
                      </a:rPr>
                      <m:t>=∞</m:t>
                    </m:r>
                  </m:oMath>
                </a14:m>
                <a:r>
                  <a:rPr lang="zh-CN" altLang="zh-CN" sz="1600" dirty="0">
                    <a:latin typeface="Times New Roman" panose="02020603050405020304" pitchFamily="18" charset="0"/>
                    <a:ea typeface="黑体" panose="02010609060101010101" pitchFamily="49" charset="-122"/>
                    <a:cs typeface="Times New Roman" panose="02020603050405020304" pitchFamily="18" charset="0"/>
                  </a:rPr>
                  <a:t>。</a:t>
                </a:r>
              </a:p>
              <a:p>
                <a:endParaRPr lang="zh-CN" altLang="en-US" sz="1600" dirty="0"/>
              </a:p>
            </p:txBody>
          </p:sp>
        </mc:Choice>
        <mc:Fallback xmlns="">
          <p:sp>
            <p:nvSpPr>
              <p:cNvPr id="5" name="文本框 4"/>
              <p:cNvSpPr txBox="1">
                <a:spLocks noRot="1" noChangeAspect="1" noMove="1" noResize="1" noEditPoints="1" noAdjustHandles="1" noChangeArrowheads="1" noChangeShapeType="1" noTextEdit="1"/>
              </p:cNvSpPr>
              <p:nvPr/>
            </p:nvSpPr>
            <p:spPr>
              <a:xfrm>
                <a:off x="5940152" y="2211710"/>
                <a:ext cx="3203848" cy="1569660"/>
              </a:xfrm>
              <a:prstGeom prst="rect">
                <a:avLst/>
              </a:prstGeom>
              <a:blipFill>
                <a:blip r:embed="rId4"/>
                <a:stretch>
                  <a:fillRect l="-951" t="-1556"/>
                </a:stretch>
              </a:blipFill>
            </p:spPr>
            <p:txBody>
              <a:bodyPr/>
              <a:lstStyle/>
              <a:p>
                <a:r>
                  <a:rPr lang="zh-CN" altLang="en-US">
                    <a:noFill/>
                  </a:rPr>
                  <a:t> </a:t>
                </a:r>
              </a:p>
            </p:txBody>
          </p:sp>
        </mc:Fallback>
      </mc:AlternateContent>
      <p:sp>
        <p:nvSpPr>
          <p:cNvPr id="7" name="文本框 6"/>
          <p:cNvSpPr txBox="1"/>
          <p:nvPr/>
        </p:nvSpPr>
        <p:spPr>
          <a:xfrm>
            <a:off x="611380" y="115457"/>
            <a:ext cx="489672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求图中某个顶点到其余各顶点的最短路径</a:t>
            </a:r>
            <a:endParaRPr lang="zh-CN" altLang="en-US" sz="2000" dirty="0"/>
          </a:p>
        </p:txBody>
      </p:sp>
    </p:spTree>
    <p:extLst>
      <p:ext uri="{BB962C8B-B14F-4D97-AF65-F5344CB8AC3E}">
        <p14:creationId xmlns:p14="http://schemas.microsoft.com/office/powerpoint/2010/main" val="150015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7" presetClass="entr" presetSubtype="0" fill="hold"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up)">
                                      <p:cBhvr>
                                        <p:cTn id="28" dur="500"/>
                                        <p:tgtEl>
                                          <p:spTgt spid="4"/>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Effect transition="in" filter="circle(in)">
                                      <p:cBhvr>
                                        <p:cTn id="33" dur="2000"/>
                                        <p:tgtEl>
                                          <p:spTgt spid="5">
                                            <p:txEl>
                                              <p:pRg st="0" end="0"/>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1" end="1"/>
                                            </p:txEl>
                                          </p:spTgt>
                                        </p:tgtEl>
                                        <p:attrNameLst>
                                          <p:attrName>style.visibility</p:attrName>
                                        </p:attrNameLst>
                                      </p:cBhvr>
                                      <p:to>
                                        <p:strVal val="visible"/>
                                      </p:to>
                                    </p:set>
                                    <p:animEffect transition="in" filter="fade">
                                      <p:cBhvr>
                                        <p:cTn id="38" dur="1000"/>
                                        <p:tgtEl>
                                          <p:spTgt spid="5">
                                            <p:txEl>
                                              <p:pRg st="1" end="1"/>
                                            </p:txEl>
                                          </p:spTgt>
                                        </p:tgtEl>
                                      </p:cBhvr>
                                    </p:animEffect>
                                    <p:anim calcmode="lin" valueType="num">
                                      <p:cBhvr>
                                        <p:cTn id="39" dur="10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nodeType="clickEffect">
                                  <p:stCondLst>
                                    <p:cond delay="0"/>
                                  </p:stCondLst>
                                  <p:childTnLst>
                                    <p:set>
                                      <p:cBhvr>
                                        <p:cTn id="44" dur="1" fill="hold">
                                          <p:stCondLst>
                                            <p:cond delay="0"/>
                                          </p:stCondLst>
                                        </p:cTn>
                                        <p:tgtEl>
                                          <p:spTgt spid="5">
                                            <p:txEl>
                                              <p:pRg st="2" end="2"/>
                                            </p:txEl>
                                          </p:spTgt>
                                        </p:tgtEl>
                                        <p:attrNameLst>
                                          <p:attrName>style.visibility</p:attrName>
                                        </p:attrNameLst>
                                      </p:cBhvr>
                                      <p:to>
                                        <p:strVal val="visible"/>
                                      </p:to>
                                    </p:set>
                                    <p:animEffect transition="in" filter="fade">
                                      <p:cBhvr>
                                        <p:cTn id="45" dur="1000"/>
                                        <p:tgtEl>
                                          <p:spTgt spid="5">
                                            <p:txEl>
                                              <p:pRg st="2" end="2"/>
                                            </p:txEl>
                                          </p:spTgt>
                                        </p:tgtEl>
                                      </p:cBhvr>
                                    </p:animEffect>
                                    <p:anim calcmode="lin" valueType="num">
                                      <p:cBhvr>
                                        <p:cTn id="46" dur="10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47" dur="10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nodeType="clickEffect">
                                  <p:stCondLst>
                                    <p:cond delay="0"/>
                                  </p:stCondLst>
                                  <p:childTnLst>
                                    <p:set>
                                      <p:cBhvr>
                                        <p:cTn id="51" dur="1" fill="hold">
                                          <p:stCondLst>
                                            <p:cond delay="0"/>
                                          </p:stCondLst>
                                        </p:cTn>
                                        <p:tgtEl>
                                          <p:spTgt spid="5">
                                            <p:txEl>
                                              <p:pRg st="3" end="3"/>
                                            </p:txEl>
                                          </p:spTgt>
                                        </p:tgtEl>
                                        <p:attrNameLst>
                                          <p:attrName>style.visibility</p:attrName>
                                        </p:attrNameLst>
                                      </p:cBhvr>
                                      <p:to>
                                        <p:strVal val="visible"/>
                                      </p:to>
                                    </p:set>
                                    <p:animEffect transition="in" filter="fade">
                                      <p:cBhvr>
                                        <p:cTn id="52" dur="1000"/>
                                        <p:tgtEl>
                                          <p:spTgt spid="5">
                                            <p:txEl>
                                              <p:pRg st="3" end="3"/>
                                            </p:txEl>
                                          </p:spTgt>
                                        </p:tgtEl>
                                      </p:cBhvr>
                                    </p:animEffect>
                                    <p:anim calcmode="lin" valueType="num">
                                      <p:cBhvr>
                                        <p:cTn id="53" dur="10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54" dur="10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79512" y="1064124"/>
                <a:ext cx="5904656" cy="2587746"/>
              </a:xfrm>
            </p:spPr>
            <p:txBody>
              <a:bodyPr/>
              <a:lstStyle/>
              <a:p>
                <a:pPr marL="0" indent="0" algn="just">
                  <a:buNone/>
                </a:pPr>
                <a:r>
                  <a:rPr lang="zh-CN" altLang="zh-CN" sz="1600" dirty="0">
                    <a:solidFill>
                      <a:srgbClr val="C00000"/>
                    </a:solidFill>
                    <a:latin typeface="Times New Roman" panose="02020603050405020304" pitchFamily="18" charset="0"/>
                    <a:cs typeface="Times New Roman" panose="02020603050405020304" pitchFamily="18" charset="0"/>
                  </a:rPr>
                  <a:t>（</a:t>
                </a:r>
                <a:r>
                  <a:rPr lang="en-US" altLang="zh-CN" sz="1600" dirty="0">
                    <a:solidFill>
                      <a:srgbClr val="C00000"/>
                    </a:solidFill>
                    <a:latin typeface="Times New Roman" panose="02020603050405020304" pitchFamily="18" charset="0"/>
                    <a:cs typeface="Times New Roman" panose="02020603050405020304" pitchFamily="18" charset="0"/>
                  </a:rPr>
                  <a:t>2</a:t>
                </a:r>
                <a:r>
                  <a:rPr lang="zh-CN" altLang="zh-CN" sz="1600" dirty="0">
                    <a:solidFill>
                      <a:srgbClr val="C00000"/>
                    </a:solidFill>
                    <a:latin typeface="Times New Roman" panose="02020603050405020304" pitchFamily="18" charset="0"/>
                    <a:cs typeface="Times New Roman" panose="02020603050405020304" pitchFamily="18" charset="0"/>
                  </a:rPr>
                  <a:t>）在</a:t>
                </a:r>
                <a14:m>
                  <m:oMath xmlns:m="http://schemas.openxmlformats.org/officeDocument/2006/math">
                    <m:r>
                      <a:rPr lang="en-US" altLang="zh-CN" sz="1600" i="1">
                        <a:solidFill>
                          <a:srgbClr val="C00000"/>
                        </a:solidFill>
                        <a:latin typeface="Cambria Math" panose="02040503050406030204" pitchFamily="18" charset="0"/>
                      </a:rPr>
                      <m:t>𝑇</m:t>
                    </m:r>
                  </m:oMath>
                </a14:m>
                <a:r>
                  <a:rPr lang="zh-CN" altLang="zh-CN" sz="1600" dirty="0">
                    <a:solidFill>
                      <a:srgbClr val="C00000"/>
                    </a:solidFill>
                    <a:latin typeface="Times New Roman" panose="02020603050405020304" pitchFamily="18" charset="0"/>
                    <a:cs typeface="Times New Roman" panose="02020603050405020304" pitchFamily="18" charset="0"/>
                  </a:rPr>
                  <a:t>中选取一个顶点</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oMath>
                </a14:m>
                <a:r>
                  <a:rPr lang="zh-CN" altLang="zh-CN" sz="1600" dirty="0">
                    <a:solidFill>
                      <a:srgbClr val="C00000"/>
                    </a:solidFill>
                    <a:latin typeface="Times New Roman" panose="02020603050405020304" pitchFamily="18" charset="0"/>
                    <a:cs typeface="Times New Roman" panose="02020603050405020304" pitchFamily="18" charset="0"/>
                  </a:rPr>
                  <a:t>，顶点</a:t>
                </a:r>
                <a14:m>
                  <m:oMath xmlns:m="http://schemas.openxmlformats.org/officeDocument/2006/math">
                    <m:r>
                      <a:rPr lang="en-US" altLang="zh-CN" sz="1600" i="1">
                        <a:solidFill>
                          <a:srgbClr val="C00000"/>
                        </a:solidFill>
                        <a:latin typeface="Cambria Math" panose="02040503050406030204" pitchFamily="18" charset="0"/>
                      </a:rPr>
                      <m:t>𝑣</m:t>
                    </m:r>
                  </m:oMath>
                </a14:m>
                <a:r>
                  <a:rPr lang="zh-CN" altLang="zh-CN" sz="1600" dirty="0">
                    <a:solidFill>
                      <a:srgbClr val="C00000"/>
                    </a:solidFill>
                    <a:latin typeface="Times New Roman" panose="02020603050405020304" pitchFamily="18" charset="0"/>
                    <a:cs typeface="Times New Roman" panose="02020603050405020304" pitchFamily="18" charset="0"/>
                  </a:rPr>
                  <a:t>到</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oMath>
                </a14:m>
                <a:r>
                  <a:rPr lang="zh-CN" altLang="zh-CN" sz="1600" dirty="0">
                    <a:solidFill>
                      <a:srgbClr val="C00000"/>
                    </a:solidFill>
                    <a:latin typeface="Times New Roman" panose="02020603050405020304" pitchFamily="18" charset="0"/>
                    <a:cs typeface="Times New Roman" panose="02020603050405020304" pitchFamily="18" charset="0"/>
                  </a:rPr>
                  <a:t>的路径最小，即</a:t>
                </a:r>
                <a14:m>
                  <m:oMath xmlns:m="http://schemas.openxmlformats.org/officeDocument/2006/math">
                    <m:r>
                      <a:rPr lang="en-US" altLang="zh-CN" sz="1600" i="1">
                        <a:solidFill>
                          <a:srgbClr val="C00000"/>
                        </a:solidFill>
                        <a:latin typeface="Cambria Math" panose="02040503050406030204" pitchFamily="18" charset="0"/>
                      </a:rPr>
                      <m:t>𝑙</m:t>
                    </m:r>
                    <m:d>
                      <m:dPr>
                        <m:ctrlPr>
                          <a:rPr lang="zh-CN" altLang="zh-CN" sz="1600" i="1">
                            <a:solidFill>
                              <a:srgbClr val="C00000"/>
                            </a:solidFill>
                            <a:latin typeface="Cambria Math" panose="02040503050406030204" pitchFamily="18" charset="0"/>
                          </a:rPr>
                        </m:ctrlPr>
                      </m:dPr>
                      <m:e>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e>
                    </m:d>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𝑚𝑖𝑛</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𝑙</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𝑡</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𝑡</m:t>
                    </m:r>
                    <m:r>
                      <a:rPr lang="en-US" altLang="zh-CN" sz="1600" i="1">
                        <a:solidFill>
                          <a:srgbClr val="C00000"/>
                        </a:solidFill>
                        <a:latin typeface="Cambria Math" panose="02040503050406030204" pitchFamily="18" charset="0"/>
                      </a:rPr>
                      <m:t>∈</m:t>
                    </m:r>
                    <m:r>
                      <a:rPr lang="en-US" altLang="zh-CN" sz="1600" i="1">
                        <a:solidFill>
                          <a:srgbClr val="C00000"/>
                        </a:solidFill>
                        <a:latin typeface="Cambria Math" panose="02040503050406030204" pitchFamily="18" charset="0"/>
                      </a:rPr>
                      <m:t>𝑇</m:t>
                    </m:r>
                    <m:r>
                      <a:rPr lang="en-US" altLang="zh-CN" sz="1600" i="1">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，把顶点</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oMath>
                </a14:m>
                <a:r>
                  <a:rPr lang="zh-CN" altLang="zh-CN" sz="1600" dirty="0">
                    <a:solidFill>
                      <a:srgbClr val="C00000"/>
                    </a:solidFill>
                    <a:latin typeface="Times New Roman" panose="02020603050405020304" pitchFamily="18" charset="0"/>
                    <a:cs typeface="Times New Roman" panose="02020603050405020304" pitchFamily="18" charset="0"/>
                  </a:rPr>
                  <a:t>加入到</a:t>
                </a:r>
                <a14:m>
                  <m:oMath xmlns:m="http://schemas.openxmlformats.org/officeDocument/2006/math">
                    <m:r>
                      <a:rPr lang="en-US" altLang="zh-CN" sz="1600" i="1">
                        <a:solidFill>
                          <a:srgbClr val="C00000"/>
                        </a:solidFill>
                        <a:latin typeface="Cambria Math" panose="02040503050406030204" pitchFamily="18" charset="0"/>
                      </a:rPr>
                      <m:t>𝑆</m:t>
                    </m:r>
                  </m:oMath>
                </a14:m>
                <a:r>
                  <a:rPr lang="zh-CN" altLang="zh-CN" sz="1600" dirty="0">
                    <a:solidFill>
                      <a:srgbClr val="C00000"/>
                    </a:solidFill>
                    <a:latin typeface="Times New Roman" panose="02020603050405020304" pitchFamily="18" charset="0"/>
                    <a:cs typeface="Times New Roman" panose="02020603050405020304" pitchFamily="18" charset="0"/>
                  </a:rPr>
                  <a:t>中，即</a:t>
                </a:r>
                <a14:m>
                  <m:oMath xmlns:m="http://schemas.openxmlformats.org/officeDocument/2006/math">
                    <m:r>
                      <m:rPr>
                        <m:sty m:val="p"/>
                      </m:rPr>
                      <a:rPr lang="en-US" altLang="zh-CN" sz="1600">
                        <a:solidFill>
                          <a:srgbClr val="C00000"/>
                        </a:solidFill>
                        <a:latin typeface="Cambria Math" panose="02040503050406030204" pitchFamily="18" charset="0"/>
                      </a:rPr>
                      <m:t>S</m:t>
                    </m:r>
                    <m:r>
                      <a:rPr lang="en-US" altLang="zh-CN" sz="1600">
                        <a:solidFill>
                          <a:srgbClr val="C00000"/>
                        </a:solidFill>
                        <a:latin typeface="Cambria Math" panose="02040503050406030204" pitchFamily="18" charset="0"/>
                      </a:rPr>
                      <m:t>=</m:t>
                    </m:r>
                    <m:r>
                      <m:rPr>
                        <m:sty m:val="p"/>
                      </m:rPr>
                      <a:rPr lang="en-US" altLang="zh-CN" sz="1600">
                        <a:solidFill>
                          <a:srgbClr val="C00000"/>
                        </a:solidFill>
                        <a:latin typeface="Cambria Math" panose="02040503050406030204" pitchFamily="18" charset="0"/>
                      </a:rPr>
                      <m:t>S</m:t>
                    </m:r>
                    <m:r>
                      <a:rPr lang="en-US" altLang="zh-CN" sz="1600">
                        <a:solidFill>
                          <a:srgbClr val="C00000"/>
                        </a:solidFill>
                        <a:latin typeface="Cambria Math" panose="02040503050406030204" pitchFamily="18" charset="0"/>
                      </a:rPr>
                      <m:t>∪{</m:t>
                    </m:r>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r>
                      <a:rPr lang="en-US" altLang="zh-CN" sz="1600">
                        <a:solidFill>
                          <a:srgbClr val="C00000"/>
                        </a:solidFill>
                        <a:latin typeface="Cambria Math" panose="02040503050406030204" pitchFamily="18" charset="0"/>
                      </a:rPr>
                      <m:t>}</m:t>
                    </m:r>
                  </m:oMath>
                </a14:m>
                <a:r>
                  <a:rPr lang="en-US" altLang="zh-CN" sz="1600" dirty="0">
                    <a:solidFill>
                      <a:srgbClr val="C00000"/>
                    </a:solidFill>
                    <a:latin typeface="Times New Roman" panose="02020603050405020304" pitchFamily="18" charset="0"/>
                    <a:cs typeface="Times New Roman" panose="02020603050405020304" pitchFamily="18" charset="0"/>
                  </a:rPr>
                  <a:t>,</a:t>
                </a:r>
                <a14:m>
                  <m:oMath xmlns:m="http://schemas.openxmlformats.org/officeDocument/2006/math">
                    <m:r>
                      <a:rPr lang="en-US" altLang="zh-CN" sz="1600">
                        <a:solidFill>
                          <a:srgbClr val="C00000"/>
                        </a:solidFill>
                        <a:latin typeface="Cambria Math" panose="02040503050406030204" pitchFamily="18" charset="0"/>
                      </a:rPr>
                      <m:t> </m:t>
                    </m:r>
                    <m:r>
                      <m:rPr>
                        <m:sty m:val="p"/>
                      </m:rPr>
                      <a:rPr lang="en-US" altLang="zh-CN" sz="1600">
                        <a:solidFill>
                          <a:srgbClr val="C00000"/>
                        </a:solidFill>
                        <a:latin typeface="Cambria Math" panose="02040503050406030204" pitchFamily="18" charset="0"/>
                      </a:rPr>
                      <m:t>T</m:t>
                    </m:r>
                    <m:r>
                      <a:rPr lang="en-US" altLang="zh-CN" sz="1600">
                        <a:solidFill>
                          <a:srgbClr val="C00000"/>
                        </a:solidFill>
                        <a:latin typeface="Cambria Math" panose="02040503050406030204" pitchFamily="18" charset="0"/>
                      </a:rPr>
                      <m:t>=</m:t>
                    </m:r>
                    <m:r>
                      <m:rPr>
                        <m:sty m:val="p"/>
                      </m:rPr>
                      <a:rPr lang="en-US" altLang="zh-CN" sz="1600">
                        <a:solidFill>
                          <a:srgbClr val="C00000"/>
                        </a:solidFill>
                        <a:latin typeface="Cambria Math" panose="02040503050406030204" pitchFamily="18" charset="0"/>
                      </a:rPr>
                      <m:t>T</m:t>
                    </m:r>
                    <m:r>
                      <a:rPr lang="en-US" altLang="zh-CN" sz="1600" i="1">
                        <a:solidFill>
                          <a:srgbClr val="C00000"/>
                        </a:solidFill>
                        <a:latin typeface="Cambria Math" panose="02040503050406030204" pitchFamily="18" charset="0"/>
                      </a:rPr>
                      <m:t>−</m:t>
                    </m:r>
                    <m:r>
                      <a:rPr lang="en-US" altLang="zh-CN" sz="1600">
                        <a:solidFill>
                          <a:srgbClr val="C00000"/>
                        </a:solidFill>
                        <a:latin typeface="Cambria Math" panose="02040503050406030204" pitchFamily="18" charset="0"/>
                      </a:rPr>
                      <m:t>{</m:t>
                    </m:r>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a:solidFill>
                              <a:srgbClr val="C00000"/>
                            </a:solidFill>
                            <a:latin typeface="Cambria Math" panose="02040503050406030204" pitchFamily="18" charset="0"/>
                          </a:rPr>
                          <m:t>1</m:t>
                        </m:r>
                      </m:sub>
                    </m:sSub>
                    <m:r>
                      <a:rPr lang="en-US" altLang="zh-CN" sz="1600">
                        <a:solidFill>
                          <a:srgbClr val="C00000"/>
                        </a:solidFill>
                        <a:latin typeface="Cambria Math" panose="02040503050406030204" pitchFamily="18" charset="0"/>
                      </a:rPr>
                      <m:t>}</m:t>
                    </m:r>
                  </m:oMath>
                </a14:m>
                <a:r>
                  <a:rPr lang="zh-CN" altLang="zh-CN" sz="1600" dirty="0">
                    <a:solidFill>
                      <a:srgbClr val="C00000"/>
                    </a:solidFill>
                    <a:latin typeface="Times New Roman" panose="02020603050405020304" pitchFamily="18" charset="0"/>
                    <a:cs typeface="Times New Roman" panose="02020603050405020304" pitchFamily="18" charset="0"/>
                  </a:rPr>
                  <a:t>。此时</a:t>
                </a:r>
                <a14:m>
                  <m:oMath xmlns:m="http://schemas.openxmlformats.org/officeDocument/2006/math">
                    <m:r>
                      <a:rPr lang="en-US" altLang="zh-CN" sz="1600" i="1">
                        <a:solidFill>
                          <a:srgbClr val="C00000"/>
                        </a:solidFill>
                        <a:latin typeface="Cambria Math" panose="02040503050406030204" pitchFamily="18" charset="0"/>
                      </a:rPr>
                      <m:t>𝑙</m:t>
                    </m:r>
                    <m:d>
                      <m:dPr>
                        <m:ctrlPr>
                          <a:rPr lang="zh-CN" altLang="zh-CN" sz="1600" i="1">
                            <a:solidFill>
                              <a:srgbClr val="C00000"/>
                            </a:solidFill>
                            <a:latin typeface="Cambria Math" panose="02040503050406030204" pitchFamily="18" charset="0"/>
                          </a:rPr>
                        </m:ctrlPr>
                      </m:dPr>
                      <m:e>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e>
                    </m:d>
                  </m:oMath>
                </a14:m>
                <a:r>
                  <a:rPr lang="zh-CN" altLang="zh-CN" sz="1600" dirty="0">
                    <a:solidFill>
                      <a:srgbClr val="C00000"/>
                    </a:solidFill>
                    <a:latin typeface="Times New Roman" panose="02020603050405020304" pitchFamily="18" charset="0"/>
                    <a:cs typeface="Times New Roman" panose="02020603050405020304" pitchFamily="18" charset="0"/>
                  </a:rPr>
                  <a:t>是</a:t>
                </a:r>
                <a14:m>
                  <m:oMath xmlns:m="http://schemas.openxmlformats.org/officeDocument/2006/math">
                    <m:r>
                      <a:rPr lang="en-US" altLang="zh-CN" sz="1600" i="1">
                        <a:solidFill>
                          <a:srgbClr val="C00000"/>
                        </a:solidFill>
                        <a:latin typeface="Cambria Math" panose="02040503050406030204" pitchFamily="18" charset="0"/>
                      </a:rPr>
                      <m:t>𝑣</m:t>
                    </m:r>
                  </m:oMath>
                </a14:m>
                <a:r>
                  <a:rPr lang="zh-CN" altLang="zh-CN" sz="1600" dirty="0">
                    <a:solidFill>
                      <a:srgbClr val="C00000"/>
                    </a:solidFill>
                    <a:latin typeface="Times New Roman" panose="02020603050405020304" pitchFamily="18" charset="0"/>
                    <a:cs typeface="Times New Roman" panose="02020603050405020304" pitchFamily="18" charset="0"/>
                  </a:rPr>
                  <a:t>到</a:t>
                </a:r>
                <a14:m>
                  <m:oMath xmlns:m="http://schemas.openxmlformats.org/officeDocument/2006/math">
                    <m:sSub>
                      <m:sSubPr>
                        <m:ctrlPr>
                          <a:rPr lang="zh-CN" altLang="zh-CN" sz="1600" i="1">
                            <a:solidFill>
                              <a:srgbClr val="C00000"/>
                            </a:solidFill>
                            <a:latin typeface="Cambria Math" panose="02040503050406030204" pitchFamily="18" charset="0"/>
                          </a:rPr>
                        </m:ctrlPr>
                      </m:sSubPr>
                      <m:e>
                        <m:r>
                          <a:rPr lang="en-US" altLang="zh-CN" sz="1600" i="1">
                            <a:solidFill>
                              <a:srgbClr val="C00000"/>
                            </a:solidFill>
                            <a:latin typeface="Cambria Math" panose="02040503050406030204" pitchFamily="18" charset="0"/>
                          </a:rPr>
                          <m:t>𝑡</m:t>
                        </m:r>
                      </m:e>
                      <m:sub>
                        <m:r>
                          <a:rPr lang="en-US" altLang="zh-CN" sz="1600" i="1">
                            <a:solidFill>
                              <a:srgbClr val="C00000"/>
                            </a:solidFill>
                            <a:latin typeface="Cambria Math" panose="02040503050406030204" pitchFamily="18" charset="0"/>
                          </a:rPr>
                          <m:t>1</m:t>
                        </m:r>
                      </m:sub>
                    </m:sSub>
                  </m:oMath>
                </a14:m>
                <a:r>
                  <a:rPr lang="zh-CN" altLang="zh-CN" sz="1600" dirty="0">
                    <a:solidFill>
                      <a:srgbClr val="C00000"/>
                    </a:solidFill>
                    <a:latin typeface="Times New Roman" panose="02020603050405020304" pitchFamily="18" charset="0"/>
                    <a:cs typeface="Times New Roman" panose="02020603050405020304" pitchFamily="18" charset="0"/>
                  </a:rPr>
                  <a:t>的最短路径。</a:t>
                </a:r>
              </a:p>
              <a:p>
                <a:pPr marL="0" indent="0">
                  <a:buNone/>
                </a:pPr>
                <a:endParaRPr lang="en-US" altLang="zh-CN" sz="1600" dirty="0">
                  <a:latin typeface="Times New Roman" panose="02020603050405020304" pitchFamily="18" charset="0"/>
                  <a:cs typeface="Times New Roman" panose="02020603050405020304" pitchFamily="18" charset="0"/>
                </a:endParaRPr>
              </a:p>
              <a:p>
                <a:pPr marL="0" indent="0">
                  <a:buNone/>
                </a:pPr>
                <a:r>
                  <a:rPr lang="zh-CN" altLang="zh-CN" sz="1600" dirty="0">
                    <a:latin typeface="Times New Roman" panose="02020603050405020304" pitchFamily="18" charset="0"/>
                    <a:cs typeface="Times New Roman" panose="02020603050405020304" pitchFamily="18" charset="0"/>
                  </a:rPr>
                  <a:t>例如，</a:t>
                </a:r>
                <a:r>
                  <a:rPr lang="zh-CN" altLang="en-US" sz="1600" dirty="0">
                    <a:latin typeface="Times New Roman" panose="02020603050405020304" pitchFamily="18" charset="0"/>
                    <a:cs typeface="Times New Roman" panose="02020603050405020304" pitchFamily="18" charset="0"/>
                  </a:rPr>
                  <a:t>右</a:t>
                </a:r>
                <a:r>
                  <a:rPr lang="zh-CN" altLang="zh-CN" sz="1600" dirty="0">
                    <a:latin typeface="Times New Roman" panose="02020603050405020304" pitchFamily="18" charset="0"/>
                    <a:cs typeface="Times New Roman" panose="02020603050405020304" pitchFamily="18" charset="0"/>
                  </a:rPr>
                  <a:t>图由前面计算</a:t>
                </a:r>
                <a14:m>
                  <m:oMath xmlns:m="http://schemas.openxmlformats.org/officeDocument/2006/math">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en-US" altLang="zh-CN" sz="1600" i="1">
                        <a:latin typeface="Cambria Math" panose="02040503050406030204" pitchFamily="18" charset="0"/>
                      </a:rPr>
                      <m:t>=</m:t>
                    </m:r>
                    <m:r>
                      <a:rPr lang="en-US" altLang="zh-CN" sz="1600" i="1">
                        <a:latin typeface="Cambria Math" panose="02040503050406030204" pitchFamily="18" charset="0"/>
                      </a:rPr>
                      <m:t>𝑏</m:t>
                    </m:r>
                  </m:oMath>
                </a14:m>
                <a:r>
                  <a:rPr lang="zh-CN" altLang="zh-CN" sz="1600" dirty="0">
                    <a:latin typeface="Times New Roman" panose="02020603050405020304" pitchFamily="18" charset="0"/>
                    <a:cs typeface="Times New Roman" panose="02020603050405020304" pitchFamily="18" charset="0"/>
                  </a:rPr>
                  <a:t>。令</a:t>
                </a:r>
                <a14:m>
                  <m:oMath xmlns:m="http://schemas.openxmlformats.org/officeDocument/2006/math">
                    <m:r>
                      <a:rPr lang="en-US" altLang="zh-CN" sz="1600" i="1">
                        <a:latin typeface="Cambria Math" panose="02040503050406030204" pitchFamily="18" charset="0"/>
                      </a:rPr>
                      <m:t>𝑆</m:t>
                    </m:r>
                    <m:r>
                      <a:rPr lang="en-US" altLang="zh-CN" sz="1600" i="1">
                        <a:latin typeface="Cambria Math" panose="02040503050406030204" pitchFamily="18" charset="0"/>
                      </a:rPr>
                      <m:t>=</m:t>
                    </m:r>
                    <m:r>
                      <a:rPr lang="en-US" altLang="zh-CN" sz="1600" i="1">
                        <a:latin typeface="Cambria Math" panose="02040503050406030204" pitchFamily="18" charset="0"/>
                      </a:rPr>
                      <m:t>𝑆</m:t>
                    </m:r>
                    <m:r>
                      <a:rPr lang="en-US" altLang="zh-CN" sz="1600" i="1">
                        <a:latin typeface="Cambria Math" panose="02040503050406030204" pitchFamily="18" charset="0"/>
                      </a:rPr>
                      <m:t>∪</m:t>
                    </m:r>
                    <m:d>
                      <m:dPr>
                        <m:begChr m:val="{"/>
                        <m:endChr m:val="}"/>
                        <m:ctrlPr>
                          <a:rPr lang="zh-CN" altLang="zh-CN" sz="1600" i="1">
                            <a:latin typeface="Cambria Math" panose="02040503050406030204" pitchFamily="18" charset="0"/>
                          </a:rPr>
                        </m:ctrlPr>
                      </m:dPr>
                      <m:e>
                        <m:r>
                          <a:rPr lang="en-US" altLang="zh-CN" sz="1600" i="1">
                            <a:latin typeface="Cambria Math" panose="02040503050406030204" pitchFamily="18" charset="0"/>
                          </a:rPr>
                          <m:t>𝑏</m:t>
                        </m:r>
                      </m:e>
                    </m:d>
                    <m:r>
                      <a:rPr lang="en-US" altLang="zh-CN" sz="1600" i="1">
                        <a:latin typeface="Cambria Math" panose="02040503050406030204" pitchFamily="18" charset="0"/>
                      </a:rPr>
                      <m:t>={</m:t>
                    </m:r>
                    <m:r>
                      <a:rPr lang="en-US" altLang="zh-CN" sz="1600" i="1">
                        <a:latin typeface="Cambria Math" panose="02040503050406030204" pitchFamily="18" charset="0"/>
                      </a:rPr>
                      <m:t>𝑎</m:t>
                    </m:r>
                    <m:r>
                      <a:rPr lang="zh-CN" altLang="zh-CN" sz="1600">
                        <a:latin typeface="Cambria Math" panose="02040503050406030204" pitchFamily="18" charset="0"/>
                      </a:rPr>
                      <m:t>，</m:t>
                    </m:r>
                    <m:r>
                      <a:rPr lang="en-US" altLang="zh-CN" sz="1600" i="1">
                        <a:latin typeface="Cambria Math" panose="02040503050406030204" pitchFamily="18" charset="0"/>
                      </a:rPr>
                      <m:t>𝑏</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𝑇</m:t>
                    </m:r>
                    <m:r>
                      <a:rPr lang="en-US" altLang="zh-CN" sz="1600" i="1">
                        <a:latin typeface="Cambria Math" panose="02040503050406030204" pitchFamily="18" charset="0"/>
                      </a:rPr>
                      <m:t>={ </m:t>
                    </m:r>
                    <m:r>
                      <a:rPr lang="en-US" altLang="zh-CN" sz="1600" i="1">
                        <a:latin typeface="Cambria Math" panose="02040503050406030204" pitchFamily="18" charset="0"/>
                      </a:rPr>
                      <m:t>𝑐</m:t>
                    </m:r>
                    <m:r>
                      <a:rPr lang="zh-CN" altLang="zh-CN" sz="1600">
                        <a:latin typeface="Cambria Math" panose="02040503050406030204" pitchFamily="18" charset="0"/>
                      </a:rPr>
                      <m:t>，</m:t>
                    </m:r>
                    <m:r>
                      <a:rPr lang="en-US" altLang="zh-CN" sz="1600" i="1">
                        <a:latin typeface="Cambria Math" panose="02040503050406030204" pitchFamily="18" charset="0"/>
                      </a:rPr>
                      <m:t>𝑑</m:t>
                    </m:r>
                    <m:r>
                      <a:rPr lang="zh-CN" altLang="zh-CN" sz="1600">
                        <a:latin typeface="Cambria Math" panose="02040503050406030204" pitchFamily="18" charset="0"/>
                      </a:rPr>
                      <m:t>，</m:t>
                    </m:r>
                    <m:r>
                      <a:rPr lang="en-US" altLang="zh-CN" sz="1600" i="1">
                        <a:latin typeface="Cambria Math" panose="02040503050406030204" pitchFamily="18" charset="0"/>
                      </a:rPr>
                      <m:t>𝑒</m:t>
                    </m:r>
                    <m:r>
                      <a:rPr lang="zh-CN" altLang="zh-CN" sz="1600">
                        <a:latin typeface="Cambria Math" panose="02040503050406030204" pitchFamily="18" charset="0"/>
                      </a:rPr>
                      <m:t>，</m:t>
                    </m:r>
                    <m:r>
                      <a:rPr lang="en-US" altLang="zh-CN" sz="1600" i="1">
                        <a:latin typeface="Cambria Math" panose="02040503050406030204" pitchFamily="18" charset="0"/>
                      </a:rPr>
                      <m:t>𝑧</m:t>
                    </m:r>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𝑎</m:t>
                    </m:r>
                  </m:oMath>
                </a14:m>
                <a:r>
                  <a:rPr lang="zh-CN" altLang="zh-CN" sz="1600" dirty="0">
                    <a:latin typeface="Times New Roman" panose="02020603050405020304" pitchFamily="18" charset="0"/>
                    <a:cs typeface="Times New Roman" panose="02020603050405020304" pitchFamily="18" charset="0"/>
                  </a:rPr>
                  <a:t>到</a:t>
                </a:r>
                <a14:m>
                  <m:oMath xmlns:m="http://schemas.openxmlformats.org/officeDocument/2006/math">
                    <m:r>
                      <a:rPr lang="en-US" altLang="zh-CN" sz="1600" i="1">
                        <a:latin typeface="Cambria Math" panose="02040503050406030204" pitchFamily="18" charset="0"/>
                      </a:rPr>
                      <m:t>𝑏</m:t>
                    </m:r>
                  </m:oMath>
                </a14:m>
                <a:r>
                  <a:rPr lang="zh-CN" altLang="zh-CN" sz="1600" dirty="0">
                    <a:latin typeface="Times New Roman" panose="02020603050405020304" pitchFamily="18" charset="0"/>
                    <a:cs typeface="Times New Roman" panose="02020603050405020304" pitchFamily="18" charset="0"/>
                  </a:rPr>
                  <a:t>的最短路径为</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𝑏</m:t>
                        </m:r>
                      </m:e>
                    </m:d>
                    <m:r>
                      <a:rPr lang="en-US" altLang="zh-CN" sz="1600" i="1">
                        <a:latin typeface="Cambria Math" panose="02040503050406030204" pitchFamily="18" charset="0"/>
                      </a:rPr>
                      <m:t>=1</m:t>
                    </m:r>
                  </m:oMath>
                </a14:m>
                <a:r>
                  <a:rPr lang="zh-CN" altLang="zh-CN" sz="1600" dirty="0">
                    <a:latin typeface="Times New Roman" panose="02020603050405020304" pitchFamily="18" charset="0"/>
                    <a:cs typeface="Times New Roman" panose="02020603050405020304" pitchFamily="18" charset="0"/>
                  </a:rPr>
                  <a:t>。</a:t>
                </a:r>
              </a:p>
              <a:p>
                <a:pPr marL="0" indent="0">
                  <a:buNone/>
                </a:pPr>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79512" y="1064124"/>
                <a:ext cx="5904656" cy="2587746"/>
              </a:xfrm>
              <a:blipFill>
                <a:blip r:embed="rId2"/>
                <a:stretch>
                  <a:fillRect l="-929"/>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444208" y="1234370"/>
            <a:ext cx="2200809" cy="1367852"/>
          </a:xfrm>
          <a:prstGeom prst="rect">
            <a:avLst/>
          </a:prstGeom>
        </p:spPr>
      </p:pic>
      <p:sp>
        <p:nvSpPr>
          <p:cNvPr id="5" name="文本框 4"/>
          <p:cNvSpPr txBox="1"/>
          <p:nvPr/>
        </p:nvSpPr>
        <p:spPr>
          <a:xfrm>
            <a:off x="611380" y="115457"/>
            <a:ext cx="489672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求图中某个顶点到其余各顶点的最短路径</a:t>
            </a:r>
            <a:endParaRPr lang="zh-CN" altLang="en-US" sz="2000" dirty="0"/>
          </a:p>
        </p:txBody>
      </p:sp>
    </p:spTree>
    <p:extLst>
      <p:ext uri="{BB962C8B-B14F-4D97-AF65-F5344CB8AC3E}">
        <p14:creationId xmlns:p14="http://schemas.microsoft.com/office/powerpoint/2010/main" val="1068796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3">
                                            <p:txEl>
                                              <p:pRg st="0" end="0"/>
                                            </p:txEl>
                                          </p:spTgt>
                                        </p:tgtEl>
                                        <p:attrNameLst>
                                          <p:attrName>style.visibility</p:attrName>
                                        </p:attrNameLst>
                                      </p:cBhvr>
                                      <p:to>
                                        <p:strVal val="visible"/>
                                      </p:to>
                                    </p:set>
                                    <p:anim calcmode="lin" valueType="num">
                                      <p:cBhvr additive="base">
                                        <p:cTn id="12"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3"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3">
                                            <p:txEl>
                                              <p:pRg st="2" end="2"/>
                                            </p:txEl>
                                          </p:spTgt>
                                        </p:tgtEl>
                                        <p:attrNameLst>
                                          <p:attrName>style.visibility</p:attrName>
                                        </p:attrNameLst>
                                      </p:cBhvr>
                                      <p:to>
                                        <p:strVal val="visible"/>
                                      </p:to>
                                    </p:set>
                                    <p:animEffect transition="in" filter="fade">
                                      <p:cBhvr>
                                        <p:cTn id="18" dur="1000"/>
                                        <p:tgtEl>
                                          <p:spTgt spid="3">
                                            <p:txEl>
                                              <p:pRg st="2" end="2"/>
                                            </p:txEl>
                                          </p:spTgt>
                                        </p:tgtEl>
                                      </p:cBhvr>
                                    </p:animEffect>
                                    <p:anim calcmode="lin" valueType="num">
                                      <p:cBhvr>
                                        <p:cTn id="19"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0"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内容占位符 2"/>
              <p:cNvSpPr>
                <a:spLocks noGrp="1"/>
              </p:cNvSpPr>
              <p:nvPr>
                <p:ph sz="quarter" idx="11"/>
              </p:nvPr>
            </p:nvSpPr>
            <p:spPr>
              <a:xfrm>
                <a:off x="162432" y="627534"/>
                <a:ext cx="5328592" cy="3466710"/>
              </a:xfrm>
            </p:spPr>
            <p:txBody>
              <a:bodyPr/>
              <a:lstStyle/>
              <a:p>
                <a:pPr marL="0" indent="0" algn="just">
                  <a:lnSpc>
                    <a:spcPct val="1000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）修改</a:t>
                </a:r>
                <a14:m>
                  <m:oMath xmlns:m="http://schemas.openxmlformats.org/officeDocument/2006/math">
                    <m:r>
                      <a:rPr lang="en-US" altLang="zh-CN" sz="1600" i="1">
                        <a:latin typeface="Cambria Math" panose="02040503050406030204" pitchFamily="18" charset="0"/>
                      </a:rPr>
                      <m:t>𝑣</m:t>
                    </m:r>
                  </m:oMath>
                </a14:m>
                <a:r>
                  <a:rPr lang="zh-CN" altLang="zh-CN" sz="1600" dirty="0">
                    <a:latin typeface="Times New Roman" panose="02020603050405020304" pitchFamily="18" charset="0"/>
                    <a:cs typeface="Times New Roman" panose="02020603050405020304" pitchFamily="18" charset="0"/>
                  </a:rPr>
                  <a:t>到</a:t>
                </a:r>
                <a14:m>
                  <m:oMath xmlns:m="http://schemas.openxmlformats.org/officeDocument/2006/math">
                    <m:r>
                      <a:rPr lang="en-US" altLang="zh-CN" sz="1600" i="1">
                        <a:latin typeface="Cambria Math" panose="02040503050406030204" pitchFamily="18" charset="0"/>
                      </a:rPr>
                      <m:t>𝑇</m:t>
                    </m:r>
                  </m:oMath>
                </a14:m>
                <a:r>
                  <a:rPr lang="zh-CN" altLang="zh-CN" sz="1600" dirty="0">
                    <a:latin typeface="Times New Roman" panose="02020603050405020304" pitchFamily="18" charset="0"/>
                    <a:cs typeface="Times New Roman" panose="02020603050405020304" pitchFamily="18" charset="0"/>
                  </a:rPr>
                  <a:t>中任意可达顶点</a:t>
                </a:r>
                <a14:m>
                  <m:oMath xmlns:m="http://schemas.openxmlformats.org/officeDocument/2006/math">
                    <m:r>
                      <a:rPr lang="en-US" altLang="zh-CN" sz="1600" i="1">
                        <a:latin typeface="Cambria Math" panose="02040503050406030204" pitchFamily="18" charset="0"/>
                      </a:rPr>
                      <m:t>𝑡</m:t>
                    </m:r>
                  </m:oMath>
                </a14:m>
                <a:r>
                  <a:rPr lang="zh-CN" altLang="zh-CN" sz="1600" dirty="0">
                    <a:latin typeface="Times New Roman" panose="02020603050405020304" pitchFamily="18" charset="0"/>
                    <a:cs typeface="Times New Roman" panose="02020603050405020304" pitchFamily="18" charset="0"/>
                  </a:rPr>
                  <a:t>的最短路径长度，即</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𝑡</m:t>
                        </m:r>
                      </m:e>
                    </m:d>
                    <m:r>
                      <a:rPr lang="en-US" altLang="zh-CN" sz="1600" i="1">
                        <a:latin typeface="Cambria Math" panose="02040503050406030204" pitchFamily="18" charset="0"/>
                      </a:rPr>
                      <m:t>=</m:t>
                    </m:r>
                    <m:r>
                      <a:rPr lang="en-US" altLang="zh-CN" sz="1600" i="1">
                        <a:latin typeface="Cambria Math" panose="02040503050406030204" pitchFamily="18" charset="0"/>
                      </a:rPr>
                      <m:t>𝑚𝑖𝑛</m:t>
                    </m:r>
                    <m:r>
                      <a:rPr lang="en-US" altLang="zh-CN" sz="1600">
                        <a:latin typeface="Cambria Math" panose="02040503050406030204" pitchFamily="18" charset="0"/>
                      </a:rPr>
                      <m:t>{</m:t>
                    </m:r>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𝑡</m:t>
                        </m:r>
                      </m:e>
                    </m:d>
                    <m:r>
                      <a:rPr lang="zh-CN" altLang="zh-CN" sz="1600">
                        <a:latin typeface="Cambria Math" panose="02040503050406030204" pitchFamily="18" charset="0"/>
                      </a:rPr>
                      <m:t>，</m:t>
                    </m:r>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e>
                    </m:d>
                    <m:r>
                      <a:rPr lang="en-US" altLang="zh-CN" sz="1600">
                        <a:latin typeface="Cambria Math" panose="02040503050406030204" pitchFamily="18" charset="0"/>
                      </a:rPr>
                      <m:t>+</m:t>
                    </m:r>
                    <m:r>
                      <a:rPr lang="en-US" altLang="zh-CN" sz="1600" i="1">
                        <a:latin typeface="Cambria Math" panose="02040503050406030204" pitchFamily="18" charset="0"/>
                      </a:rPr>
                      <m:t>𝑊</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en-US" altLang="zh-CN" sz="1600">
                        <a:latin typeface="Cambria Math" panose="02040503050406030204" pitchFamily="18" charset="0"/>
                      </a:rPr>
                      <m:t>,</m:t>
                    </m:r>
                    <m:r>
                      <a:rPr lang="en-US" altLang="zh-CN" sz="1600" i="1">
                        <a:latin typeface="Cambria Math" panose="02040503050406030204" pitchFamily="18" charset="0"/>
                      </a:rPr>
                      <m:t>𝑡</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14:m>
                  <m:oMath xmlns:m="http://schemas.openxmlformats.org/officeDocument/2006/math">
                    <m:r>
                      <a:rPr lang="en-US" altLang="zh-CN" sz="1600" i="1">
                        <a:latin typeface="Cambria Math" panose="02040503050406030204" pitchFamily="18" charset="0"/>
                      </a:rPr>
                      <m:t>𝑊</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en-US" altLang="zh-CN" sz="1600">
                        <a:latin typeface="Cambria Math" panose="02040503050406030204" pitchFamily="18" charset="0"/>
                      </a:rPr>
                      <m:t>,</m:t>
                    </m:r>
                    <m:r>
                      <a:rPr lang="en-US" altLang="zh-CN" sz="1600" i="1">
                        <a:latin typeface="Cambria Math" panose="02040503050406030204" pitchFamily="18" charset="0"/>
                      </a:rPr>
                      <m:t>𝑡</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为弧</a:t>
                </a:r>
                <a14:m>
                  <m:oMath xmlns:m="http://schemas.openxmlformats.org/officeDocument/2006/math">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en-US" altLang="zh-CN" sz="1600">
                        <a:latin typeface="Cambria Math" panose="02040503050406030204" pitchFamily="18" charset="0"/>
                      </a:rPr>
                      <m:t>,</m:t>
                    </m:r>
                    <m:r>
                      <a:rPr lang="en-US" altLang="zh-CN" sz="1600" i="1">
                        <a:latin typeface="Cambria Math" panose="02040503050406030204" pitchFamily="18" charset="0"/>
                      </a:rPr>
                      <m:t>𝑡</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的权，若图中</a:t>
                </a:r>
                <a14:m>
                  <m:oMath xmlns:m="http://schemas.openxmlformats.org/officeDocument/2006/math">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en-US" altLang="zh-CN" sz="1600">
                        <a:latin typeface="Cambria Math" panose="02040503050406030204" pitchFamily="18" charset="0"/>
                      </a:rPr>
                      <m:t>,</m:t>
                    </m:r>
                    <m:r>
                      <a:rPr lang="en-US" altLang="zh-CN" sz="1600" i="1">
                        <a:latin typeface="Cambria Math" panose="02040503050406030204" pitchFamily="18" charset="0"/>
                      </a:rPr>
                      <m:t>𝑡</m:t>
                    </m:r>
                    <m:r>
                      <a:rPr lang="en-US" altLang="zh-CN" sz="1600">
                        <a:latin typeface="Cambria Math" panose="02040503050406030204" pitchFamily="18" charset="0"/>
                      </a:rPr>
                      <m:t>}∉</m:t>
                    </m:r>
                    <m:r>
                      <a:rPr lang="en-US" altLang="zh-CN" sz="1600" i="1">
                        <a:latin typeface="Cambria Math" panose="02040503050406030204" pitchFamily="18" charset="0"/>
                      </a:rPr>
                      <m:t>𝐸</m:t>
                    </m:r>
                  </m:oMath>
                </a14:m>
                <a:r>
                  <a:rPr lang="zh-CN" altLang="zh-CN" sz="1600" dirty="0">
                    <a:latin typeface="Times New Roman" panose="02020603050405020304" pitchFamily="18" charset="0"/>
                    <a:cs typeface="Times New Roman" panose="02020603050405020304" pitchFamily="18" charset="0"/>
                  </a:rPr>
                  <a:t>，则</a:t>
                </a:r>
                <a14:m>
                  <m:oMath xmlns:m="http://schemas.openxmlformats.org/officeDocument/2006/math">
                    <m:r>
                      <a:rPr lang="en-US" altLang="zh-CN" sz="1600" i="1">
                        <a:latin typeface="Cambria Math" panose="02040503050406030204" pitchFamily="18" charset="0"/>
                      </a:rPr>
                      <m:t>𝑊</m:t>
                    </m:r>
                    <m:r>
                      <a:rPr lang="en-US" altLang="zh-CN" sz="1600">
                        <a:latin typeface="Cambria Math" panose="02040503050406030204" pitchFamily="18" charset="0"/>
                      </a:rPr>
                      <m:t>(</m:t>
                    </m:r>
                    <m:sSub>
                      <m:sSubPr>
                        <m:ctrlPr>
                          <a:rPr lang="zh-CN" altLang="zh-CN" sz="1600" i="1">
                            <a:latin typeface="Cambria Math" panose="02040503050406030204" pitchFamily="18" charset="0"/>
                          </a:rPr>
                        </m:ctrlPr>
                      </m:sSubPr>
                      <m:e>
                        <m:r>
                          <a:rPr lang="en-US" altLang="zh-CN" sz="1600" i="1">
                            <a:latin typeface="Cambria Math" panose="02040503050406030204" pitchFamily="18" charset="0"/>
                          </a:rPr>
                          <m:t>𝑡</m:t>
                        </m:r>
                      </m:e>
                      <m:sub>
                        <m:r>
                          <a:rPr lang="en-US" altLang="zh-CN" sz="1600" i="1">
                            <a:latin typeface="Cambria Math" panose="02040503050406030204" pitchFamily="18" charset="0"/>
                          </a:rPr>
                          <m:t>1</m:t>
                        </m:r>
                      </m:sub>
                    </m:sSub>
                    <m:r>
                      <a:rPr lang="zh-CN" altLang="zh-CN" sz="1600">
                        <a:latin typeface="Cambria Math" panose="02040503050406030204" pitchFamily="18" charset="0"/>
                      </a:rPr>
                      <m:t>，</m:t>
                    </m:r>
                    <m:r>
                      <a:rPr lang="en-US" altLang="zh-CN" sz="1600" i="1">
                        <a:latin typeface="Cambria Math" panose="02040503050406030204" pitchFamily="18" charset="0"/>
                      </a:rPr>
                      <m:t>𝑡</m:t>
                    </m:r>
                    <m:r>
                      <a:rPr lang="en-US" altLang="zh-CN" sz="1600">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p>
              <a:p>
                <a:pPr marL="0" indent="0" algn="just">
                  <a:lnSpc>
                    <a:spcPct val="100000"/>
                  </a:lnSpc>
                  <a:spcBef>
                    <a:spcPts val="0"/>
                  </a:spcBef>
                  <a:buNone/>
                </a:pPr>
                <a:r>
                  <a:rPr lang="zh-CN" altLang="en-US" sz="1600" dirty="0">
                    <a:latin typeface="Times New Roman" panose="02020603050405020304" pitchFamily="18" charset="0"/>
                    <a:cs typeface="Times New Roman" panose="02020603050405020304" pitchFamily="18" charset="0"/>
                  </a:rPr>
                  <a:t>      例 </a:t>
                </a:r>
                <a:r>
                  <a:rPr lang="zh-CN" altLang="zh-CN" sz="1600" dirty="0">
                    <a:latin typeface="Times New Roman" panose="02020603050405020304" pitchFamily="18" charset="0"/>
                    <a:cs typeface="Times New Roman" panose="02020603050405020304" pitchFamily="18" charset="0"/>
                  </a:rPr>
                  <a:t>如，</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𝑐</m:t>
                        </m:r>
                      </m:e>
                    </m:d>
                    <m:r>
                      <a:rPr lang="en-US" altLang="zh-CN" sz="1600" i="1">
                        <a:latin typeface="Cambria Math" panose="02040503050406030204" pitchFamily="18" charset="0"/>
                      </a:rPr>
                      <m:t>=</m:t>
                    </m:r>
                    <m:r>
                      <a:rPr lang="en-US" altLang="zh-CN" sz="1600" i="1">
                        <a:latin typeface="Cambria Math" panose="02040503050406030204" pitchFamily="18" charset="0"/>
                      </a:rPr>
                      <m:t>𝑚𝑖𝑛</m:t>
                    </m:r>
                    <m:d>
                      <m:dPr>
                        <m:begChr m:val="{"/>
                        <m:endChr m:val="}"/>
                        <m:ctrlPr>
                          <a:rPr lang="en-US" altLang="zh-CN" sz="1600" i="1">
                            <a:latin typeface="Cambria Math" panose="02040503050406030204" pitchFamily="18" charset="0"/>
                          </a:rPr>
                        </m:ctrlPr>
                      </m:dPr>
                      <m:e>
                        <m:r>
                          <a:rPr lang="en-US" altLang="zh-CN" sz="1600" i="1">
                            <a:latin typeface="Cambria Math" panose="02040503050406030204" pitchFamily="18" charset="0"/>
                          </a:rPr>
                          <m:t>4</m:t>
                        </m:r>
                        <m:r>
                          <a:rPr lang="zh-CN" altLang="zh-CN" sz="1600">
                            <a:latin typeface="Cambria Math" panose="02040503050406030204" pitchFamily="18" charset="0"/>
                          </a:rPr>
                          <m:t>，</m:t>
                        </m:r>
                        <m:r>
                          <a:rPr lang="en-US" altLang="zh-CN" sz="1600" i="1">
                            <a:latin typeface="Cambria Math" panose="02040503050406030204" pitchFamily="18" charset="0"/>
                          </a:rPr>
                          <m:t>1+2</m:t>
                        </m:r>
                      </m:e>
                    </m:d>
                    <m:r>
                      <a:rPr lang="en-US" altLang="zh-CN" sz="1600" i="1">
                        <a:latin typeface="Cambria Math" panose="02040503050406030204" pitchFamily="18" charset="0"/>
                      </a:rPr>
                      <m:t>=3</m:t>
                    </m:r>
                    <m:r>
                      <a:rPr lang="zh-CN" altLang="zh-CN" sz="1600">
                        <a:latin typeface="Cambria Math" panose="02040503050406030204" pitchFamily="18" charset="0"/>
                      </a:rPr>
                      <m:t>，</m:t>
                    </m:r>
                  </m:oMath>
                </a14:m>
                <a:endParaRPr lang="en-US" altLang="zh-CN" sz="1600" dirty="0">
                  <a:latin typeface="Times New Roman" panose="02020603050405020304" pitchFamily="18" charset="0"/>
                  <a:cs typeface="Times New Roman" panose="02020603050405020304" pitchFamily="18" charset="0"/>
                </a:endParaRPr>
              </a:p>
              <a:p>
                <a:pPr marL="0" indent="0" algn="just">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𝑑</m:t>
                        </m:r>
                      </m:e>
                    </m:d>
                    <m:r>
                      <a:rPr lang="en-US" altLang="zh-CN" sz="1600" i="1">
                        <a:latin typeface="Cambria Math" panose="02040503050406030204" pitchFamily="18" charset="0"/>
                      </a:rPr>
                      <m:t>=</m:t>
                    </m:r>
                    <m:func>
                      <m:funcPr>
                        <m:ctrlPr>
                          <a:rPr lang="zh-CN" altLang="zh-CN" sz="1600" i="1">
                            <a:latin typeface="Cambria Math" panose="02040503050406030204" pitchFamily="18" charset="0"/>
                          </a:rPr>
                        </m:ctrlPr>
                      </m:funcPr>
                      <m:fName>
                        <m:r>
                          <a:rPr lang="en-US" altLang="zh-CN" sz="1600" i="1">
                            <a:latin typeface="Cambria Math" panose="02040503050406030204" pitchFamily="18" charset="0"/>
                          </a:rPr>
                          <m:t>𝑚𝑖𝑛</m:t>
                        </m:r>
                      </m:fName>
                      <m:e>
                        <m:d>
                          <m:dPr>
                            <m:begChr m:val="{"/>
                            <m:endChr m:val="}"/>
                            <m:ctrlPr>
                              <a:rPr lang="en-US" altLang="zh-CN" sz="1600" i="1">
                                <a:latin typeface="Cambria Math" panose="02040503050406030204" pitchFamily="18" charset="0"/>
                              </a:rPr>
                            </m:ctrlPr>
                          </m:dPr>
                          <m:e>
                            <m:r>
                              <a:rPr lang="en-US" altLang="zh-CN" sz="1600" i="1">
                                <a:latin typeface="Cambria Math" panose="02040503050406030204" pitchFamily="18" charset="0"/>
                              </a:rPr>
                              <m:t>∞</m:t>
                            </m:r>
                            <m:r>
                              <a:rPr lang="zh-CN" altLang="zh-CN" sz="1600">
                                <a:latin typeface="Cambria Math" panose="02040503050406030204" pitchFamily="18" charset="0"/>
                              </a:rPr>
                              <m:t>，</m:t>
                            </m:r>
                            <m:r>
                              <a:rPr lang="en-US" altLang="zh-CN" sz="1600" i="1">
                                <a:latin typeface="Cambria Math" panose="02040503050406030204" pitchFamily="18" charset="0"/>
                              </a:rPr>
                              <m:t>1+7</m:t>
                            </m:r>
                          </m:e>
                        </m:d>
                      </m:e>
                    </m:func>
                    <m:r>
                      <a:rPr lang="en-US" altLang="zh-CN" sz="1600">
                        <a:latin typeface="Cambria Math" panose="02040503050406030204" pitchFamily="18" charset="0"/>
                      </a:rPr>
                      <m:t>=8</m:t>
                    </m:r>
                    <m:r>
                      <a:rPr lang="zh-CN" altLang="en-US" sz="1600" i="1">
                        <a:latin typeface="Cambria Math" panose="02040503050406030204" pitchFamily="18" charset="0"/>
                      </a:rPr>
                      <m:t>，</m:t>
                    </m:r>
                  </m:oMath>
                </a14:m>
                <a:endParaRPr lang="en-US" altLang="zh-CN" sz="1600" i="1" dirty="0">
                  <a:latin typeface="Times New Roman" panose="02020603050405020304" pitchFamily="18" charset="0"/>
                  <a:cs typeface="Times New Roman" panose="02020603050405020304" pitchFamily="18" charset="0"/>
                </a:endParaRPr>
              </a:p>
              <a:p>
                <a:pPr marL="0" indent="0" algn="just">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𝑒</m:t>
                        </m:r>
                      </m:e>
                    </m:d>
                    <m:r>
                      <a:rPr lang="en-US" altLang="zh-CN" sz="1600" i="1">
                        <a:latin typeface="Cambria Math" panose="02040503050406030204" pitchFamily="18" charset="0"/>
                      </a:rPr>
                      <m:t>=</m:t>
                    </m:r>
                    <m:func>
                      <m:funcPr>
                        <m:ctrlPr>
                          <a:rPr lang="zh-CN" altLang="zh-CN" sz="1600" i="1">
                            <a:latin typeface="Cambria Math" panose="02040503050406030204" pitchFamily="18" charset="0"/>
                          </a:rPr>
                        </m:ctrlPr>
                      </m:funcPr>
                      <m:fName>
                        <m:r>
                          <a:rPr lang="en-US" altLang="zh-CN" sz="1600" i="1">
                            <a:latin typeface="Cambria Math" panose="02040503050406030204" pitchFamily="18" charset="0"/>
                          </a:rPr>
                          <m:t>𝑚𝑖𝑛</m:t>
                        </m:r>
                      </m:fName>
                      <m:e>
                        <m:r>
                          <a:rPr lang="en-US" altLang="zh-CN" sz="1600" i="1">
                            <a:latin typeface="Cambria Math" panose="02040503050406030204" pitchFamily="18" charset="0"/>
                          </a:rPr>
                          <m:t>{∞</m:t>
                        </m:r>
                        <m:r>
                          <a:rPr lang="zh-CN" altLang="zh-CN" sz="1600">
                            <a:latin typeface="Cambria Math" panose="02040503050406030204" pitchFamily="18" charset="0"/>
                          </a:rPr>
                          <m:t>，</m:t>
                        </m:r>
                        <m:r>
                          <a:rPr lang="en-US" altLang="zh-CN" sz="1600" i="1">
                            <a:latin typeface="Cambria Math" panose="02040503050406030204" pitchFamily="18" charset="0"/>
                          </a:rPr>
                          <m:t>1+5}</m:t>
                        </m:r>
                      </m:e>
                    </m:func>
                    <m:r>
                      <a:rPr lang="en-US" altLang="zh-CN" sz="1600">
                        <a:latin typeface="Cambria Math" panose="02040503050406030204" pitchFamily="18" charset="0"/>
                      </a:rPr>
                      <m:t>=6</m:t>
                    </m:r>
                    <m:r>
                      <a:rPr lang="zh-CN" altLang="zh-CN" sz="1600">
                        <a:latin typeface="Cambria Math" panose="02040503050406030204" pitchFamily="18" charset="0"/>
                      </a:rPr>
                      <m:t>，</m:t>
                    </m:r>
                  </m:oMath>
                </a14:m>
                <a:endParaRPr lang="en-US" altLang="zh-CN" sz="1600" dirty="0">
                  <a:latin typeface="Times New Roman" panose="02020603050405020304" pitchFamily="18" charset="0"/>
                  <a:cs typeface="Times New Roman" panose="02020603050405020304" pitchFamily="18" charset="0"/>
                </a:endParaRPr>
              </a:p>
              <a:p>
                <a:pPr marL="0" indent="0" algn="just">
                  <a:lnSpc>
                    <a:spcPct val="100000"/>
                  </a:lnSpc>
                  <a:spcBef>
                    <a:spcPts val="0"/>
                  </a:spcBef>
                  <a:buNone/>
                </a:pPr>
                <a:r>
                  <a:rPr lang="en-US" altLang="zh-CN" sz="1600" dirty="0">
                    <a:latin typeface="Times New Roman" panose="02020603050405020304" pitchFamily="18" charset="0"/>
                    <a:cs typeface="Times New Roman" panose="02020603050405020304" pitchFamily="18" charset="0"/>
                  </a:rPr>
                  <a:t>       </a:t>
                </a:r>
                <a14:m>
                  <m:oMath xmlns:m="http://schemas.openxmlformats.org/officeDocument/2006/math">
                    <m:r>
                      <a:rPr lang="en-US" altLang="zh-CN" sz="1600" i="1">
                        <a:latin typeface="Cambria Math" panose="02040503050406030204" pitchFamily="18" charset="0"/>
                      </a:rPr>
                      <m:t>𝑙</m:t>
                    </m:r>
                    <m:d>
                      <m:dPr>
                        <m:ctrlPr>
                          <a:rPr lang="zh-CN" altLang="zh-CN" sz="1600" i="1">
                            <a:latin typeface="Cambria Math" panose="02040503050406030204" pitchFamily="18" charset="0"/>
                          </a:rPr>
                        </m:ctrlPr>
                      </m:dPr>
                      <m:e>
                        <m:r>
                          <a:rPr lang="en-US" altLang="zh-CN" sz="1600" i="1">
                            <a:latin typeface="Cambria Math" panose="02040503050406030204" pitchFamily="18" charset="0"/>
                          </a:rPr>
                          <m:t>𝑧</m:t>
                        </m:r>
                      </m:e>
                    </m:d>
                    <m:r>
                      <a:rPr lang="en-US" altLang="zh-CN" sz="1600" i="1">
                        <a:latin typeface="Cambria Math" panose="02040503050406030204" pitchFamily="18" charset="0"/>
                      </a:rPr>
                      <m:t>=∞</m:t>
                    </m:r>
                  </m:oMath>
                </a14:m>
                <a:r>
                  <a:rPr lang="zh-CN" altLang="zh-CN" sz="1600" dirty="0">
                    <a:latin typeface="Times New Roman" panose="02020603050405020304" pitchFamily="18" charset="0"/>
                    <a:cs typeface="Times New Roman" panose="02020603050405020304" pitchFamily="18" charset="0"/>
                  </a:rPr>
                  <a:t>。</a:t>
                </a:r>
              </a:p>
              <a:p>
                <a:pPr marL="0" indent="0" algn="just">
                  <a:lnSpc>
                    <a:spcPct val="100000"/>
                  </a:lnSpc>
                  <a:spcBef>
                    <a:spcPts val="0"/>
                  </a:spcBef>
                  <a:buNone/>
                </a:pPr>
                <a:endParaRPr lang="en-US" altLang="zh-CN" sz="1600" dirty="0">
                  <a:latin typeface="Times New Roman" panose="02020603050405020304" pitchFamily="18" charset="0"/>
                  <a:cs typeface="Times New Roman" panose="02020603050405020304" pitchFamily="18" charset="0"/>
                </a:endParaRPr>
              </a:p>
              <a:p>
                <a:pPr marL="0" indent="0" algn="just">
                  <a:lnSpc>
                    <a:spcPct val="100000"/>
                  </a:lnSpc>
                  <a:spcBef>
                    <a:spcPts val="0"/>
                  </a:spcBef>
                  <a:buNone/>
                </a:pP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4</a:t>
                </a:r>
                <a:r>
                  <a:rPr lang="zh-CN" altLang="zh-CN" sz="1600" dirty="0">
                    <a:latin typeface="Times New Roman" panose="02020603050405020304" pitchFamily="18" charset="0"/>
                    <a:cs typeface="Times New Roman" panose="02020603050405020304" pitchFamily="18" charset="0"/>
                  </a:rPr>
                  <a:t>）重复（</a:t>
                </a:r>
                <a:r>
                  <a:rPr lang="en-US" altLang="zh-CN" sz="1600" dirty="0">
                    <a:latin typeface="Times New Roman" panose="02020603050405020304" pitchFamily="18" charset="0"/>
                    <a:cs typeface="Times New Roman" panose="02020603050405020304" pitchFamily="18" charset="0"/>
                  </a:rPr>
                  <a:t>2</a:t>
                </a:r>
                <a:r>
                  <a:rPr lang="zh-CN" altLang="zh-CN" sz="1600" dirty="0">
                    <a:latin typeface="Times New Roman" panose="02020603050405020304" pitchFamily="18" charset="0"/>
                    <a:cs typeface="Times New Roman" panose="02020603050405020304" pitchFamily="18" charset="0"/>
                  </a:rPr>
                  <a:t>）（</a:t>
                </a:r>
                <a:r>
                  <a:rPr lang="en-US" altLang="zh-CN" sz="1600" dirty="0">
                    <a:latin typeface="Times New Roman" panose="02020603050405020304" pitchFamily="18" charset="0"/>
                    <a:cs typeface="Times New Roman" panose="02020603050405020304" pitchFamily="18" charset="0"/>
                  </a:rPr>
                  <a:t>3</a:t>
                </a:r>
                <a:r>
                  <a:rPr lang="zh-CN" altLang="zh-CN" sz="1600" dirty="0">
                    <a:latin typeface="Times New Roman" panose="02020603050405020304" pitchFamily="18" charset="0"/>
                    <a:cs typeface="Times New Roman" panose="02020603050405020304" pitchFamily="18" charset="0"/>
                  </a:rPr>
                  <a:t>）共</a:t>
                </a:r>
                <a14:m>
                  <m:oMath xmlns:m="http://schemas.openxmlformats.org/officeDocument/2006/math">
                    <m:r>
                      <a:rPr lang="en-US" altLang="zh-CN" sz="1600" i="1">
                        <a:latin typeface="Cambria Math" panose="02040503050406030204" pitchFamily="18" charset="0"/>
                      </a:rPr>
                      <m:t>𝑛</m:t>
                    </m:r>
                    <m:r>
                      <a:rPr lang="en-US" altLang="zh-CN" sz="1600" i="1">
                        <a:latin typeface="Cambria Math" panose="02040503050406030204" pitchFamily="18" charset="0"/>
                      </a:rPr>
                      <m:t>−1</m:t>
                    </m:r>
                  </m:oMath>
                </a14:m>
                <a:r>
                  <a:rPr lang="zh-CN" altLang="zh-CN" sz="1600" dirty="0">
                    <a:latin typeface="Times New Roman" panose="02020603050405020304" pitchFamily="18" charset="0"/>
                    <a:cs typeface="Times New Roman" panose="02020603050405020304" pitchFamily="18" charset="0"/>
                  </a:rPr>
                  <a:t>次。</a:t>
                </a:r>
              </a:p>
              <a:p>
                <a:pPr>
                  <a:lnSpc>
                    <a:spcPct val="100000"/>
                  </a:lnSpc>
                </a:pPr>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 name="内容占位符 2"/>
              <p:cNvSpPr>
                <a:spLocks noGrp="1" noRot="1" noChangeAspect="1" noMove="1" noResize="1" noEditPoints="1" noAdjustHandles="1" noChangeArrowheads="1" noChangeShapeType="1" noTextEdit="1"/>
              </p:cNvSpPr>
              <p:nvPr>
                <p:ph sz="quarter" idx="11"/>
              </p:nvPr>
            </p:nvSpPr>
            <p:spPr>
              <a:xfrm>
                <a:off x="162432" y="627534"/>
                <a:ext cx="5328592" cy="3466710"/>
              </a:xfrm>
              <a:blipFill>
                <a:blip r:embed="rId2"/>
                <a:stretch>
                  <a:fillRect l="-1144" t="-1054" r="-4805"/>
                </a:stretch>
              </a:blipFill>
            </p:spPr>
            <p:txBody>
              <a:bodyPr/>
              <a:lstStyle/>
              <a:p>
                <a:r>
                  <a:rPr lang="zh-CN" altLang="en-US">
                    <a:noFill/>
                  </a:rPr>
                  <a:t> </a:t>
                </a:r>
              </a:p>
            </p:txBody>
          </p:sp>
        </mc:Fallback>
      </mc:AlternateContent>
      <p:pic>
        <p:nvPicPr>
          <p:cNvPr id="4" name="图片 3"/>
          <p:cNvPicPr>
            <a:picLocks noChangeAspect="1"/>
          </p:cNvPicPr>
          <p:nvPr/>
        </p:nvPicPr>
        <p:blipFill>
          <a:blip r:embed="rId3"/>
          <a:stretch>
            <a:fillRect/>
          </a:stretch>
        </p:blipFill>
        <p:spPr>
          <a:xfrm>
            <a:off x="6084168" y="727304"/>
            <a:ext cx="2200809" cy="1367852"/>
          </a:xfrm>
          <a:prstGeom prst="rect">
            <a:avLst/>
          </a:prstGeom>
        </p:spPr>
      </p:pic>
      <p:pic>
        <p:nvPicPr>
          <p:cNvPr id="5" name="图片 4"/>
          <p:cNvPicPr>
            <a:picLocks noChangeAspect="1"/>
          </p:cNvPicPr>
          <p:nvPr/>
        </p:nvPicPr>
        <p:blipFill>
          <a:blip r:embed="rId4"/>
          <a:srcRect l="516" r="1546" b="472"/>
          <a:stretch/>
        </p:blipFill>
        <p:spPr>
          <a:xfrm>
            <a:off x="1259632" y="2867803"/>
            <a:ext cx="6840760" cy="2160240"/>
          </a:xfrm>
          <a:prstGeom prst="rect">
            <a:avLst/>
          </a:prstGeom>
        </p:spPr>
      </p:pic>
      <p:sp>
        <p:nvSpPr>
          <p:cNvPr id="6" name="文本框 5"/>
          <p:cNvSpPr txBox="1"/>
          <p:nvPr/>
        </p:nvSpPr>
        <p:spPr>
          <a:xfrm>
            <a:off x="6179665" y="2223967"/>
            <a:ext cx="2105312" cy="369332"/>
          </a:xfrm>
          <a:prstGeom prst="rect">
            <a:avLst/>
          </a:prstGeom>
          <a:noFill/>
        </p:spPr>
        <p:txBody>
          <a:bodyPr wrap="square" rtlCol="0">
            <a:spAutoFit/>
          </a:bodyPr>
          <a:lstStyle/>
          <a:p>
            <a:r>
              <a:rPr lang="zh-CN" altLang="en-US" dirty="0">
                <a:solidFill>
                  <a:srgbClr val="C00000"/>
                </a:solidFill>
                <a:latin typeface="华文彩云" panose="02010800040101010101" pitchFamily="2" charset="-122"/>
                <a:ea typeface="华文彩云" panose="02010800040101010101" pitchFamily="2" charset="-122"/>
                <a:hlinkClick r:id="rId5" action="ppaction://hlinkfile"/>
              </a:rPr>
              <a:t>最短路径算法链接</a:t>
            </a:r>
            <a:endParaRPr lang="zh-CN" altLang="en-US" dirty="0">
              <a:solidFill>
                <a:srgbClr val="C00000"/>
              </a:solidFill>
              <a:latin typeface="华文彩云" panose="02010800040101010101" pitchFamily="2" charset="-122"/>
              <a:ea typeface="华文彩云" panose="02010800040101010101" pitchFamily="2" charset="-122"/>
            </a:endParaRPr>
          </a:p>
        </p:txBody>
      </p:sp>
      <p:sp>
        <p:nvSpPr>
          <p:cNvPr id="7" name="文本框 6"/>
          <p:cNvSpPr txBox="1"/>
          <p:nvPr/>
        </p:nvSpPr>
        <p:spPr>
          <a:xfrm>
            <a:off x="611380" y="115457"/>
            <a:ext cx="4896724" cy="400110"/>
          </a:xfrm>
          <a:prstGeom prst="rect">
            <a:avLst/>
          </a:prstGeom>
          <a:ln>
            <a:no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wrap="square" rtlCol="0">
            <a:spAutoFit/>
          </a:bodyPr>
          <a:lstStyle/>
          <a:p>
            <a:r>
              <a:rPr lang="zh-CN" altLang="zh-CN" sz="2000" dirty="0"/>
              <a:t>求图中某个顶点到其余各顶点的最短路径</a:t>
            </a:r>
            <a:endParaRPr lang="zh-CN" altLang="en-US" sz="2000" dirty="0"/>
          </a:p>
        </p:txBody>
      </p:sp>
    </p:spTree>
    <p:extLst>
      <p:ext uri="{BB962C8B-B14F-4D97-AF65-F5344CB8AC3E}">
        <p14:creationId xmlns:p14="http://schemas.microsoft.com/office/powerpoint/2010/main" val="3139361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3">
                                            <p:txEl>
                                              <p:pRg st="6" end="6"/>
                                            </p:txEl>
                                          </p:spTgt>
                                        </p:tgtEl>
                                        <p:attrNameLst>
                                          <p:attrName>style.visibility</p:attrName>
                                        </p:attrNameLst>
                                      </p:cBhvr>
                                      <p:to>
                                        <p:strVal val="visible"/>
                                      </p:to>
                                    </p:set>
                                    <p:animEffect transition="in" filter="fade">
                                      <p:cBhvr>
                                        <p:cTn id="42" dur="1000"/>
                                        <p:tgtEl>
                                          <p:spTgt spid="3">
                                            <p:txEl>
                                              <p:pRg st="6" end="6"/>
                                            </p:txEl>
                                          </p:spTgt>
                                        </p:tgtEl>
                                      </p:cBhvr>
                                    </p:animEffect>
                                    <p:anim calcmode="lin" valueType="num">
                                      <p:cBhvr>
                                        <p:cTn id="43"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5"/>
                                        </p:tgtEl>
                                        <p:attrNameLst>
                                          <p:attrName>style.visibility</p:attrName>
                                        </p:attrNameLst>
                                      </p:cBhvr>
                                      <p:to>
                                        <p:strVal val="visible"/>
                                      </p:to>
                                    </p:set>
                                    <p:animEffect transition="in" filter="fade">
                                      <p:cBhvr>
                                        <p:cTn id="49" dur="1000"/>
                                        <p:tgtEl>
                                          <p:spTgt spid="5"/>
                                        </p:tgtEl>
                                      </p:cBhvr>
                                    </p:animEffect>
                                    <p:anim calcmode="lin" valueType="num">
                                      <p:cBhvr>
                                        <p:cTn id="50" dur="1000" fill="hold"/>
                                        <p:tgtEl>
                                          <p:spTgt spid="5"/>
                                        </p:tgtEl>
                                        <p:attrNameLst>
                                          <p:attrName>ppt_x</p:attrName>
                                        </p:attrNameLst>
                                      </p:cBhvr>
                                      <p:tavLst>
                                        <p:tav tm="0">
                                          <p:val>
                                            <p:strVal val="#ppt_x"/>
                                          </p:val>
                                        </p:tav>
                                        <p:tav tm="100000">
                                          <p:val>
                                            <p:strVal val="#ppt_x"/>
                                          </p:val>
                                        </p:tav>
                                      </p:tavLst>
                                    </p:anim>
                                    <p:anim calcmode="lin" valueType="num">
                                      <p:cBhvr>
                                        <p:cTn id="5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500" fill="hold"/>
                                        <p:tgtEl>
                                          <p:spTgt spid="6"/>
                                        </p:tgtEl>
                                        <p:attrNameLst>
                                          <p:attrName>ppt_x</p:attrName>
                                        </p:attrNameLst>
                                      </p:cBhvr>
                                      <p:tavLst>
                                        <p:tav tm="0">
                                          <p:val>
                                            <p:strVal val="#ppt_x"/>
                                          </p:val>
                                        </p:tav>
                                        <p:tav tm="100000">
                                          <p:val>
                                            <p:strVal val="#ppt_x"/>
                                          </p:val>
                                        </p:tav>
                                      </p:tavLst>
                                    </p:anim>
                                    <p:anim calcmode="lin" valueType="num">
                                      <p:cBhvr additive="base">
                                        <p:cTn id="57"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Lst>
  </p:timing>
</p:sld>
</file>

<file path=ppt/theme/theme1.xml><?xml version="1.0" encoding="utf-8"?>
<a:theme xmlns:a="http://schemas.openxmlformats.org/drawingml/2006/main" name="章节简洁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9EDEE"/>
      </a:accent5>
      <a:accent6>
        <a:srgbClr val="2D2D89"/>
      </a:accent6>
      <a:hlink>
        <a:srgbClr val="009999"/>
      </a:hlink>
      <a:folHlink>
        <a:srgbClr val="99CC00"/>
      </a:folHlink>
    </a:clrScheme>
    <a:fontScheme name="Cambria-Calibri">
      <a:majorFont>
        <a:latin typeface="Cambria"/>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07-2010">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atMod val="350000"/>
                <a:shade val="99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06 数字媒体及应用123</Template>
  <TotalTime>5756</TotalTime>
  <Words>32845</Words>
  <Application>Microsoft Office PowerPoint</Application>
  <PresentationFormat>全屏显示(16:9)</PresentationFormat>
  <Paragraphs>7697</Paragraphs>
  <Slides>184</Slides>
  <Notes>8</Notes>
  <HiddenSlides>0</HiddenSlides>
  <MMClips>0</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184</vt:i4>
      </vt:variant>
    </vt:vector>
  </HeadingPairs>
  <TitlesOfParts>
    <vt:vector size="196" baseType="lpstr">
      <vt:lpstr>Arial Unicode MS</vt:lpstr>
      <vt:lpstr>方正粗黑宋简体</vt:lpstr>
      <vt:lpstr>黑体</vt:lpstr>
      <vt:lpstr>华文彩云</vt:lpstr>
      <vt:lpstr>隶书</vt:lpstr>
      <vt:lpstr>微软雅黑</vt:lpstr>
      <vt:lpstr>Arial</vt:lpstr>
      <vt:lpstr>Calibri</vt:lpstr>
      <vt:lpstr>Calibri Light</vt:lpstr>
      <vt:lpstr>Cambria Math</vt:lpstr>
      <vt:lpstr>Times New Roman</vt:lpstr>
      <vt:lpstr>章节简洁版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Nanjing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幻灯片 1</dc:title>
  <dc:creator>ZFY</dc:creator>
  <cp:lastModifiedBy>Zhifei Chen</cp:lastModifiedBy>
  <cp:revision>290</cp:revision>
  <dcterms:created xsi:type="dcterms:W3CDTF">2007-07-12T03:00:51Z</dcterms:created>
  <dcterms:modified xsi:type="dcterms:W3CDTF">2025-04-11T01:07:34Z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2052-11.1.0.8976</vt:lpwstr>
  </property>
</Properties>
</file>